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5" r:id="rId2"/>
    <p:sldMasterId id="2147483699" r:id="rId3"/>
  </p:sldMasterIdLst>
  <p:notesMasterIdLst>
    <p:notesMasterId r:id="rId104"/>
  </p:notesMasterIdLst>
  <p:handoutMasterIdLst>
    <p:handoutMasterId r:id="rId105"/>
  </p:handoutMasterIdLst>
  <p:sldIdLst>
    <p:sldId id="259" r:id="rId4"/>
    <p:sldId id="265" r:id="rId5"/>
    <p:sldId id="267" r:id="rId6"/>
    <p:sldId id="485" r:id="rId7"/>
    <p:sldId id="486" r:id="rId8"/>
    <p:sldId id="268" r:id="rId9"/>
    <p:sldId id="441" r:id="rId10"/>
    <p:sldId id="487" r:id="rId11"/>
    <p:sldId id="442" r:id="rId12"/>
    <p:sldId id="444" r:id="rId13"/>
    <p:sldId id="488" r:id="rId14"/>
    <p:sldId id="379" r:id="rId15"/>
    <p:sldId id="380" r:id="rId16"/>
    <p:sldId id="445" r:id="rId17"/>
    <p:sldId id="446" r:id="rId18"/>
    <p:sldId id="490" r:id="rId19"/>
    <p:sldId id="448" r:id="rId20"/>
    <p:sldId id="489" r:id="rId21"/>
    <p:sldId id="449" r:id="rId22"/>
    <p:sldId id="450" r:id="rId23"/>
    <p:sldId id="451" r:id="rId24"/>
    <p:sldId id="452" r:id="rId25"/>
    <p:sldId id="491" r:id="rId26"/>
    <p:sldId id="492" r:id="rId27"/>
    <p:sldId id="493" r:id="rId28"/>
    <p:sldId id="494" r:id="rId29"/>
    <p:sldId id="453" r:id="rId30"/>
    <p:sldId id="454" r:id="rId31"/>
    <p:sldId id="455" r:id="rId32"/>
    <p:sldId id="456" r:id="rId33"/>
    <p:sldId id="457" r:id="rId34"/>
    <p:sldId id="458" r:id="rId35"/>
    <p:sldId id="459" r:id="rId36"/>
    <p:sldId id="460" r:id="rId37"/>
    <p:sldId id="461" r:id="rId38"/>
    <p:sldId id="462" r:id="rId39"/>
    <p:sldId id="463" r:id="rId40"/>
    <p:sldId id="464" r:id="rId41"/>
    <p:sldId id="472" r:id="rId42"/>
    <p:sldId id="473" r:id="rId43"/>
    <p:sldId id="474" r:id="rId44"/>
    <p:sldId id="476" r:id="rId45"/>
    <p:sldId id="478" r:id="rId46"/>
    <p:sldId id="480" r:id="rId47"/>
    <p:sldId id="481" r:id="rId48"/>
    <p:sldId id="495" r:id="rId49"/>
    <p:sldId id="500" r:id="rId50"/>
    <p:sldId id="497" r:id="rId51"/>
    <p:sldId id="332" r:id="rId52"/>
    <p:sldId id="283" r:id="rId53"/>
    <p:sldId id="303" r:id="rId54"/>
    <p:sldId id="284" r:id="rId55"/>
    <p:sldId id="498" r:id="rId56"/>
    <p:sldId id="346" r:id="rId57"/>
    <p:sldId id="334" r:id="rId58"/>
    <p:sldId id="347" r:id="rId59"/>
    <p:sldId id="320" r:id="rId60"/>
    <p:sldId id="501" r:id="rId61"/>
    <p:sldId id="381" r:id="rId62"/>
    <p:sldId id="348" r:id="rId63"/>
    <p:sldId id="319" r:id="rId64"/>
    <p:sldId id="321" r:id="rId65"/>
    <p:sldId id="512" r:id="rId66"/>
    <p:sldId id="322" r:id="rId67"/>
    <p:sldId id="323" r:id="rId68"/>
    <p:sldId id="503" r:id="rId69"/>
    <p:sldId id="290" r:id="rId70"/>
    <p:sldId id="324" r:id="rId71"/>
    <p:sldId id="504" r:id="rId72"/>
    <p:sldId id="511" r:id="rId73"/>
    <p:sldId id="278" r:id="rId74"/>
    <p:sldId id="279" r:id="rId75"/>
    <p:sldId id="505" r:id="rId76"/>
    <p:sldId id="506" r:id="rId77"/>
    <p:sldId id="507" r:id="rId78"/>
    <p:sldId id="349" r:id="rId79"/>
    <p:sldId id="326" r:id="rId80"/>
    <p:sldId id="508" r:id="rId81"/>
    <p:sldId id="286" r:id="rId82"/>
    <p:sldId id="282" r:id="rId83"/>
    <p:sldId id="509" r:id="rId84"/>
    <p:sldId id="350" r:id="rId85"/>
    <p:sldId id="328" r:id="rId86"/>
    <p:sldId id="273" r:id="rId87"/>
    <p:sldId id="331" r:id="rId88"/>
    <p:sldId id="330" r:id="rId89"/>
    <p:sldId id="288" r:id="rId90"/>
    <p:sldId id="274" r:id="rId91"/>
    <p:sldId id="275" r:id="rId92"/>
    <p:sldId id="276" r:id="rId93"/>
    <p:sldId id="277" r:id="rId94"/>
    <p:sldId id="510" r:id="rId95"/>
    <p:sldId id="513" r:id="rId96"/>
    <p:sldId id="514" r:id="rId97"/>
    <p:sldId id="515" r:id="rId98"/>
    <p:sldId id="516" r:id="rId99"/>
    <p:sldId id="522" r:id="rId100"/>
    <p:sldId id="520" r:id="rId101"/>
    <p:sldId id="518" r:id="rId102"/>
    <p:sldId id="519" r:id="rId10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orient="horz" pos="1008" userDrawn="1">
          <p15:clr>
            <a:srgbClr val="A4A3A4"/>
          </p15:clr>
        </p15:guide>
        <p15:guide id="3" orient="horz" pos="3792" userDrawn="1">
          <p15:clr>
            <a:srgbClr val="A4A3A4"/>
          </p15:clr>
        </p15:guide>
        <p15:guide id="4" orient="horz" pos="1152" userDrawn="1">
          <p15:clr>
            <a:srgbClr val="A4A3A4"/>
          </p15:clr>
        </p15:guide>
        <p15:guide id="5" orient="horz" pos="3360" userDrawn="1">
          <p15:clr>
            <a:srgbClr val="A4A3A4"/>
          </p15:clr>
        </p15:guide>
        <p15:guide id="6" orient="horz" pos="3072" userDrawn="1">
          <p15:clr>
            <a:srgbClr val="A4A3A4"/>
          </p15:clr>
        </p15:guide>
        <p15:guide id="7" orient="horz" pos="864" userDrawn="1">
          <p15:clr>
            <a:srgbClr val="A4A3A4"/>
          </p15:clr>
        </p15:guide>
        <p15:guide id="8" orient="horz" pos="528" userDrawn="1">
          <p15:clr>
            <a:srgbClr val="A4A3A4"/>
          </p15:clr>
        </p15:guide>
        <p15:guide id="9" orient="horz" pos="2784" userDrawn="1">
          <p15:clr>
            <a:srgbClr val="A4A3A4"/>
          </p15:clr>
        </p15:guide>
        <p15:guide id="10" pos="2880" userDrawn="1">
          <p15:clr>
            <a:srgbClr val="A4A3A4"/>
          </p15:clr>
        </p15:guide>
        <p15:guide id="11" pos="719" userDrawn="1">
          <p15:clr>
            <a:srgbClr val="A4A3A4"/>
          </p15:clr>
        </p15:guide>
        <p15:guide id="12" pos="5257" userDrawn="1">
          <p15:clr>
            <a:srgbClr val="A4A3A4"/>
          </p15:clr>
        </p15:guide>
        <p15:guide id="13" pos="5041" userDrawn="1">
          <p15:clr>
            <a:srgbClr val="A4A3A4"/>
          </p15:clr>
        </p15:guide>
        <p15:guide id="14" pos="4608" userDrawn="1">
          <p15:clr>
            <a:srgbClr val="A4A3A4"/>
          </p15:clr>
        </p15:guide>
        <p15:guide id="15" pos="2988" userDrawn="1">
          <p15:clr>
            <a:srgbClr val="A4A3A4"/>
          </p15:clr>
        </p15:guide>
        <p15:guide id="16" pos="395" userDrawn="1">
          <p15:clr>
            <a:srgbClr val="A4A3A4"/>
          </p15:clr>
        </p15:guide>
        <p15:guide id="17" pos="5365"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53" autoAdjust="0"/>
    <p:restoredTop sz="94660"/>
  </p:normalViewPr>
  <p:slideViewPr>
    <p:cSldViewPr>
      <p:cViewPr varScale="1">
        <p:scale>
          <a:sx n="113" d="100"/>
          <a:sy n="113" d="100"/>
        </p:scale>
        <p:origin x="1602" y="114"/>
      </p:cViewPr>
      <p:guideLst>
        <p:guide orient="horz" pos="2160"/>
        <p:guide orient="horz" pos="1008"/>
        <p:guide orient="horz" pos="3792"/>
        <p:guide orient="horz" pos="1152"/>
        <p:guide orient="horz" pos="3360"/>
        <p:guide orient="horz" pos="3072"/>
        <p:guide orient="horz" pos="864"/>
        <p:guide orient="horz" pos="528"/>
        <p:guide orient="horz" pos="2784"/>
        <p:guide pos="2880"/>
        <p:guide pos="719"/>
        <p:guide pos="5257"/>
        <p:guide pos="5041"/>
        <p:guide pos="4608"/>
        <p:guide pos="2988"/>
        <p:guide pos="395"/>
        <p:guide pos="5365"/>
      </p:guideLst>
    </p:cSldViewPr>
  </p:slideViewPr>
  <p:notesTextViewPr>
    <p:cViewPr>
      <p:scale>
        <a:sx n="1" d="1"/>
        <a:sy n="1" d="1"/>
      </p:scale>
      <p:origin x="0" y="0"/>
    </p:cViewPr>
  </p:notesTextViewPr>
  <p:notesViewPr>
    <p:cSldViewPr>
      <p:cViewPr varScale="1">
        <p:scale>
          <a:sx n="76" d="100"/>
          <a:sy n="76" d="100"/>
        </p:scale>
        <p:origin x="1680"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07" Type="http://schemas.openxmlformats.org/officeDocument/2006/relationships/viewProps" Target="viewProps.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slide" Target="slides/slide71.xml"/><Relationship Id="rId79" Type="http://schemas.openxmlformats.org/officeDocument/2006/relationships/slide" Target="slides/slide76.xml"/><Relationship Id="rId87" Type="http://schemas.openxmlformats.org/officeDocument/2006/relationships/slide" Target="slides/slide84.xml"/><Relationship Id="rId102" Type="http://schemas.openxmlformats.org/officeDocument/2006/relationships/slide" Target="slides/slide99.xml"/><Relationship Id="rId5" Type="http://schemas.openxmlformats.org/officeDocument/2006/relationships/slide" Target="slides/slide2.xml"/><Relationship Id="rId61" Type="http://schemas.openxmlformats.org/officeDocument/2006/relationships/slide" Target="slides/slide58.xml"/><Relationship Id="rId82" Type="http://schemas.openxmlformats.org/officeDocument/2006/relationships/slide" Target="slides/slide79.xml"/><Relationship Id="rId90" Type="http://schemas.openxmlformats.org/officeDocument/2006/relationships/slide" Target="slides/slide87.xml"/><Relationship Id="rId95" Type="http://schemas.openxmlformats.org/officeDocument/2006/relationships/slide" Target="slides/slide92.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handoutMaster" Target="handoutMasters/handoutMaster1.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slide" Target="slides/slide82.xml"/><Relationship Id="rId93" Type="http://schemas.openxmlformats.org/officeDocument/2006/relationships/slide" Target="slides/slide90.xml"/><Relationship Id="rId98" Type="http://schemas.openxmlformats.org/officeDocument/2006/relationships/slide" Target="slides/slide9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103" Type="http://schemas.openxmlformats.org/officeDocument/2006/relationships/slide" Target="slides/slide100.xml"/><Relationship Id="rId108" Type="http://schemas.openxmlformats.org/officeDocument/2006/relationships/theme" Target="theme/theme1.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6" Type="http://schemas.openxmlformats.org/officeDocument/2006/relationships/presProps" Target="presProp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tableStyles" Target="tableStyles.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notesMaster" Target="notesMasters/notesMaster1.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04A8D02-4E65-4CCD-8312-4AB164C6C77D}" type="datetimeFigureOut">
              <a:rPr lang="en-US"/>
              <a:t>10/8/2025</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C119DBA-4540-49B3-8FA9-6259387ECF9E}" type="slidenum">
              <a:rPr/>
              <a:t>‹#›</a:t>
            </a:fld>
            <a:endParaRPr/>
          </a:p>
        </p:txBody>
      </p:sp>
    </p:spTree>
    <p:extLst>
      <p:ext uri="{BB962C8B-B14F-4D97-AF65-F5344CB8AC3E}">
        <p14:creationId xmlns:p14="http://schemas.microsoft.com/office/powerpoint/2010/main" val="35876198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7A755D9-D361-47B8-9652-3B4EA9776CE5}" type="datetimeFigureOut">
              <a:rPr lang="en-US"/>
              <a:t>10/8/2025</a:t>
            </a:fld>
            <a:endParaRP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3B36274-F2B9-4C45-BBB4-0EDF4CD651A7}" type="slidenum">
              <a:rPr/>
              <a:t>‹#›</a:t>
            </a:fld>
            <a:endParaRPr/>
          </a:p>
        </p:txBody>
      </p:sp>
    </p:spTree>
    <p:extLst>
      <p:ext uri="{BB962C8B-B14F-4D97-AF65-F5344CB8AC3E}">
        <p14:creationId xmlns:p14="http://schemas.microsoft.com/office/powerpoint/2010/main" val="21476885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3B36274-F2B9-4C45-BBB4-0EDF4CD651A7}" type="slidenum">
              <a:rPr lang="en-US" smtClean="0"/>
              <a:t>1</a:t>
            </a:fld>
            <a:endParaRPr lang="en-US"/>
          </a:p>
        </p:txBody>
      </p:sp>
    </p:spTree>
    <p:extLst>
      <p:ext uri="{BB962C8B-B14F-4D97-AF65-F5344CB8AC3E}">
        <p14:creationId xmlns:p14="http://schemas.microsoft.com/office/powerpoint/2010/main" val="5094412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D739B1A2-5F6C-A43E-7796-15B13BE933AB}"/>
              </a:ext>
            </a:extLst>
          </p:cNvPr>
          <p:cNvSpPr>
            <a:spLocks noGrp="1" noChangeArrowheads="1"/>
          </p:cNvSpPr>
          <p:nvPr>
            <p:ph type="hdr" sz="quarter"/>
          </p:nvPr>
        </p:nvSpPr>
        <p:spPr bwMode="auto"/>
        <p:txBody>
          <a:bodyPr wrap="square" numCol="1" anchor="t"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itchFamily="34" charset="0"/>
                <a:ea typeface="+mn-ea"/>
                <a:cs typeface="+mn-cs"/>
              </a:rPr>
              <a:t>Copyright © 2009 EMC Corporation. Do not Copy - All Rights Reserved.</a:t>
            </a:r>
          </a:p>
        </p:txBody>
      </p:sp>
      <p:sp>
        <p:nvSpPr>
          <p:cNvPr id="14339" name="Rectangle 2">
            <a:extLst>
              <a:ext uri="{FF2B5EF4-FFF2-40B4-BE49-F238E27FC236}">
                <a16:creationId xmlns:a16="http://schemas.microsoft.com/office/drawing/2014/main" id="{20DDF99C-53DD-FE99-990D-9F7A7EB5BFD4}"/>
              </a:ext>
            </a:extLst>
          </p:cNvPr>
          <p:cNvSpPr>
            <a:spLocks noGrp="1" noRot="1" noChangeAspect="1" noChangeArrowheads="1" noTextEdit="1"/>
          </p:cNvSpPr>
          <p:nvPr>
            <p:ph type="sldImg"/>
          </p:nvPr>
        </p:nvSpPr>
        <p:spPr bwMode="auto">
          <a:xfrm>
            <a:off x="692150" y="458788"/>
            <a:ext cx="5476875" cy="41084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40" name="Rectangle 3">
            <a:extLst>
              <a:ext uri="{FF2B5EF4-FFF2-40B4-BE49-F238E27FC236}">
                <a16:creationId xmlns:a16="http://schemas.microsoft.com/office/drawing/2014/main" id="{0CBCD00E-B56A-DC27-4E42-088BA80D63F6}"/>
              </a:ext>
            </a:extLst>
          </p:cNvPr>
          <p:cNvSpPr>
            <a:spLocks noGrp="1" noChangeAspect="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151B8443-1E46-2AC6-8DF5-675261F142E5}"/>
              </a:ext>
            </a:extLst>
          </p:cNvPr>
          <p:cNvSpPr>
            <a:spLocks noGrp="1" noChangeArrowheads="1"/>
          </p:cNvSpPr>
          <p:nvPr>
            <p:ph type="hdr" sz="quarter"/>
          </p:nvPr>
        </p:nvSpPr>
        <p:spPr bwMode="auto"/>
        <p:txBody>
          <a:bodyPr wrap="square" numCol="1" anchor="t"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itchFamily="34" charset="0"/>
                <a:ea typeface="+mn-ea"/>
                <a:cs typeface="+mn-cs"/>
              </a:rPr>
              <a:t>Copyright © 2009 EMC Corporation. Do not Copy - All Rights Reserved.</a:t>
            </a:r>
          </a:p>
        </p:txBody>
      </p:sp>
      <p:sp>
        <p:nvSpPr>
          <p:cNvPr id="16387" name="Rectangle 2">
            <a:extLst>
              <a:ext uri="{FF2B5EF4-FFF2-40B4-BE49-F238E27FC236}">
                <a16:creationId xmlns:a16="http://schemas.microsoft.com/office/drawing/2014/main" id="{4F23FBA0-04E0-726A-A874-0C1F216D722B}"/>
              </a:ext>
            </a:extLst>
          </p:cNvPr>
          <p:cNvSpPr>
            <a:spLocks noGrp="1" noRot="1" noChangeAspect="1" noChangeArrowheads="1" noTextEdit="1"/>
          </p:cNvSpPr>
          <p:nvPr>
            <p:ph type="sldImg"/>
          </p:nvPr>
        </p:nvSpPr>
        <p:spPr bwMode="auto">
          <a:xfrm>
            <a:off x="692150" y="458788"/>
            <a:ext cx="5476875" cy="41084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8" name="Rectangle 3">
            <a:extLst>
              <a:ext uri="{FF2B5EF4-FFF2-40B4-BE49-F238E27FC236}">
                <a16:creationId xmlns:a16="http://schemas.microsoft.com/office/drawing/2014/main" id="{CF8D4D26-B29E-3530-E7B8-E97F8B99A648}"/>
              </a:ext>
            </a:extLst>
          </p:cNvPr>
          <p:cNvSpPr>
            <a:spLocks noGrp="1" noChangeAspect="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ECBE162A-452A-CA60-47B0-C84CE9AC4458}"/>
              </a:ext>
            </a:extLst>
          </p:cNvPr>
          <p:cNvSpPr>
            <a:spLocks noGrp="1" noChangeArrowheads="1"/>
          </p:cNvSpPr>
          <p:nvPr>
            <p:ph type="hdr" sz="quarter"/>
          </p:nvPr>
        </p:nvSpPr>
        <p:spPr bwMode="auto"/>
        <p:txBody>
          <a:bodyPr wrap="square" numCol="1" anchor="t"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itchFamily="34" charset="0"/>
                <a:ea typeface="+mn-ea"/>
                <a:cs typeface="+mn-cs"/>
              </a:rPr>
              <a:t>Copyright © 2009 EMC Corporation. Do not Copy - All Rights Reserved.</a:t>
            </a:r>
          </a:p>
        </p:txBody>
      </p:sp>
      <p:sp>
        <p:nvSpPr>
          <p:cNvPr id="18435" name="Rectangle 2">
            <a:extLst>
              <a:ext uri="{FF2B5EF4-FFF2-40B4-BE49-F238E27FC236}">
                <a16:creationId xmlns:a16="http://schemas.microsoft.com/office/drawing/2014/main" id="{54E6352B-7419-2E74-AB88-DFB6315D2834}"/>
              </a:ext>
            </a:extLst>
          </p:cNvPr>
          <p:cNvSpPr>
            <a:spLocks noGrp="1" noRot="1" noChangeAspect="1" noChangeArrowheads="1" noTextEdit="1"/>
          </p:cNvSpPr>
          <p:nvPr>
            <p:ph type="sldImg"/>
          </p:nvPr>
        </p:nvSpPr>
        <p:spPr bwMode="auto">
          <a:xfrm>
            <a:off x="692150" y="458788"/>
            <a:ext cx="5476875" cy="41084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6" name="Rectangle 3">
            <a:extLst>
              <a:ext uri="{FF2B5EF4-FFF2-40B4-BE49-F238E27FC236}">
                <a16:creationId xmlns:a16="http://schemas.microsoft.com/office/drawing/2014/main" id="{1F046C1B-DA5D-FC94-A282-BEAFC6FEFC17}"/>
              </a:ext>
            </a:extLst>
          </p:cNvPr>
          <p:cNvSpPr>
            <a:spLocks noGrp="1" noChangeAspect="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z="1000"/>
          </a:p>
        </p:txBody>
      </p:sp>
    </p:spTree>
    <p:extLst>
      <p:ext uri="{BB962C8B-B14F-4D97-AF65-F5344CB8AC3E}">
        <p14:creationId xmlns:p14="http://schemas.microsoft.com/office/powerpoint/2010/main" val="4233545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79221064-E177-0957-4986-7376B7F481F9}"/>
              </a:ext>
            </a:extLst>
          </p:cNvPr>
          <p:cNvSpPr>
            <a:spLocks noGrp="1" noChangeArrowheads="1"/>
          </p:cNvSpPr>
          <p:nvPr>
            <p:ph type="hdr" sz="quarter"/>
          </p:nvPr>
        </p:nvSpPr>
        <p:spPr bwMode="auto"/>
        <p:txBody>
          <a:bodyPr wrap="square" numCol="1" anchor="t"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itchFamily="34" charset="0"/>
                <a:ea typeface="+mn-ea"/>
                <a:cs typeface="+mn-cs"/>
              </a:rPr>
              <a:t>Copyright © 2009 EMC Corporation. Do not Copy - All Rights Reserved.</a:t>
            </a:r>
          </a:p>
        </p:txBody>
      </p:sp>
      <p:sp>
        <p:nvSpPr>
          <p:cNvPr id="20483" name="Rectangle 2">
            <a:extLst>
              <a:ext uri="{FF2B5EF4-FFF2-40B4-BE49-F238E27FC236}">
                <a16:creationId xmlns:a16="http://schemas.microsoft.com/office/drawing/2014/main" id="{1BF151B0-B549-6FC8-A7FC-7F496C924273}"/>
              </a:ext>
            </a:extLst>
          </p:cNvPr>
          <p:cNvSpPr>
            <a:spLocks noGrp="1" noRot="1" noChangeAspect="1" noChangeArrowheads="1" noTextEdit="1"/>
          </p:cNvSpPr>
          <p:nvPr>
            <p:ph type="sldImg"/>
          </p:nvPr>
        </p:nvSpPr>
        <p:spPr bwMode="auto">
          <a:xfrm>
            <a:off x="692150" y="458788"/>
            <a:ext cx="5476875" cy="41084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4" name="Rectangle 3">
            <a:extLst>
              <a:ext uri="{FF2B5EF4-FFF2-40B4-BE49-F238E27FC236}">
                <a16:creationId xmlns:a16="http://schemas.microsoft.com/office/drawing/2014/main" id="{2E9744FC-DB90-3999-C004-B6CCAF6793D7}"/>
              </a:ext>
            </a:extLst>
          </p:cNvPr>
          <p:cNvSpPr>
            <a:spLocks noGrp="1" noChangeAspect="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108C37CE-7DBA-5C05-385B-0598FF57C7CF}"/>
              </a:ext>
            </a:extLst>
          </p:cNvPr>
          <p:cNvSpPr>
            <a:spLocks noGrp="1" noChangeArrowheads="1"/>
          </p:cNvSpPr>
          <p:nvPr>
            <p:ph type="hdr" sz="quarter"/>
          </p:nvPr>
        </p:nvSpPr>
        <p:spPr bwMode="auto"/>
        <p:txBody>
          <a:bodyPr wrap="square" numCol="1" anchor="t"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itchFamily="34" charset="0"/>
                <a:ea typeface="+mn-ea"/>
                <a:cs typeface="+mn-cs"/>
              </a:rPr>
              <a:t>Copyright © 2009 EMC Corporation. Do not Copy - All Rights Reserved.</a:t>
            </a:r>
          </a:p>
        </p:txBody>
      </p:sp>
      <p:sp>
        <p:nvSpPr>
          <p:cNvPr id="24579" name="Rectangle 2">
            <a:extLst>
              <a:ext uri="{FF2B5EF4-FFF2-40B4-BE49-F238E27FC236}">
                <a16:creationId xmlns:a16="http://schemas.microsoft.com/office/drawing/2014/main" id="{BF3A8807-EB46-C6B3-87AB-A3FD10EF7BD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80" name="Rectangle 3">
            <a:extLst>
              <a:ext uri="{FF2B5EF4-FFF2-40B4-BE49-F238E27FC236}">
                <a16:creationId xmlns:a16="http://schemas.microsoft.com/office/drawing/2014/main" id="{E05AD061-6FB0-CD8B-6E61-9B8F1C2BF452}"/>
              </a:ext>
            </a:extLst>
          </p:cNvPr>
          <p:cNvSpPr>
            <a:spLocks noGrp="1" noChangeAspect="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a:p>
        </p:txBody>
      </p:sp>
    </p:spTree>
    <p:extLst>
      <p:ext uri="{BB962C8B-B14F-4D97-AF65-F5344CB8AC3E}">
        <p14:creationId xmlns:p14="http://schemas.microsoft.com/office/powerpoint/2010/main" val="9909734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F503368A-2863-0EC9-1B02-E0ED5934E573}"/>
              </a:ext>
            </a:extLst>
          </p:cNvPr>
          <p:cNvSpPr>
            <a:spLocks noGrp="1" noChangeArrowheads="1"/>
          </p:cNvSpPr>
          <p:nvPr>
            <p:ph type="hdr" sz="quarter"/>
          </p:nvPr>
        </p:nvSpPr>
        <p:spPr bwMode="auto"/>
        <p:txBody>
          <a:bodyPr wrap="square" numCol="1" anchor="t"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itchFamily="34" charset="0"/>
                <a:ea typeface="+mn-ea"/>
                <a:cs typeface="+mn-cs"/>
              </a:rPr>
              <a:t>Copyright © 2009 EMC Corporation. Do not Copy - All Rights Reserved.</a:t>
            </a:r>
          </a:p>
        </p:txBody>
      </p:sp>
      <p:sp>
        <p:nvSpPr>
          <p:cNvPr id="22531" name="Rectangle 2">
            <a:extLst>
              <a:ext uri="{FF2B5EF4-FFF2-40B4-BE49-F238E27FC236}">
                <a16:creationId xmlns:a16="http://schemas.microsoft.com/office/drawing/2014/main" id="{1E2D50FE-BE62-AA7F-96ED-E262D912BA8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2" name="Rectangle 3">
            <a:extLst>
              <a:ext uri="{FF2B5EF4-FFF2-40B4-BE49-F238E27FC236}">
                <a16:creationId xmlns:a16="http://schemas.microsoft.com/office/drawing/2014/main" id="{1F48DB17-DA08-4D4A-F6A0-FA6777AC1320}"/>
              </a:ext>
            </a:extLst>
          </p:cNvPr>
          <p:cNvSpPr>
            <a:spLocks noGrp="1" noChangeAspect="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C6633234-BCF5-C71E-7852-35F6DAB3915A}"/>
              </a:ext>
            </a:extLst>
          </p:cNvPr>
          <p:cNvSpPr>
            <a:spLocks noGrp="1" noChangeArrowheads="1"/>
          </p:cNvSpPr>
          <p:nvPr>
            <p:ph type="hdr" sz="quarter"/>
          </p:nvPr>
        </p:nvSpPr>
        <p:spPr bwMode="auto"/>
        <p:txBody>
          <a:bodyPr wrap="square" numCol="1" anchor="t"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itchFamily="34" charset="0"/>
                <a:ea typeface="+mn-ea"/>
                <a:cs typeface="+mn-cs"/>
              </a:rPr>
              <a:t>Copyright © 2009 EMC Corporation. Do not Copy - All Rights Reserved.</a:t>
            </a:r>
          </a:p>
        </p:txBody>
      </p:sp>
      <p:sp>
        <p:nvSpPr>
          <p:cNvPr id="26627" name="Rectangle 4">
            <a:extLst>
              <a:ext uri="{FF2B5EF4-FFF2-40B4-BE49-F238E27FC236}">
                <a16:creationId xmlns:a16="http://schemas.microsoft.com/office/drawing/2014/main" id="{E24F683C-2EB7-828C-0D25-6B92B34A09E8}"/>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8" name="Rectangle 5">
            <a:extLst>
              <a:ext uri="{FF2B5EF4-FFF2-40B4-BE49-F238E27FC236}">
                <a16:creationId xmlns:a16="http://schemas.microsoft.com/office/drawing/2014/main" id="{2AD376AD-A23B-9C9B-EF93-F9240485A8A7}"/>
              </a:ext>
            </a:extLst>
          </p:cNvPr>
          <p:cNvSpPr>
            <a:spLocks noGrp="1" noChangeAspect="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8DA7F7D7-B34A-00DC-C992-F0C41CB8026A}"/>
              </a:ext>
            </a:extLst>
          </p:cNvPr>
          <p:cNvSpPr>
            <a:spLocks noGrp="1" noChangeArrowheads="1"/>
          </p:cNvSpPr>
          <p:nvPr>
            <p:ph type="hdr" sz="quarter"/>
          </p:nvPr>
        </p:nvSpPr>
        <p:spPr bwMode="auto"/>
        <p:txBody>
          <a:bodyPr wrap="square" numCol="1" anchor="t"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itchFamily="34" charset="0"/>
                <a:ea typeface="+mn-ea"/>
                <a:cs typeface="+mn-cs"/>
              </a:rPr>
              <a:t>Copyright © 2009 EMC Corporation. Do not Copy - All Rights Reserved.</a:t>
            </a:r>
          </a:p>
        </p:txBody>
      </p:sp>
      <p:sp>
        <p:nvSpPr>
          <p:cNvPr id="28675" name="Rectangle 4">
            <a:extLst>
              <a:ext uri="{FF2B5EF4-FFF2-40B4-BE49-F238E27FC236}">
                <a16:creationId xmlns:a16="http://schemas.microsoft.com/office/drawing/2014/main" id="{6E32EEDA-8A7B-73CB-96B9-A696BF5DBA4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6" name="Rectangle 5">
            <a:extLst>
              <a:ext uri="{FF2B5EF4-FFF2-40B4-BE49-F238E27FC236}">
                <a16:creationId xmlns:a16="http://schemas.microsoft.com/office/drawing/2014/main" id="{45081547-EF68-7780-DAB8-1A8815C8FF7A}"/>
              </a:ext>
            </a:extLst>
          </p:cNvPr>
          <p:cNvSpPr>
            <a:spLocks noGrp="1" noChangeAspect="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lnSpc>
                <a:spcPct val="90000"/>
              </a:lnSpc>
              <a:spcBef>
                <a:spcPct val="0"/>
              </a:spcBef>
            </a:pPr>
            <a:endParaRPr lang="en-IN" altLang="en-US" sz="9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7200A31B-A05B-6FCD-3C9F-1D0E4192604C}"/>
              </a:ext>
            </a:extLst>
          </p:cNvPr>
          <p:cNvSpPr>
            <a:spLocks noGrp="1" noChangeArrowheads="1"/>
          </p:cNvSpPr>
          <p:nvPr>
            <p:ph type="hdr" sz="quarter"/>
          </p:nvPr>
        </p:nvSpPr>
        <p:spPr bwMode="auto"/>
        <p:txBody>
          <a:bodyPr wrap="square" numCol="1" anchor="t"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itchFamily="34" charset="0"/>
                <a:ea typeface="+mn-ea"/>
                <a:cs typeface="+mn-cs"/>
              </a:rPr>
              <a:t>Copyright © 2009 EMC Corporation. Do not Copy - All Rights Reserved.</a:t>
            </a:r>
          </a:p>
        </p:txBody>
      </p:sp>
      <p:sp>
        <p:nvSpPr>
          <p:cNvPr id="30723" name="Rectangle 4">
            <a:extLst>
              <a:ext uri="{FF2B5EF4-FFF2-40B4-BE49-F238E27FC236}">
                <a16:creationId xmlns:a16="http://schemas.microsoft.com/office/drawing/2014/main" id="{3A0F09EB-AAB6-A466-6EEA-F0B177EE92F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4" name="Rectangle 5">
            <a:extLst>
              <a:ext uri="{FF2B5EF4-FFF2-40B4-BE49-F238E27FC236}">
                <a16:creationId xmlns:a16="http://schemas.microsoft.com/office/drawing/2014/main" id="{31373B14-D840-688A-821F-DD5580F33800}"/>
              </a:ext>
            </a:extLst>
          </p:cNvPr>
          <p:cNvSpPr>
            <a:spLocks noGrp="1" noChangeAspect="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z="9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E392CCEB-34DC-E0AA-1A03-ABA61D728FF5}"/>
              </a:ext>
            </a:extLst>
          </p:cNvPr>
          <p:cNvSpPr>
            <a:spLocks noGrp="1" noChangeArrowheads="1"/>
          </p:cNvSpPr>
          <p:nvPr>
            <p:ph type="hdr" sz="quarter"/>
          </p:nvPr>
        </p:nvSpPr>
        <p:spPr bwMode="auto"/>
        <p:txBody>
          <a:bodyPr wrap="square" numCol="1" anchor="t"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itchFamily="34" charset="0"/>
                <a:ea typeface="+mn-ea"/>
                <a:cs typeface="+mn-cs"/>
              </a:rPr>
              <a:t>Copyright © 2009 EMC Corporation. Do not Copy - All Rights Reserved.</a:t>
            </a:r>
          </a:p>
        </p:txBody>
      </p:sp>
      <p:sp>
        <p:nvSpPr>
          <p:cNvPr id="32771" name="Rectangle 2">
            <a:extLst>
              <a:ext uri="{FF2B5EF4-FFF2-40B4-BE49-F238E27FC236}">
                <a16:creationId xmlns:a16="http://schemas.microsoft.com/office/drawing/2014/main" id="{136926FC-B703-4989-CDE2-40A41FD7867A}"/>
              </a:ext>
            </a:extLst>
          </p:cNvPr>
          <p:cNvSpPr>
            <a:spLocks noGrp="1" noRot="1" noChangeAspect="1" noChangeArrowheads="1" noTextEdit="1"/>
          </p:cNvSpPr>
          <p:nvPr>
            <p:ph type="sldImg"/>
          </p:nvPr>
        </p:nvSpPr>
        <p:spPr bwMode="auto">
          <a:xfrm>
            <a:off x="692150" y="458788"/>
            <a:ext cx="5476875" cy="41084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2" name="Rectangle 3">
            <a:extLst>
              <a:ext uri="{FF2B5EF4-FFF2-40B4-BE49-F238E27FC236}">
                <a16:creationId xmlns:a16="http://schemas.microsoft.com/office/drawing/2014/main" id="{7507C462-1915-5FB6-47A4-F2D06560787A}"/>
              </a:ext>
            </a:extLst>
          </p:cNvPr>
          <p:cNvSpPr>
            <a:spLocks noGrp="1" noChangeAspect="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CA7FE642-E21E-38A7-7653-B6A6D84C31C7}"/>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Copyright © 2009 EMC Corporation. Do not Copy - All Rights Reserved.</a:t>
            </a:r>
          </a:p>
        </p:txBody>
      </p:sp>
      <p:sp>
        <p:nvSpPr>
          <p:cNvPr id="33795" name="Rectangle 6">
            <a:extLst>
              <a:ext uri="{FF2B5EF4-FFF2-40B4-BE49-F238E27FC236}">
                <a16:creationId xmlns:a16="http://schemas.microsoft.com/office/drawing/2014/main" id="{24D989AB-C403-9FAD-45BA-FDAD7C09840D}"/>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Data Protection: RAID</a:t>
            </a:r>
          </a:p>
        </p:txBody>
      </p:sp>
      <p:sp>
        <p:nvSpPr>
          <p:cNvPr id="33796" name="Rectangle 7">
            <a:extLst>
              <a:ext uri="{FF2B5EF4-FFF2-40B4-BE49-F238E27FC236}">
                <a16:creationId xmlns:a16="http://schemas.microsoft.com/office/drawing/2014/main" id="{C5FA46A2-E197-D365-61E2-638F17F582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a:t>
            </a:r>
            <a:fld id="{8289DD1B-9D66-4038-9640-1B91D75E27AA}" type="slidenum">
              <a:rPr kumimoji="0" lang="en-US" altLang="en-US" sz="8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l" defTabSz="914400" rtl="0" eaLnBrk="1" fontAlgn="base" latinLnBrk="0" hangingPunct="1">
                <a:lnSpc>
                  <a:spcPct val="100000"/>
                </a:lnSpc>
                <a:spcBef>
                  <a:spcPct val="0"/>
                </a:spcBef>
                <a:spcAft>
                  <a:spcPct val="0"/>
                </a:spcAft>
                <a:buClrTx/>
                <a:buSzTx/>
                <a:buFontTx/>
                <a:buNone/>
                <a:tabLst/>
                <a:defRPr/>
              </a:pPr>
              <a:t>49</a:t>
            </a:fld>
            <a:endParaRPr kumimoji="0" lang="en-US" alt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3797" name="Rectangle 2">
            <a:extLst>
              <a:ext uri="{FF2B5EF4-FFF2-40B4-BE49-F238E27FC236}">
                <a16:creationId xmlns:a16="http://schemas.microsoft.com/office/drawing/2014/main" id="{89E031DE-FBC4-F699-2763-337AE5F100A0}"/>
              </a:ext>
            </a:extLst>
          </p:cNvPr>
          <p:cNvSpPr>
            <a:spLocks noGrp="1" noRot="1" noChangeAspect="1" noChangeArrowheads="1" noTextEdit="1"/>
          </p:cNvSpPr>
          <p:nvPr>
            <p:ph type="sldImg"/>
          </p:nvPr>
        </p:nvSpPr>
        <p:spPr>
          <a:ln/>
        </p:spPr>
      </p:sp>
      <p:sp>
        <p:nvSpPr>
          <p:cNvPr id="33798" name="Rectangle 3">
            <a:extLst>
              <a:ext uri="{FF2B5EF4-FFF2-40B4-BE49-F238E27FC236}">
                <a16:creationId xmlns:a16="http://schemas.microsoft.com/office/drawing/2014/main" id="{08157A79-A4F0-88E9-1F8F-3D34577BC7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5E4A9704-1230-FCD5-D709-A24425DEABA3}"/>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Copyright © 2009 EMC Corporation. Do not Copy - All Rights Reserved.</a:t>
            </a:r>
          </a:p>
        </p:txBody>
      </p:sp>
      <p:sp>
        <p:nvSpPr>
          <p:cNvPr id="35843" name="Rectangle 6">
            <a:extLst>
              <a:ext uri="{FF2B5EF4-FFF2-40B4-BE49-F238E27FC236}">
                <a16:creationId xmlns:a16="http://schemas.microsoft.com/office/drawing/2014/main" id="{454B4B6F-0932-71E8-6187-B51EEAFB8ECB}"/>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Data Protection: RAID</a:t>
            </a:r>
          </a:p>
        </p:txBody>
      </p:sp>
      <p:sp>
        <p:nvSpPr>
          <p:cNvPr id="35844" name="Rectangle 7">
            <a:extLst>
              <a:ext uri="{FF2B5EF4-FFF2-40B4-BE49-F238E27FC236}">
                <a16:creationId xmlns:a16="http://schemas.microsoft.com/office/drawing/2014/main" id="{03EBB296-776C-958D-1A5F-C3AE47D24E0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a:t>
            </a:r>
            <a:fld id="{AF80453A-7EB4-4176-95D6-1EB80B8D1450}" type="slidenum">
              <a:rPr kumimoji="0" lang="en-US" altLang="en-US" sz="8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l" defTabSz="914400" rtl="0" eaLnBrk="1" fontAlgn="base" latinLnBrk="0" hangingPunct="1">
                <a:lnSpc>
                  <a:spcPct val="100000"/>
                </a:lnSpc>
                <a:spcBef>
                  <a:spcPct val="0"/>
                </a:spcBef>
                <a:spcAft>
                  <a:spcPct val="0"/>
                </a:spcAft>
                <a:buClrTx/>
                <a:buSzTx/>
                <a:buFontTx/>
                <a:buNone/>
                <a:tabLst/>
                <a:defRPr/>
              </a:pPr>
              <a:t>50</a:t>
            </a:fld>
            <a:endParaRPr kumimoji="0" lang="en-US" alt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5845" name="Rectangle 2">
            <a:extLst>
              <a:ext uri="{FF2B5EF4-FFF2-40B4-BE49-F238E27FC236}">
                <a16:creationId xmlns:a16="http://schemas.microsoft.com/office/drawing/2014/main" id="{9801FA3F-EEDD-4F69-2143-E2B2A10A9BEB}"/>
              </a:ext>
            </a:extLst>
          </p:cNvPr>
          <p:cNvSpPr>
            <a:spLocks noGrp="1" noRot="1" noChangeAspect="1" noChangeArrowheads="1" noTextEdit="1"/>
          </p:cNvSpPr>
          <p:nvPr>
            <p:ph type="sldImg"/>
          </p:nvPr>
        </p:nvSpPr>
        <p:spPr>
          <a:xfrm>
            <a:off x="688975" y="457200"/>
            <a:ext cx="5480050" cy="4110038"/>
          </a:xfrm>
          <a:ln/>
        </p:spPr>
      </p:sp>
      <p:sp>
        <p:nvSpPr>
          <p:cNvPr id="35846" name="Rectangle 3">
            <a:extLst>
              <a:ext uri="{FF2B5EF4-FFF2-40B4-BE49-F238E27FC236}">
                <a16:creationId xmlns:a16="http://schemas.microsoft.com/office/drawing/2014/main" id="{801FD151-C2F6-1C28-B206-B59FE186A682}"/>
              </a:ext>
            </a:extLst>
          </p:cNvPr>
          <p:cNvSpPr>
            <a:spLocks noGrp="1" noChangeArrowheads="1"/>
          </p:cNvSpPr>
          <p:nvPr>
            <p:ph type="body" idx="1"/>
          </p:nvPr>
        </p:nvSpPr>
        <p:spPr>
          <a:xfrm>
            <a:off x="374650" y="4686300"/>
            <a:ext cx="6110288" cy="40036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9E7590B6-6FEA-802E-0804-FB774A5B4485}"/>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Copyright © 2009 EMC Corporation. Do not Copy - All Rights Reserved.</a:t>
            </a:r>
          </a:p>
        </p:txBody>
      </p:sp>
      <p:sp>
        <p:nvSpPr>
          <p:cNvPr id="36867" name="Rectangle 6">
            <a:extLst>
              <a:ext uri="{FF2B5EF4-FFF2-40B4-BE49-F238E27FC236}">
                <a16:creationId xmlns:a16="http://schemas.microsoft.com/office/drawing/2014/main" id="{F2DCEE31-BEDA-49F2-70C7-70E73B452271}"/>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Data Protection: RAID</a:t>
            </a:r>
          </a:p>
        </p:txBody>
      </p:sp>
      <p:sp>
        <p:nvSpPr>
          <p:cNvPr id="36868" name="Rectangle 7">
            <a:extLst>
              <a:ext uri="{FF2B5EF4-FFF2-40B4-BE49-F238E27FC236}">
                <a16:creationId xmlns:a16="http://schemas.microsoft.com/office/drawing/2014/main" id="{0A0AA5D9-2C58-2FD6-4EAF-D934244C57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a:t>
            </a:r>
            <a:fld id="{4278F6DE-FB92-45A6-84B1-7066276B59DD}" type="slidenum">
              <a:rPr kumimoji="0" lang="en-US" altLang="en-US" sz="8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l" defTabSz="914400" rtl="0" eaLnBrk="1" fontAlgn="base" latinLnBrk="0" hangingPunct="1">
                <a:lnSpc>
                  <a:spcPct val="100000"/>
                </a:lnSpc>
                <a:spcBef>
                  <a:spcPct val="0"/>
                </a:spcBef>
                <a:spcAft>
                  <a:spcPct val="0"/>
                </a:spcAft>
                <a:buClrTx/>
                <a:buSzTx/>
                <a:buFontTx/>
                <a:buNone/>
                <a:tabLst/>
                <a:defRPr/>
              </a:pPr>
              <a:t>51</a:t>
            </a:fld>
            <a:endParaRPr kumimoji="0" lang="en-US" alt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6869" name="Rectangle 2">
            <a:extLst>
              <a:ext uri="{FF2B5EF4-FFF2-40B4-BE49-F238E27FC236}">
                <a16:creationId xmlns:a16="http://schemas.microsoft.com/office/drawing/2014/main" id="{A258E4C6-98B0-B1B2-95A3-F7C08B85598E}"/>
              </a:ext>
            </a:extLst>
          </p:cNvPr>
          <p:cNvSpPr>
            <a:spLocks noGrp="1" noRot="1" noChangeAspect="1" noChangeArrowheads="1" noTextEdit="1"/>
          </p:cNvSpPr>
          <p:nvPr>
            <p:ph type="sldImg"/>
          </p:nvPr>
        </p:nvSpPr>
        <p:spPr>
          <a:xfrm>
            <a:off x="688975" y="457200"/>
            <a:ext cx="5480050" cy="4110038"/>
          </a:xfrm>
          <a:ln/>
        </p:spPr>
      </p:sp>
      <p:sp>
        <p:nvSpPr>
          <p:cNvPr id="36870" name="Rectangle 3">
            <a:extLst>
              <a:ext uri="{FF2B5EF4-FFF2-40B4-BE49-F238E27FC236}">
                <a16:creationId xmlns:a16="http://schemas.microsoft.com/office/drawing/2014/main" id="{56E671BB-1FE1-F1E9-BB18-16C688F286F6}"/>
              </a:ext>
            </a:extLst>
          </p:cNvPr>
          <p:cNvSpPr>
            <a:spLocks noGrp="1" noChangeArrowheads="1"/>
          </p:cNvSpPr>
          <p:nvPr>
            <p:ph type="body" idx="1"/>
          </p:nvPr>
        </p:nvSpPr>
        <p:spPr>
          <a:xfrm>
            <a:off x="374650" y="4724400"/>
            <a:ext cx="6110288" cy="40036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DA7CA95A-939A-A599-0C07-627B452F8D01}"/>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Copyright © 2009 EMC Corporation. Do not Copy - All Rights Reserved.</a:t>
            </a:r>
          </a:p>
        </p:txBody>
      </p:sp>
      <p:sp>
        <p:nvSpPr>
          <p:cNvPr id="37891" name="Rectangle 6">
            <a:extLst>
              <a:ext uri="{FF2B5EF4-FFF2-40B4-BE49-F238E27FC236}">
                <a16:creationId xmlns:a16="http://schemas.microsoft.com/office/drawing/2014/main" id="{99D52B1C-8CD2-2843-85A3-CCA2D26A09E3}"/>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Data Protection: RAID</a:t>
            </a:r>
          </a:p>
        </p:txBody>
      </p:sp>
      <p:sp>
        <p:nvSpPr>
          <p:cNvPr id="37892" name="Rectangle 7">
            <a:extLst>
              <a:ext uri="{FF2B5EF4-FFF2-40B4-BE49-F238E27FC236}">
                <a16:creationId xmlns:a16="http://schemas.microsoft.com/office/drawing/2014/main" id="{F913B78C-6B6C-B6B8-092B-97A0D7D11D8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a:t>
            </a:r>
            <a:fld id="{929CD580-DB7E-4A7A-86B3-41E3723D2D7F}" type="slidenum">
              <a:rPr kumimoji="0" lang="en-US" altLang="en-US" sz="8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l" defTabSz="914400" rtl="0" eaLnBrk="1" fontAlgn="base" latinLnBrk="0" hangingPunct="1">
                <a:lnSpc>
                  <a:spcPct val="100000"/>
                </a:lnSpc>
                <a:spcBef>
                  <a:spcPct val="0"/>
                </a:spcBef>
                <a:spcAft>
                  <a:spcPct val="0"/>
                </a:spcAft>
                <a:buClrTx/>
                <a:buSzTx/>
                <a:buFontTx/>
                <a:buNone/>
                <a:tabLst/>
                <a:defRPr/>
              </a:pPr>
              <a:t>52</a:t>
            </a:fld>
            <a:endParaRPr kumimoji="0" lang="en-US" alt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7893" name="Rectangle 2">
            <a:extLst>
              <a:ext uri="{FF2B5EF4-FFF2-40B4-BE49-F238E27FC236}">
                <a16:creationId xmlns:a16="http://schemas.microsoft.com/office/drawing/2014/main" id="{205D8B23-A2EC-A6EF-DB00-34BECD09C0E1}"/>
              </a:ext>
            </a:extLst>
          </p:cNvPr>
          <p:cNvSpPr>
            <a:spLocks noGrp="1" noRot="1" noChangeAspect="1" noChangeArrowheads="1" noTextEdit="1"/>
          </p:cNvSpPr>
          <p:nvPr>
            <p:ph type="sldImg"/>
          </p:nvPr>
        </p:nvSpPr>
        <p:spPr>
          <a:xfrm>
            <a:off x="688975" y="457200"/>
            <a:ext cx="5480050" cy="4110038"/>
          </a:xfrm>
          <a:ln/>
        </p:spPr>
      </p:sp>
      <p:sp>
        <p:nvSpPr>
          <p:cNvPr id="37894" name="Rectangle 3">
            <a:extLst>
              <a:ext uri="{FF2B5EF4-FFF2-40B4-BE49-F238E27FC236}">
                <a16:creationId xmlns:a16="http://schemas.microsoft.com/office/drawing/2014/main" id="{4AD5E9FE-FDB7-BB0A-1703-3989E961FAC4}"/>
              </a:ext>
            </a:extLst>
          </p:cNvPr>
          <p:cNvSpPr>
            <a:spLocks noGrp="1" noChangeArrowheads="1"/>
          </p:cNvSpPr>
          <p:nvPr>
            <p:ph type="body" idx="1"/>
          </p:nvPr>
        </p:nvSpPr>
        <p:spPr>
          <a:xfrm>
            <a:off x="374650" y="4686300"/>
            <a:ext cx="6110288" cy="40036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E7B24006-D9DE-417D-9080-9B20522799E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6625">
              <a:defRPr>
                <a:solidFill>
                  <a:schemeClr val="tx1"/>
                </a:solidFill>
                <a:latin typeface="Arial" panose="020B0604020202020204" pitchFamily="34" charset="0"/>
              </a:defRPr>
            </a:lvl1pPr>
            <a:lvl2pPr marL="742950" indent="-285750" defTabSz="936625">
              <a:defRPr>
                <a:solidFill>
                  <a:schemeClr val="tx1"/>
                </a:solidFill>
                <a:latin typeface="Arial" panose="020B0604020202020204" pitchFamily="34" charset="0"/>
              </a:defRPr>
            </a:lvl2pPr>
            <a:lvl3pPr marL="1143000" indent="-228600" defTabSz="936625">
              <a:defRPr>
                <a:solidFill>
                  <a:schemeClr val="tx1"/>
                </a:solidFill>
                <a:latin typeface="Arial" panose="020B0604020202020204" pitchFamily="34" charset="0"/>
              </a:defRPr>
            </a:lvl3pPr>
            <a:lvl4pPr marL="1600200" indent="-228600" defTabSz="936625">
              <a:defRPr>
                <a:solidFill>
                  <a:schemeClr val="tx1"/>
                </a:solidFill>
                <a:latin typeface="Arial" panose="020B0604020202020204" pitchFamily="34" charset="0"/>
              </a:defRPr>
            </a:lvl4pPr>
            <a:lvl5pPr marL="2057400" indent="-228600" defTabSz="936625">
              <a:defRPr>
                <a:solidFill>
                  <a:schemeClr val="tx1"/>
                </a:solidFill>
                <a:latin typeface="Arial" panose="020B0604020202020204" pitchFamily="34" charset="0"/>
              </a:defRPr>
            </a:lvl5pPr>
            <a:lvl6pPr marL="2514600" indent="-228600" algn="ctr" defTabSz="936625" eaLnBrk="0" fontAlgn="base" hangingPunct="0">
              <a:spcBef>
                <a:spcPct val="10000"/>
              </a:spcBef>
              <a:spcAft>
                <a:spcPct val="0"/>
              </a:spcAft>
              <a:defRPr>
                <a:solidFill>
                  <a:schemeClr val="tx1"/>
                </a:solidFill>
                <a:latin typeface="Arial" panose="020B0604020202020204" pitchFamily="34" charset="0"/>
              </a:defRPr>
            </a:lvl6pPr>
            <a:lvl7pPr marL="2971800" indent="-228600" algn="ctr" defTabSz="936625" eaLnBrk="0" fontAlgn="base" hangingPunct="0">
              <a:spcBef>
                <a:spcPct val="10000"/>
              </a:spcBef>
              <a:spcAft>
                <a:spcPct val="0"/>
              </a:spcAft>
              <a:defRPr>
                <a:solidFill>
                  <a:schemeClr val="tx1"/>
                </a:solidFill>
                <a:latin typeface="Arial" panose="020B0604020202020204" pitchFamily="34" charset="0"/>
              </a:defRPr>
            </a:lvl7pPr>
            <a:lvl8pPr marL="3429000" indent="-228600" algn="ctr" defTabSz="936625" eaLnBrk="0" fontAlgn="base" hangingPunct="0">
              <a:spcBef>
                <a:spcPct val="10000"/>
              </a:spcBef>
              <a:spcAft>
                <a:spcPct val="0"/>
              </a:spcAft>
              <a:defRPr>
                <a:solidFill>
                  <a:schemeClr val="tx1"/>
                </a:solidFill>
                <a:latin typeface="Arial" panose="020B0604020202020204" pitchFamily="34" charset="0"/>
              </a:defRPr>
            </a:lvl8pPr>
            <a:lvl9pPr marL="3886200" indent="-228600" algn="ctr" defTabSz="936625" eaLnBrk="0" fontAlgn="base" hangingPunct="0">
              <a:spcBef>
                <a:spcPct val="10000"/>
              </a:spcBef>
              <a:spcAft>
                <a:spcPct val="0"/>
              </a:spcAft>
              <a:defRPr>
                <a:solidFill>
                  <a:schemeClr val="tx1"/>
                </a:solidFill>
                <a:latin typeface="Arial" panose="020B0604020202020204" pitchFamily="34" charset="0"/>
              </a:defRPr>
            </a:lvl9pPr>
          </a:lstStyle>
          <a:p>
            <a:fld id="{E19DDE05-8C65-4570-9DCC-D1886F0C8B1A}" type="slidenum">
              <a:rPr lang="en-US" altLang="en-US">
                <a:latin typeface="Times New Roman" panose="02020603050405020304" pitchFamily="18" charset="0"/>
              </a:rPr>
              <a:pPr/>
              <a:t>53</a:t>
            </a:fld>
            <a:endParaRPr lang="en-US" altLang="en-US">
              <a:latin typeface="Times New Roman" panose="02020603050405020304" pitchFamily="18" charset="0"/>
            </a:endParaRPr>
          </a:p>
        </p:txBody>
      </p:sp>
      <p:sp>
        <p:nvSpPr>
          <p:cNvPr id="20483" name="Rectangle 2">
            <a:extLst>
              <a:ext uri="{FF2B5EF4-FFF2-40B4-BE49-F238E27FC236}">
                <a16:creationId xmlns:a16="http://schemas.microsoft.com/office/drawing/2014/main" id="{1C4E0260-5D6E-34C7-20BD-60E7D9BA0422}"/>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22AFC931-9C81-1175-CC0A-D506D8D68E0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1375306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BFC9DEED-0336-F0AA-F63F-1FD50A226842}"/>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Copyright © 2009 EMC Corporation. Do not Copy - All Rights Reserved.</a:t>
            </a:r>
          </a:p>
        </p:txBody>
      </p:sp>
      <p:sp>
        <p:nvSpPr>
          <p:cNvPr id="39939" name="Rectangle 6">
            <a:extLst>
              <a:ext uri="{FF2B5EF4-FFF2-40B4-BE49-F238E27FC236}">
                <a16:creationId xmlns:a16="http://schemas.microsoft.com/office/drawing/2014/main" id="{8AA6402D-A80D-D6DC-04E6-F99DE32B78EB}"/>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Data Protection: RAID</a:t>
            </a:r>
          </a:p>
        </p:txBody>
      </p:sp>
      <p:sp>
        <p:nvSpPr>
          <p:cNvPr id="39940" name="Rectangle 7">
            <a:extLst>
              <a:ext uri="{FF2B5EF4-FFF2-40B4-BE49-F238E27FC236}">
                <a16:creationId xmlns:a16="http://schemas.microsoft.com/office/drawing/2014/main" id="{C8F4A72B-7ABD-1944-4F08-9FF41DF5AAB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a:t>
            </a:r>
            <a:fld id="{4B6A07A4-3A27-4561-A16B-33B8D7D41647}" type="slidenum">
              <a:rPr kumimoji="0" lang="en-US" altLang="en-US" sz="8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l" defTabSz="914400" rtl="0" eaLnBrk="1" fontAlgn="base" latinLnBrk="0" hangingPunct="1">
                <a:lnSpc>
                  <a:spcPct val="100000"/>
                </a:lnSpc>
                <a:spcBef>
                  <a:spcPct val="0"/>
                </a:spcBef>
                <a:spcAft>
                  <a:spcPct val="0"/>
                </a:spcAft>
                <a:buClrTx/>
                <a:buSzTx/>
                <a:buFontTx/>
                <a:buNone/>
                <a:tabLst/>
                <a:defRPr/>
              </a:pPr>
              <a:t>55</a:t>
            </a:fld>
            <a:endParaRPr kumimoji="0" lang="en-US" alt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9941" name="Rectangle 2">
            <a:extLst>
              <a:ext uri="{FF2B5EF4-FFF2-40B4-BE49-F238E27FC236}">
                <a16:creationId xmlns:a16="http://schemas.microsoft.com/office/drawing/2014/main" id="{49596949-18A5-92C2-C171-171922ED77DF}"/>
              </a:ext>
            </a:extLst>
          </p:cNvPr>
          <p:cNvSpPr>
            <a:spLocks noGrp="1" noRot="1" noChangeAspect="1" noChangeArrowheads="1" noTextEdit="1"/>
          </p:cNvSpPr>
          <p:nvPr>
            <p:ph type="sldImg"/>
          </p:nvPr>
        </p:nvSpPr>
        <p:spPr>
          <a:xfrm>
            <a:off x="688975" y="457200"/>
            <a:ext cx="5480050" cy="4110038"/>
          </a:xfrm>
          <a:ln/>
        </p:spPr>
      </p:sp>
      <p:sp>
        <p:nvSpPr>
          <p:cNvPr id="39942" name="Rectangle 3">
            <a:extLst>
              <a:ext uri="{FF2B5EF4-FFF2-40B4-BE49-F238E27FC236}">
                <a16:creationId xmlns:a16="http://schemas.microsoft.com/office/drawing/2014/main" id="{5F500191-4AFC-523C-148C-E21523951785}"/>
              </a:ext>
            </a:extLst>
          </p:cNvPr>
          <p:cNvSpPr>
            <a:spLocks noGrp="1" noChangeArrowheads="1"/>
          </p:cNvSpPr>
          <p:nvPr>
            <p:ph type="body" idx="1"/>
          </p:nvPr>
        </p:nvSpPr>
        <p:spPr>
          <a:xfrm>
            <a:off x="374650" y="4686300"/>
            <a:ext cx="6110288" cy="40036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8CDEE081-3C53-B43D-0BD0-BA9AC49085AB}"/>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Copyright © 2009 EMC Corporation. Do not Copy - All Rights Reserved.</a:t>
            </a:r>
          </a:p>
        </p:txBody>
      </p:sp>
      <p:sp>
        <p:nvSpPr>
          <p:cNvPr id="40963" name="Rectangle 6">
            <a:extLst>
              <a:ext uri="{FF2B5EF4-FFF2-40B4-BE49-F238E27FC236}">
                <a16:creationId xmlns:a16="http://schemas.microsoft.com/office/drawing/2014/main" id="{30B40AFE-8A0C-79E5-D8B0-CA4A17251528}"/>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Data Protection: RAID</a:t>
            </a:r>
          </a:p>
        </p:txBody>
      </p:sp>
      <p:sp>
        <p:nvSpPr>
          <p:cNvPr id="40964" name="Rectangle 7">
            <a:extLst>
              <a:ext uri="{FF2B5EF4-FFF2-40B4-BE49-F238E27FC236}">
                <a16:creationId xmlns:a16="http://schemas.microsoft.com/office/drawing/2014/main" id="{319AD457-99D7-70DC-0BE5-299B125C447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a:t>
            </a:r>
            <a:fld id="{F711C1ED-075F-4878-818F-0C1246138EC4}" type="slidenum">
              <a:rPr kumimoji="0" lang="en-US" altLang="en-US" sz="8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l" defTabSz="914400" rtl="0" eaLnBrk="1" fontAlgn="base" latinLnBrk="0" hangingPunct="1">
                <a:lnSpc>
                  <a:spcPct val="100000"/>
                </a:lnSpc>
                <a:spcBef>
                  <a:spcPct val="0"/>
                </a:spcBef>
                <a:spcAft>
                  <a:spcPct val="0"/>
                </a:spcAft>
                <a:buClrTx/>
                <a:buSzTx/>
                <a:buFontTx/>
                <a:buNone/>
                <a:tabLst/>
                <a:defRPr/>
              </a:pPr>
              <a:t>57</a:t>
            </a:fld>
            <a:endParaRPr kumimoji="0" lang="en-US" alt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40965" name="Rectangle 2">
            <a:extLst>
              <a:ext uri="{FF2B5EF4-FFF2-40B4-BE49-F238E27FC236}">
                <a16:creationId xmlns:a16="http://schemas.microsoft.com/office/drawing/2014/main" id="{708A5F0E-5898-9AF9-9CAF-A2000C4C0D4B}"/>
              </a:ext>
            </a:extLst>
          </p:cNvPr>
          <p:cNvSpPr>
            <a:spLocks noGrp="1" noRot="1" noChangeAspect="1" noChangeArrowheads="1" noTextEdit="1"/>
          </p:cNvSpPr>
          <p:nvPr>
            <p:ph type="sldImg"/>
          </p:nvPr>
        </p:nvSpPr>
        <p:spPr>
          <a:xfrm>
            <a:off x="688975" y="457200"/>
            <a:ext cx="5480050" cy="4110038"/>
          </a:xfrm>
          <a:ln/>
        </p:spPr>
      </p:sp>
      <p:sp>
        <p:nvSpPr>
          <p:cNvPr id="40966" name="Rectangle 3">
            <a:extLst>
              <a:ext uri="{FF2B5EF4-FFF2-40B4-BE49-F238E27FC236}">
                <a16:creationId xmlns:a16="http://schemas.microsoft.com/office/drawing/2014/main" id="{EF7F5B69-2C04-2747-FB7E-36702FC1F2D9}"/>
              </a:ext>
            </a:extLst>
          </p:cNvPr>
          <p:cNvSpPr>
            <a:spLocks noGrp="1" noChangeArrowheads="1"/>
          </p:cNvSpPr>
          <p:nvPr>
            <p:ph type="body" idx="1"/>
          </p:nvPr>
        </p:nvSpPr>
        <p:spPr>
          <a:xfrm>
            <a:off x="374650" y="4686300"/>
            <a:ext cx="6110288" cy="40036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83E7077C-8441-3415-461F-4D3B435A4694}"/>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Copyright © 2009 EMC Corporation. Do not Copy - All Rights Reserved.</a:t>
            </a:r>
          </a:p>
        </p:txBody>
      </p:sp>
      <p:sp>
        <p:nvSpPr>
          <p:cNvPr id="41987" name="Rectangle 6">
            <a:extLst>
              <a:ext uri="{FF2B5EF4-FFF2-40B4-BE49-F238E27FC236}">
                <a16:creationId xmlns:a16="http://schemas.microsoft.com/office/drawing/2014/main" id="{3EF57627-C20F-A054-6B45-67A771D2D9D8}"/>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Data Protection: RAID</a:t>
            </a:r>
          </a:p>
        </p:txBody>
      </p:sp>
      <p:sp>
        <p:nvSpPr>
          <p:cNvPr id="41988" name="Rectangle 7">
            <a:extLst>
              <a:ext uri="{FF2B5EF4-FFF2-40B4-BE49-F238E27FC236}">
                <a16:creationId xmlns:a16="http://schemas.microsoft.com/office/drawing/2014/main" id="{305815BF-3F9F-1C38-C41C-EC26AAA934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a:t>
            </a:r>
            <a:fld id="{4DC25964-5871-4FF5-BA6E-2DCC4C3357AA}" type="slidenum">
              <a:rPr kumimoji="0" lang="en-US" altLang="en-US" sz="8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l" defTabSz="914400" rtl="0" eaLnBrk="1" fontAlgn="base" latinLnBrk="0" hangingPunct="1">
                <a:lnSpc>
                  <a:spcPct val="100000"/>
                </a:lnSpc>
                <a:spcBef>
                  <a:spcPct val="0"/>
                </a:spcBef>
                <a:spcAft>
                  <a:spcPct val="0"/>
                </a:spcAft>
                <a:buClrTx/>
                <a:buSzTx/>
                <a:buFontTx/>
                <a:buNone/>
                <a:tabLst/>
                <a:defRPr/>
              </a:pPr>
              <a:t>61</a:t>
            </a:fld>
            <a:endParaRPr kumimoji="0" lang="en-US" alt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41989" name="Rectangle 2">
            <a:extLst>
              <a:ext uri="{FF2B5EF4-FFF2-40B4-BE49-F238E27FC236}">
                <a16:creationId xmlns:a16="http://schemas.microsoft.com/office/drawing/2014/main" id="{839CB545-351B-F611-45C5-DFA731A78C59}"/>
              </a:ext>
            </a:extLst>
          </p:cNvPr>
          <p:cNvSpPr>
            <a:spLocks noGrp="1" noRot="1" noChangeAspect="1" noChangeArrowheads="1" noTextEdit="1"/>
          </p:cNvSpPr>
          <p:nvPr>
            <p:ph type="sldImg"/>
          </p:nvPr>
        </p:nvSpPr>
        <p:spPr>
          <a:xfrm>
            <a:off x="688975" y="457200"/>
            <a:ext cx="5480050" cy="4110038"/>
          </a:xfrm>
          <a:ln/>
        </p:spPr>
      </p:sp>
      <p:sp>
        <p:nvSpPr>
          <p:cNvPr id="41990" name="Rectangle 3">
            <a:extLst>
              <a:ext uri="{FF2B5EF4-FFF2-40B4-BE49-F238E27FC236}">
                <a16:creationId xmlns:a16="http://schemas.microsoft.com/office/drawing/2014/main" id="{2BF2CF0B-622A-47B4-309E-7C9312FE3B7C}"/>
              </a:ext>
            </a:extLst>
          </p:cNvPr>
          <p:cNvSpPr>
            <a:spLocks noGrp="1" noChangeArrowheads="1"/>
          </p:cNvSpPr>
          <p:nvPr>
            <p:ph type="body" idx="1"/>
          </p:nvPr>
        </p:nvSpPr>
        <p:spPr>
          <a:xfrm>
            <a:off x="374650" y="4686300"/>
            <a:ext cx="6110288" cy="40036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9A2401EF-43EC-60DF-DD02-3E70ABF57F07}"/>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Copyright © 2009 EMC Corporation. Do not Copy - All Rights Reserved.</a:t>
            </a:r>
          </a:p>
        </p:txBody>
      </p:sp>
      <p:sp>
        <p:nvSpPr>
          <p:cNvPr id="43011" name="Rectangle 6">
            <a:extLst>
              <a:ext uri="{FF2B5EF4-FFF2-40B4-BE49-F238E27FC236}">
                <a16:creationId xmlns:a16="http://schemas.microsoft.com/office/drawing/2014/main" id="{F41688E5-0898-4559-8E5E-19FB37A47FC7}"/>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Data Protection: RAID</a:t>
            </a:r>
          </a:p>
        </p:txBody>
      </p:sp>
      <p:sp>
        <p:nvSpPr>
          <p:cNvPr id="43012" name="Rectangle 7">
            <a:extLst>
              <a:ext uri="{FF2B5EF4-FFF2-40B4-BE49-F238E27FC236}">
                <a16:creationId xmlns:a16="http://schemas.microsoft.com/office/drawing/2014/main" id="{1D71513D-E199-8A5E-E590-E5297A77296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a:t>
            </a:r>
            <a:fld id="{E03F33BA-D2E5-46C0-A33F-86C8306C4220}" type="slidenum">
              <a:rPr kumimoji="0" lang="en-US" altLang="en-US" sz="8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l" defTabSz="914400" rtl="0" eaLnBrk="1" fontAlgn="base" latinLnBrk="0" hangingPunct="1">
                <a:lnSpc>
                  <a:spcPct val="100000"/>
                </a:lnSpc>
                <a:spcBef>
                  <a:spcPct val="0"/>
                </a:spcBef>
                <a:spcAft>
                  <a:spcPct val="0"/>
                </a:spcAft>
                <a:buClrTx/>
                <a:buSzTx/>
                <a:buFontTx/>
                <a:buNone/>
                <a:tabLst/>
                <a:defRPr/>
              </a:pPr>
              <a:t>62</a:t>
            </a:fld>
            <a:endParaRPr kumimoji="0" lang="en-US" alt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43013" name="Rectangle 2">
            <a:extLst>
              <a:ext uri="{FF2B5EF4-FFF2-40B4-BE49-F238E27FC236}">
                <a16:creationId xmlns:a16="http://schemas.microsoft.com/office/drawing/2014/main" id="{1E518AE7-FD18-1BE1-30EE-A1068A123BAC}"/>
              </a:ext>
            </a:extLst>
          </p:cNvPr>
          <p:cNvSpPr>
            <a:spLocks noGrp="1" noRot="1" noChangeAspect="1" noChangeArrowheads="1" noTextEdit="1"/>
          </p:cNvSpPr>
          <p:nvPr>
            <p:ph type="sldImg"/>
          </p:nvPr>
        </p:nvSpPr>
        <p:spPr>
          <a:xfrm>
            <a:off x="688975" y="457200"/>
            <a:ext cx="5480050" cy="4110038"/>
          </a:xfrm>
          <a:ln/>
        </p:spPr>
      </p:sp>
      <p:sp>
        <p:nvSpPr>
          <p:cNvPr id="43014" name="Rectangle 3">
            <a:extLst>
              <a:ext uri="{FF2B5EF4-FFF2-40B4-BE49-F238E27FC236}">
                <a16:creationId xmlns:a16="http://schemas.microsoft.com/office/drawing/2014/main" id="{A446A243-D3A0-867A-C672-1579F51F793B}"/>
              </a:ext>
            </a:extLst>
          </p:cNvPr>
          <p:cNvSpPr>
            <a:spLocks noGrp="1" noChangeArrowheads="1"/>
          </p:cNvSpPr>
          <p:nvPr>
            <p:ph type="body" idx="1"/>
          </p:nvPr>
        </p:nvSpPr>
        <p:spPr>
          <a:xfrm>
            <a:off x="374650" y="4686300"/>
            <a:ext cx="6110288" cy="40036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A777FB24-F33E-2435-EA17-7429D62BEA88}"/>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Copyright © 2009 EMC Corporation. Do not Copy - All Rights Reserved.</a:t>
            </a:r>
          </a:p>
        </p:txBody>
      </p:sp>
      <p:sp>
        <p:nvSpPr>
          <p:cNvPr id="44035" name="Rectangle 6">
            <a:extLst>
              <a:ext uri="{FF2B5EF4-FFF2-40B4-BE49-F238E27FC236}">
                <a16:creationId xmlns:a16="http://schemas.microsoft.com/office/drawing/2014/main" id="{C4B84107-2F4D-D99A-FCFA-207DEA49DD92}"/>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Data Protection: RAID</a:t>
            </a:r>
          </a:p>
        </p:txBody>
      </p:sp>
      <p:sp>
        <p:nvSpPr>
          <p:cNvPr id="44036" name="Rectangle 7">
            <a:extLst>
              <a:ext uri="{FF2B5EF4-FFF2-40B4-BE49-F238E27FC236}">
                <a16:creationId xmlns:a16="http://schemas.microsoft.com/office/drawing/2014/main" id="{1376DD63-2769-ADFD-A0C4-5B06068782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a:t>
            </a:r>
            <a:fld id="{338DF6AE-1304-4519-BE16-BF5CD7B61240}" type="slidenum">
              <a:rPr kumimoji="0" lang="en-US" altLang="en-US" sz="8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l" defTabSz="914400" rtl="0" eaLnBrk="1" fontAlgn="base" latinLnBrk="0" hangingPunct="1">
                <a:lnSpc>
                  <a:spcPct val="100000"/>
                </a:lnSpc>
                <a:spcBef>
                  <a:spcPct val="0"/>
                </a:spcBef>
                <a:spcAft>
                  <a:spcPct val="0"/>
                </a:spcAft>
                <a:buClrTx/>
                <a:buSzTx/>
                <a:buFontTx/>
                <a:buNone/>
                <a:tabLst/>
                <a:defRPr/>
              </a:pPr>
              <a:t>64</a:t>
            </a:fld>
            <a:endParaRPr kumimoji="0" lang="en-US" alt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44037" name="Rectangle 2">
            <a:extLst>
              <a:ext uri="{FF2B5EF4-FFF2-40B4-BE49-F238E27FC236}">
                <a16:creationId xmlns:a16="http://schemas.microsoft.com/office/drawing/2014/main" id="{7659B55E-6026-E7D4-6405-BB9D04723773}"/>
              </a:ext>
            </a:extLst>
          </p:cNvPr>
          <p:cNvSpPr>
            <a:spLocks noGrp="1" noRot="1" noChangeAspect="1" noChangeArrowheads="1" noTextEdit="1"/>
          </p:cNvSpPr>
          <p:nvPr>
            <p:ph type="sldImg"/>
          </p:nvPr>
        </p:nvSpPr>
        <p:spPr>
          <a:xfrm>
            <a:off x="688975" y="457200"/>
            <a:ext cx="5480050" cy="4110038"/>
          </a:xfrm>
          <a:ln/>
        </p:spPr>
      </p:sp>
      <p:sp>
        <p:nvSpPr>
          <p:cNvPr id="44038" name="Rectangle 3">
            <a:extLst>
              <a:ext uri="{FF2B5EF4-FFF2-40B4-BE49-F238E27FC236}">
                <a16:creationId xmlns:a16="http://schemas.microsoft.com/office/drawing/2014/main" id="{39B007B4-D579-3788-CEA8-0BB87261E6A7}"/>
              </a:ext>
            </a:extLst>
          </p:cNvPr>
          <p:cNvSpPr>
            <a:spLocks noGrp="1" noChangeArrowheads="1"/>
          </p:cNvSpPr>
          <p:nvPr>
            <p:ph type="body" idx="1"/>
          </p:nvPr>
        </p:nvSpPr>
        <p:spPr>
          <a:xfrm>
            <a:off x="374650" y="4686300"/>
            <a:ext cx="6110288" cy="40036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8E1CE2D0-3AD5-B0F3-59BD-28B78D5CBF44}"/>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Copyright © 2009 EMC Corporation. Do not Copy - All Rights Reserved.</a:t>
            </a:r>
          </a:p>
        </p:txBody>
      </p:sp>
      <p:sp>
        <p:nvSpPr>
          <p:cNvPr id="45059" name="Rectangle 6">
            <a:extLst>
              <a:ext uri="{FF2B5EF4-FFF2-40B4-BE49-F238E27FC236}">
                <a16:creationId xmlns:a16="http://schemas.microsoft.com/office/drawing/2014/main" id="{31961962-33F4-5EFA-FF23-974872338C25}"/>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Data Protection: RAID</a:t>
            </a:r>
          </a:p>
        </p:txBody>
      </p:sp>
      <p:sp>
        <p:nvSpPr>
          <p:cNvPr id="45060" name="Rectangle 7">
            <a:extLst>
              <a:ext uri="{FF2B5EF4-FFF2-40B4-BE49-F238E27FC236}">
                <a16:creationId xmlns:a16="http://schemas.microsoft.com/office/drawing/2014/main" id="{BF804469-530F-1509-7A00-D17C04B53E3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a:t>
            </a:r>
            <a:fld id="{15829887-696D-499C-BA46-2F1A83B34040}" type="slidenum">
              <a:rPr kumimoji="0" lang="en-US" altLang="en-US" sz="8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l" defTabSz="914400" rtl="0" eaLnBrk="1" fontAlgn="base" latinLnBrk="0" hangingPunct="1">
                <a:lnSpc>
                  <a:spcPct val="100000"/>
                </a:lnSpc>
                <a:spcBef>
                  <a:spcPct val="0"/>
                </a:spcBef>
                <a:spcAft>
                  <a:spcPct val="0"/>
                </a:spcAft>
                <a:buClrTx/>
                <a:buSzTx/>
                <a:buFontTx/>
                <a:buNone/>
                <a:tabLst/>
                <a:defRPr/>
              </a:pPr>
              <a:t>65</a:t>
            </a:fld>
            <a:endParaRPr kumimoji="0" lang="en-US" alt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45061" name="Rectangle 2">
            <a:extLst>
              <a:ext uri="{FF2B5EF4-FFF2-40B4-BE49-F238E27FC236}">
                <a16:creationId xmlns:a16="http://schemas.microsoft.com/office/drawing/2014/main" id="{75F0F014-E40C-1B95-C969-699A7479757A}"/>
              </a:ext>
            </a:extLst>
          </p:cNvPr>
          <p:cNvSpPr>
            <a:spLocks noGrp="1" noRot="1" noChangeAspect="1" noChangeArrowheads="1" noTextEdit="1"/>
          </p:cNvSpPr>
          <p:nvPr>
            <p:ph type="sldImg"/>
          </p:nvPr>
        </p:nvSpPr>
        <p:spPr>
          <a:xfrm>
            <a:off x="688975" y="457200"/>
            <a:ext cx="5480050" cy="4110038"/>
          </a:xfrm>
          <a:ln/>
        </p:spPr>
      </p:sp>
      <p:sp>
        <p:nvSpPr>
          <p:cNvPr id="45062" name="Rectangle 3">
            <a:extLst>
              <a:ext uri="{FF2B5EF4-FFF2-40B4-BE49-F238E27FC236}">
                <a16:creationId xmlns:a16="http://schemas.microsoft.com/office/drawing/2014/main" id="{EB8E108A-B8C2-1B7C-7253-8DE0EACCBE7A}"/>
              </a:ext>
            </a:extLst>
          </p:cNvPr>
          <p:cNvSpPr>
            <a:spLocks noGrp="1" noChangeArrowheads="1"/>
          </p:cNvSpPr>
          <p:nvPr>
            <p:ph type="body" idx="1"/>
          </p:nvPr>
        </p:nvSpPr>
        <p:spPr>
          <a:xfrm>
            <a:off x="374650" y="4686300"/>
            <a:ext cx="6110288" cy="40036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9AA9A71A-7273-47C1-0C7E-3A3C130505D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6625">
              <a:defRPr>
                <a:solidFill>
                  <a:schemeClr val="tx1"/>
                </a:solidFill>
                <a:latin typeface="Arial" panose="020B0604020202020204" pitchFamily="34" charset="0"/>
              </a:defRPr>
            </a:lvl1pPr>
            <a:lvl2pPr marL="742950" indent="-285750" defTabSz="936625">
              <a:defRPr>
                <a:solidFill>
                  <a:schemeClr val="tx1"/>
                </a:solidFill>
                <a:latin typeface="Arial" panose="020B0604020202020204" pitchFamily="34" charset="0"/>
              </a:defRPr>
            </a:lvl2pPr>
            <a:lvl3pPr marL="1143000" indent="-228600" defTabSz="936625">
              <a:defRPr>
                <a:solidFill>
                  <a:schemeClr val="tx1"/>
                </a:solidFill>
                <a:latin typeface="Arial" panose="020B0604020202020204" pitchFamily="34" charset="0"/>
              </a:defRPr>
            </a:lvl3pPr>
            <a:lvl4pPr marL="1600200" indent="-228600" defTabSz="936625">
              <a:defRPr>
                <a:solidFill>
                  <a:schemeClr val="tx1"/>
                </a:solidFill>
                <a:latin typeface="Arial" panose="020B0604020202020204" pitchFamily="34" charset="0"/>
              </a:defRPr>
            </a:lvl4pPr>
            <a:lvl5pPr marL="2057400" indent="-228600" defTabSz="936625">
              <a:defRPr>
                <a:solidFill>
                  <a:schemeClr val="tx1"/>
                </a:solidFill>
                <a:latin typeface="Arial" panose="020B0604020202020204" pitchFamily="34" charset="0"/>
              </a:defRPr>
            </a:lvl5pPr>
            <a:lvl6pPr marL="2514600" indent="-228600" algn="ctr" defTabSz="936625" eaLnBrk="0" fontAlgn="base" hangingPunct="0">
              <a:spcBef>
                <a:spcPct val="10000"/>
              </a:spcBef>
              <a:spcAft>
                <a:spcPct val="0"/>
              </a:spcAft>
              <a:defRPr>
                <a:solidFill>
                  <a:schemeClr val="tx1"/>
                </a:solidFill>
                <a:latin typeface="Arial" panose="020B0604020202020204" pitchFamily="34" charset="0"/>
              </a:defRPr>
            </a:lvl6pPr>
            <a:lvl7pPr marL="2971800" indent="-228600" algn="ctr" defTabSz="936625" eaLnBrk="0" fontAlgn="base" hangingPunct="0">
              <a:spcBef>
                <a:spcPct val="10000"/>
              </a:spcBef>
              <a:spcAft>
                <a:spcPct val="0"/>
              </a:spcAft>
              <a:defRPr>
                <a:solidFill>
                  <a:schemeClr val="tx1"/>
                </a:solidFill>
                <a:latin typeface="Arial" panose="020B0604020202020204" pitchFamily="34" charset="0"/>
              </a:defRPr>
            </a:lvl7pPr>
            <a:lvl8pPr marL="3429000" indent="-228600" algn="ctr" defTabSz="936625" eaLnBrk="0" fontAlgn="base" hangingPunct="0">
              <a:spcBef>
                <a:spcPct val="10000"/>
              </a:spcBef>
              <a:spcAft>
                <a:spcPct val="0"/>
              </a:spcAft>
              <a:defRPr>
                <a:solidFill>
                  <a:schemeClr val="tx1"/>
                </a:solidFill>
                <a:latin typeface="Arial" panose="020B0604020202020204" pitchFamily="34" charset="0"/>
              </a:defRPr>
            </a:lvl8pPr>
            <a:lvl9pPr marL="3886200" indent="-228600" algn="ctr" defTabSz="936625" eaLnBrk="0" fontAlgn="base" hangingPunct="0">
              <a:spcBef>
                <a:spcPct val="10000"/>
              </a:spcBef>
              <a:spcAft>
                <a:spcPct val="0"/>
              </a:spcAft>
              <a:defRPr>
                <a:solidFill>
                  <a:schemeClr val="tx1"/>
                </a:solidFill>
                <a:latin typeface="Arial" panose="020B0604020202020204" pitchFamily="34" charset="0"/>
              </a:defRPr>
            </a:lvl9pPr>
          </a:lstStyle>
          <a:p>
            <a:fld id="{397A26A5-BBD6-41C2-9C04-E5564D8ACDDD}" type="slidenum">
              <a:rPr lang="en-US" altLang="en-US">
                <a:latin typeface="Times New Roman" panose="02020603050405020304" pitchFamily="18" charset="0"/>
              </a:rPr>
              <a:pPr/>
              <a:t>67</a:t>
            </a:fld>
            <a:endParaRPr lang="en-US" altLang="en-US">
              <a:latin typeface="Times New Roman" panose="02020603050405020304" pitchFamily="18" charset="0"/>
            </a:endParaRPr>
          </a:p>
        </p:txBody>
      </p:sp>
      <p:sp>
        <p:nvSpPr>
          <p:cNvPr id="22531" name="Rectangle 2">
            <a:extLst>
              <a:ext uri="{FF2B5EF4-FFF2-40B4-BE49-F238E27FC236}">
                <a16:creationId xmlns:a16="http://schemas.microsoft.com/office/drawing/2014/main" id="{8B010B5D-9E7C-C37A-6151-F5C61F978B40}"/>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id="{54CA93B2-F80B-147B-57D5-E6BF7E0EA3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ACEE6E9F-BDDB-B035-F892-835FA7973D7D}"/>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Copyright © 2009 EMC Corporation. Do not Copy - All Rights Reserved.</a:t>
            </a:r>
          </a:p>
        </p:txBody>
      </p:sp>
      <p:sp>
        <p:nvSpPr>
          <p:cNvPr id="46083" name="Rectangle 6">
            <a:extLst>
              <a:ext uri="{FF2B5EF4-FFF2-40B4-BE49-F238E27FC236}">
                <a16:creationId xmlns:a16="http://schemas.microsoft.com/office/drawing/2014/main" id="{572275F1-1C09-D93F-7E4C-DB1371CFD4A4}"/>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Data Protection: RAID</a:t>
            </a:r>
          </a:p>
        </p:txBody>
      </p:sp>
      <p:sp>
        <p:nvSpPr>
          <p:cNvPr id="46084" name="Rectangle 7">
            <a:extLst>
              <a:ext uri="{FF2B5EF4-FFF2-40B4-BE49-F238E27FC236}">
                <a16:creationId xmlns:a16="http://schemas.microsoft.com/office/drawing/2014/main" id="{4703BFE2-30DE-84D5-E365-1C2903C40F5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a:t>
            </a:r>
            <a:fld id="{4E6C16A9-D5C3-4000-A85D-D1FB6DA8C4DE}" type="slidenum">
              <a:rPr kumimoji="0" lang="en-US" altLang="en-US" sz="8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l" defTabSz="914400" rtl="0" eaLnBrk="1" fontAlgn="base" latinLnBrk="0" hangingPunct="1">
                <a:lnSpc>
                  <a:spcPct val="100000"/>
                </a:lnSpc>
                <a:spcBef>
                  <a:spcPct val="0"/>
                </a:spcBef>
                <a:spcAft>
                  <a:spcPct val="0"/>
                </a:spcAft>
                <a:buClrTx/>
                <a:buSzTx/>
                <a:buFontTx/>
                <a:buNone/>
                <a:tabLst/>
                <a:defRPr/>
              </a:pPr>
              <a:t>68</a:t>
            </a:fld>
            <a:endParaRPr kumimoji="0" lang="en-US" alt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46085" name="Rectangle 2">
            <a:extLst>
              <a:ext uri="{FF2B5EF4-FFF2-40B4-BE49-F238E27FC236}">
                <a16:creationId xmlns:a16="http://schemas.microsoft.com/office/drawing/2014/main" id="{845AEF1B-8E1F-7E62-7D2F-68A240A3017D}"/>
              </a:ext>
            </a:extLst>
          </p:cNvPr>
          <p:cNvSpPr>
            <a:spLocks noGrp="1" noRot="1" noChangeAspect="1" noChangeArrowheads="1" noTextEdit="1"/>
          </p:cNvSpPr>
          <p:nvPr>
            <p:ph type="sldImg"/>
          </p:nvPr>
        </p:nvSpPr>
        <p:spPr>
          <a:xfrm>
            <a:off x="688975" y="457200"/>
            <a:ext cx="5480050" cy="4110038"/>
          </a:xfrm>
          <a:ln/>
        </p:spPr>
      </p:sp>
      <p:sp>
        <p:nvSpPr>
          <p:cNvPr id="46086" name="Rectangle 3">
            <a:extLst>
              <a:ext uri="{FF2B5EF4-FFF2-40B4-BE49-F238E27FC236}">
                <a16:creationId xmlns:a16="http://schemas.microsoft.com/office/drawing/2014/main" id="{D030D82B-2726-9E96-9E50-D7042D5C6CAC}"/>
              </a:ext>
            </a:extLst>
          </p:cNvPr>
          <p:cNvSpPr>
            <a:spLocks noGrp="1" noChangeArrowheads="1"/>
          </p:cNvSpPr>
          <p:nvPr>
            <p:ph type="body" idx="1"/>
          </p:nvPr>
        </p:nvSpPr>
        <p:spPr>
          <a:xfrm>
            <a:off x="374650" y="4686300"/>
            <a:ext cx="6110288" cy="40036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058744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F1312BAD-86CE-B209-6179-6465A9B182CD}"/>
              </a:ext>
            </a:extLst>
          </p:cNvPr>
          <p:cNvSpPr>
            <a:spLocks noGrp="1" noChangeArrowheads="1"/>
          </p:cNvSpPr>
          <p:nvPr>
            <p:ph type="sldNum" sz="quarter" idx="5"/>
          </p:nvPr>
        </p:nvSpPr>
        <p:spPr>
          <a:noFill/>
        </p:spPr>
        <p:txBody>
          <a:bodyP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fld id="{C0FE85B7-951A-4984-A8A6-80771F0ED4BC}" type="slidenum">
              <a:rPr lang="en-US" altLang="en-US" sz="1200">
                <a:latin typeface="Times New Roman" panose="02020603050405020304" pitchFamily="18" charset="0"/>
              </a:rPr>
              <a:pPr/>
              <a:t>69</a:t>
            </a:fld>
            <a:endParaRPr lang="en-US" altLang="en-US" sz="1200">
              <a:latin typeface="Times New Roman" panose="02020603050405020304" pitchFamily="18" charset="0"/>
            </a:endParaRPr>
          </a:p>
        </p:txBody>
      </p:sp>
      <p:sp>
        <p:nvSpPr>
          <p:cNvPr id="39939" name="Rectangle 2">
            <a:extLst>
              <a:ext uri="{FF2B5EF4-FFF2-40B4-BE49-F238E27FC236}">
                <a16:creationId xmlns:a16="http://schemas.microsoft.com/office/drawing/2014/main" id="{0EA35487-C86D-0F4C-E979-10CDB80845E4}"/>
              </a:ext>
            </a:extLst>
          </p:cNvPr>
          <p:cNvSpPr>
            <a:spLocks noGrp="1" noRot="1" noChangeAspect="1" noChangeArrowheads="1" noTextEdit="1"/>
          </p:cNvSpPr>
          <p:nvPr>
            <p:ph type="sldImg"/>
          </p:nvPr>
        </p:nvSpPr>
        <p:spPr>
          <a:xfrm>
            <a:off x="1143000" y="695325"/>
            <a:ext cx="4572000" cy="3429000"/>
          </a:xfrm>
          <a:ln/>
        </p:spPr>
      </p:sp>
      <p:sp>
        <p:nvSpPr>
          <p:cNvPr id="39940" name="Rectangle 3">
            <a:extLst>
              <a:ext uri="{FF2B5EF4-FFF2-40B4-BE49-F238E27FC236}">
                <a16:creationId xmlns:a16="http://schemas.microsoft.com/office/drawing/2014/main" id="{96AF5C60-4B3D-6D23-89CE-96B0DF97AE43}"/>
              </a:ext>
            </a:extLst>
          </p:cNvPr>
          <p:cNvSpPr>
            <a:spLocks noGrp="1" noChangeArrowheads="1"/>
          </p:cNvSpPr>
          <p:nvPr>
            <p:ph type="body" idx="1"/>
          </p:nvPr>
        </p:nvSpPr>
        <p:spPr>
          <a:noFill/>
          <a:extLst>
            <a:ext uri="{91240B29-F687-4F45-9708-019B960494DF}">
              <a14:hiddenLine xmlns:a14="http://schemas.microsoft.com/office/drawing/2010/main" w="9525">
                <a:solidFill>
                  <a:srgbClr val="000000"/>
                </a:solidFill>
                <a:round/>
                <a:headEnd/>
                <a:tailEnd/>
              </a14:hiddenLine>
            </a:ext>
          </a:extLst>
        </p:spPr>
        <p:txBody>
          <a:bodyPr wrap="none" anchor="ctr"/>
          <a:lstStyle/>
          <a:p>
            <a:pPr defTabSz="457200"/>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7309C3CC-3F38-B4FC-CB6F-891D3DCAAB20}"/>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Copyright © 2009 EMC Corporation. Do not Copy - All Rights Reserved.</a:t>
            </a:r>
          </a:p>
        </p:txBody>
      </p:sp>
      <p:sp>
        <p:nvSpPr>
          <p:cNvPr id="47107" name="Rectangle 6">
            <a:extLst>
              <a:ext uri="{FF2B5EF4-FFF2-40B4-BE49-F238E27FC236}">
                <a16:creationId xmlns:a16="http://schemas.microsoft.com/office/drawing/2014/main" id="{7C9B043B-AAA2-83A0-D74B-D25150C2B6CC}"/>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Data Protection: RAID</a:t>
            </a:r>
          </a:p>
        </p:txBody>
      </p:sp>
      <p:sp>
        <p:nvSpPr>
          <p:cNvPr id="47108" name="Rectangle 7">
            <a:extLst>
              <a:ext uri="{FF2B5EF4-FFF2-40B4-BE49-F238E27FC236}">
                <a16:creationId xmlns:a16="http://schemas.microsoft.com/office/drawing/2014/main" id="{6E862064-5655-F8BB-05C3-1B1BFA99854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a:t>
            </a:r>
            <a:fld id="{F5BBB506-60C2-4D32-BE72-0FD8512273AF}" type="slidenum">
              <a:rPr kumimoji="0" lang="en-US" altLang="en-US" sz="8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l" defTabSz="914400" rtl="0" eaLnBrk="1" fontAlgn="base" latinLnBrk="0" hangingPunct="1">
                <a:lnSpc>
                  <a:spcPct val="100000"/>
                </a:lnSpc>
                <a:spcBef>
                  <a:spcPct val="0"/>
                </a:spcBef>
                <a:spcAft>
                  <a:spcPct val="0"/>
                </a:spcAft>
                <a:buClrTx/>
                <a:buSzTx/>
                <a:buFontTx/>
                <a:buNone/>
                <a:tabLst/>
                <a:defRPr/>
              </a:pPr>
              <a:t>77</a:t>
            </a:fld>
            <a:endParaRPr kumimoji="0" lang="en-US" alt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47109" name="Rectangle 2">
            <a:extLst>
              <a:ext uri="{FF2B5EF4-FFF2-40B4-BE49-F238E27FC236}">
                <a16:creationId xmlns:a16="http://schemas.microsoft.com/office/drawing/2014/main" id="{21B4876D-E447-F056-4A8E-70BE2F80A7F9}"/>
              </a:ext>
            </a:extLst>
          </p:cNvPr>
          <p:cNvSpPr>
            <a:spLocks noGrp="1" noRot="1" noChangeAspect="1" noChangeArrowheads="1" noTextEdit="1"/>
          </p:cNvSpPr>
          <p:nvPr>
            <p:ph type="sldImg"/>
          </p:nvPr>
        </p:nvSpPr>
        <p:spPr>
          <a:xfrm>
            <a:off x="688975" y="457200"/>
            <a:ext cx="5480050" cy="4110038"/>
          </a:xfrm>
          <a:ln/>
        </p:spPr>
      </p:sp>
      <p:sp>
        <p:nvSpPr>
          <p:cNvPr id="47110" name="Rectangle 3">
            <a:extLst>
              <a:ext uri="{FF2B5EF4-FFF2-40B4-BE49-F238E27FC236}">
                <a16:creationId xmlns:a16="http://schemas.microsoft.com/office/drawing/2014/main" id="{786F8D4B-040E-0A68-C3B2-514877D63B17}"/>
              </a:ext>
            </a:extLst>
          </p:cNvPr>
          <p:cNvSpPr>
            <a:spLocks noGrp="1" noChangeArrowheads="1"/>
          </p:cNvSpPr>
          <p:nvPr>
            <p:ph type="body" idx="1"/>
          </p:nvPr>
        </p:nvSpPr>
        <p:spPr>
          <a:xfrm>
            <a:off x="374650" y="4686300"/>
            <a:ext cx="6110288" cy="40036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7911CFEA-D5DE-B282-80F4-C9D7BDF90E68}"/>
              </a:ext>
            </a:extLst>
          </p:cNvPr>
          <p:cNvSpPr>
            <a:spLocks noGrp="1" noChangeArrowheads="1"/>
          </p:cNvSpPr>
          <p:nvPr>
            <p:ph type="sldNum" sz="quarter" idx="5"/>
          </p:nvPr>
        </p:nvSpPr>
        <p:spPr>
          <a:noFill/>
        </p:spPr>
        <p:txBody>
          <a:bodyP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fld id="{7310EDAD-BC8F-44DA-B4AD-A7AF9EA22208}" type="slidenum">
              <a:rPr lang="en-US" altLang="en-US" sz="1200">
                <a:latin typeface="Times New Roman" panose="02020603050405020304" pitchFamily="18" charset="0"/>
              </a:rPr>
              <a:pPr/>
              <a:t>78</a:t>
            </a:fld>
            <a:endParaRPr lang="en-US" altLang="en-US" sz="1200">
              <a:latin typeface="Times New Roman" panose="02020603050405020304" pitchFamily="18" charset="0"/>
            </a:endParaRPr>
          </a:p>
        </p:txBody>
      </p:sp>
      <p:sp>
        <p:nvSpPr>
          <p:cNvPr id="40963" name="Rectangle 2">
            <a:extLst>
              <a:ext uri="{FF2B5EF4-FFF2-40B4-BE49-F238E27FC236}">
                <a16:creationId xmlns:a16="http://schemas.microsoft.com/office/drawing/2014/main" id="{36D8EB4C-EFE1-C94C-E412-C9A6450651E1}"/>
              </a:ext>
            </a:extLst>
          </p:cNvPr>
          <p:cNvSpPr>
            <a:spLocks noGrp="1" noRot="1" noChangeAspect="1" noChangeArrowheads="1" noTextEdit="1"/>
          </p:cNvSpPr>
          <p:nvPr>
            <p:ph type="sldImg"/>
          </p:nvPr>
        </p:nvSpPr>
        <p:spPr>
          <a:xfrm>
            <a:off x="1143000" y="695325"/>
            <a:ext cx="4572000" cy="3429000"/>
          </a:xfrm>
          <a:ln/>
        </p:spPr>
      </p:sp>
      <p:sp>
        <p:nvSpPr>
          <p:cNvPr id="40964" name="Rectangle 3">
            <a:extLst>
              <a:ext uri="{FF2B5EF4-FFF2-40B4-BE49-F238E27FC236}">
                <a16:creationId xmlns:a16="http://schemas.microsoft.com/office/drawing/2014/main" id="{159E1A3B-A518-8D8D-292E-41CA17B07144}"/>
              </a:ext>
            </a:extLst>
          </p:cNvPr>
          <p:cNvSpPr>
            <a:spLocks noGrp="1" noChangeArrowheads="1"/>
          </p:cNvSpPr>
          <p:nvPr>
            <p:ph type="body" idx="1"/>
          </p:nvPr>
        </p:nvSpPr>
        <p:spPr>
          <a:noFill/>
          <a:extLst>
            <a:ext uri="{91240B29-F687-4F45-9708-019B960494DF}">
              <a14:hiddenLine xmlns:a14="http://schemas.microsoft.com/office/drawing/2010/main" w="9525">
                <a:solidFill>
                  <a:srgbClr val="000000"/>
                </a:solidFill>
                <a:round/>
                <a:headEnd/>
                <a:tailEnd/>
              </a14:hiddenLine>
            </a:ext>
          </a:extLst>
        </p:spPr>
        <p:txBody>
          <a:bodyPr wrap="none" anchor="ctr"/>
          <a:lstStyle/>
          <a:p>
            <a:pPr defTabSz="457200"/>
            <a:endParaRPr lang="en-US" altLang="en-US"/>
          </a:p>
        </p:txBody>
      </p:sp>
    </p:spTree>
    <p:extLst>
      <p:ext uri="{BB962C8B-B14F-4D97-AF65-F5344CB8AC3E}">
        <p14:creationId xmlns:p14="http://schemas.microsoft.com/office/powerpoint/2010/main" val="6512797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0D8A7D2D-4E0D-5D70-D74B-78BD99A7313C}"/>
              </a:ext>
            </a:extLst>
          </p:cNvPr>
          <p:cNvSpPr>
            <a:spLocks noGrp="1" noChangeArrowheads="1"/>
          </p:cNvSpPr>
          <p:nvPr>
            <p:ph type="sldNum" sz="quarter" idx="5"/>
          </p:nvPr>
        </p:nvSpPr>
        <p:spPr>
          <a:noFill/>
        </p:spPr>
        <p:txBody>
          <a:bodyP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fld id="{D8460689-622B-43F7-9D02-972D1A145970}" type="slidenum">
              <a:rPr lang="en-US" altLang="en-US" sz="1200">
                <a:latin typeface="Times New Roman" panose="02020603050405020304" pitchFamily="18" charset="0"/>
              </a:rPr>
              <a:pPr/>
              <a:t>79</a:t>
            </a:fld>
            <a:endParaRPr lang="en-US" altLang="en-US" sz="1200">
              <a:latin typeface="Times New Roman" panose="02020603050405020304" pitchFamily="18" charset="0"/>
            </a:endParaRPr>
          </a:p>
        </p:txBody>
      </p:sp>
      <p:sp>
        <p:nvSpPr>
          <p:cNvPr id="41987" name="Rectangle 2">
            <a:extLst>
              <a:ext uri="{FF2B5EF4-FFF2-40B4-BE49-F238E27FC236}">
                <a16:creationId xmlns:a16="http://schemas.microsoft.com/office/drawing/2014/main" id="{0E2753AA-B58E-2907-973E-B9E1A74E9C46}"/>
              </a:ext>
            </a:extLst>
          </p:cNvPr>
          <p:cNvSpPr>
            <a:spLocks noGrp="1" noRot="1" noChangeAspect="1" noChangeArrowheads="1" noTextEdit="1"/>
          </p:cNvSpPr>
          <p:nvPr>
            <p:ph type="sldImg"/>
          </p:nvPr>
        </p:nvSpPr>
        <p:spPr>
          <a:xfrm>
            <a:off x="1143000" y="695325"/>
            <a:ext cx="4572000" cy="3429000"/>
          </a:xfrm>
          <a:ln/>
        </p:spPr>
      </p:sp>
      <p:sp>
        <p:nvSpPr>
          <p:cNvPr id="41988" name="Rectangle 3">
            <a:extLst>
              <a:ext uri="{FF2B5EF4-FFF2-40B4-BE49-F238E27FC236}">
                <a16:creationId xmlns:a16="http://schemas.microsoft.com/office/drawing/2014/main" id="{7C2402E4-73CD-F15D-0B97-FE220CB8A9A1}"/>
              </a:ext>
            </a:extLst>
          </p:cNvPr>
          <p:cNvSpPr>
            <a:spLocks noGrp="1" noChangeArrowheads="1"/>
          </p:cNvSpPr>
          <p:nvPr>
            <p:ph type="body" idx="1"/>
          </p:nvPr>
        </p:nvSpPr>
        <p:spPr>
          <a:noFill/>
          <a:extLst>
            <a:ext uri="{91240B29-F687-4F45-9708-019B960494DF}">
              <a14:hiddenLine xmlns:a14="http://schemas.microsoft.com/office/drawing/2010/main" w="9525">
                <a:solidFill>
                  <a:srgbClr val="000000"/>
                </a:solidFill>
                <a:round/>
                <a:headEnd/>
                <a:tailEnd/>
              </a14:hiddenLine>
            </a:ext>
          </a:extLst>
        </p:spPr>
        <p:txBody>
          <a:bodyPr wrap="none" anchor="ctr"/>
          <a:lstStyle/>
          <a:p>
            <a:pPr defTabSz="457200"/>
            <a:endParaRPr lang="en-US" altLang="en-US"/>
          </a:p>
        </p:txBody>
      </p:sp>
    </p:spTree>
    <p:extLst>
      <p:ext uri="{BB962C8B-B14F-4D97-AF65-F5344CB8AC3E}">
        <p14:creationId xmlns:p14="http://schemas.microsoft.com/office/powerpoint/2010/main" val="115587228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D1D15998-1125-1B02-8FB8-0C1D33AD8FF0}"/>
              </a:ext>
            </a:extLst>
          </p:cNvPr>
          <p:cNvSpPr>
            <a:spLocks noGrp="1" noChangeArrowheads="1"/>
          </p:cNvSpPr>
          <p:nvPr>
            <p:ph type="sldNum" sz="quarter" idx="5"/>
          </p:nvPr>
        </p:nvSpPr>
        <p:spPr>
          <a:noFill/>
        </p:spPr>
        <p:txBody>
          <a:bodyP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fld id="{FF03A5F5-D545-4EB3-B9B8-B2405B0DEF01}" type="slidenum">
              <a:rPr lang="en-US" altLang="en-US" sz="1200">
                <a:latin typeface="Times New Roman" panose="02020603050405020304" pitchFamily="18" charset="0"/>
              </a:rPr>
              <a:pPr/>
              <a:t>81</a:t>
            </a:fld>
            <a:endParaRPr lang="en-US" altLang="en-US" sz="1200">
              <a:latin typeface="Times New Roman" panose="02020603050405020304" pitchFamily="18" charset="0"/>
            </a:endParaRPr>
          </a:p>
        </p:txBody>
      </p:sp>
      <p:sp>
        <p:nvSpPr>
          <p:cNvPr id="43011" name="Rectangle 2">
            <a:extLst>
              <a:ext uri="{FF2B5EF4-FFF2-40B4-BE49-F238E27FC236}">
                <a16:creationId xmlns:a16="http://schemas.microsoft.com/office/drawing/2014/main" id="{6AA21790-D0BF-B29B-0B09-3B71BDB467DA}"/>
              </a:ext>
            </a:extLst>
          </p:cNvPr>
          <p:cNvSpPr>
            <a:spLocks noGrp="1" noRot="1" noChangeAspect="1" noChangeArrowheads="1" noTextEdit="1"/>
          </p:cNvSpPr>
          <p:nvPr>
            <p:ph type="sldImg"/>
          </p:nvPr>
        </p:nvSpPr>
        <p:spPr>
          <a:xfrm>
            <a:off x="1143000" y="695325"/>
            <a:ext cx="4572000" cy="3429000"/>
          </a:xfrm>
          <a:ln/>
        </p:spPr>
      </p:sp>
      <p:sp>
        <p:nvSpPr>
          <p:cNvPr id="43012" name="Rectangle 3">
            <a:extLst>
              <a:ext uri="{FF2B5EF4-FFF2-40B4-BE49-F238E27FC236}">
                <a16:creationId xmlns:a16="http://schemas.microsoft.com/office/drawing/2014/main" id="{8DEA36D4-A652-CB77-4C56-CCAE7E3D06F0}"/>
              </a:ext>
            </a:extLst>
          </p:cNvPr>
          <p:cNvSpPr>
            <a:spLocks noGrp="1" noChangeArrowheads="1"/>
          </p:cNvSpPr>
          <p:nvPr>
            <p:ph type="body" idx="1"/>
          </p:nvPr>
        </p:nvSpPr>
        <p:spPr>
          <a:noFill/>
          <a:extLst>
            <a:ext uri="{91240B29-F687-4F45-9708-019B960494DF}">
              <a14:hiddenLine xmlns:a14="http://schemas.microsoft.com/office/drawing/2010/main" w="9525">
                <a:solidFill>
                  <a:srgbClr val="000000"/>
                </a:solidFill>
                <a:round/>
                <a:headEnd/>
                <a:tailEnd/>
              </a14:hiddenLine>
            </a:ext>
          </a:extLst>
        </p:spPr>
        <p:txBody>
          <a:bodyPr wrap="none" anchor="ctr"/>
          <a:lstStyle/>
          <a:p>
            <a:pPr defTabSz="457200"/>
            <a:endParaRPr lang="en-US" altLang="en-US"/>
          </a:p>
        </p:txBody>
      </p:sp>
    </p:spTree>
    <p:extLst>
      <p:ext uri="{BB962C8B-B14F-4D97-AF65-F5344CB8AC3E}">
        <p14:creationId xmlns:p14="http://schemas.microsoft.com/office/powerpoint/2010/main" val="255675706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0762F99C-D68D-D948-8DFA-2B5BAB72B122}"/>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Copyright © 2009 EMC Corporation. Do not Copy - All Rights Reserved.</a:t>
            </a:r>
          </a:p>
        </p:txBody>
      </p:sp>
      <p:sp>
        <p:nvSpPr>
          <p:cNvPr id="48131" name="Rectangle 6">
            <a:extLst>
              <a:ext uri="{FF2B5EF4-FFF2-40B4-BE49-F238E27FC236}">
                <a16:creationId xmlns:a16="http://schemas.microsoft.com/office/drawing/2014/main" id="{3C717995-5A90-AE21-1B13-1B1FE42CAF15}"/>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Data Protection: RAID</a:t>
            </a:r>
          </a:p>
        </p:txBody>
      </p:sp>
      <p:sp>
        <p:nvSpPr>
          <p:cNvPr id="48132" name="Rectangle 7">
            <a:extLst>
              <a:ext uri="{FF2B5EF4-FFF2-40B4-BE49-F238E27FC236}">
                <a16:creationId xmlns:a16="http://schemas.microsoft.com/office/drawing/2014/main" id="{6E6ED6E6-EBF7-BA2A-0BBE-9625D261F3B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a:t>
            </a:r>
            <a:fld id="{DD8C92CA-F378-45B4-A6D4-B1B2FE5356BA}" type="slidenum">
              <a:rPr kumimoji="0" lang="en-US" altLang="en-US" sz="8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l" defTabSz="914400" rtl="0" eaLnBrk="1" fontAlgn="base" latinLnBrk="0" hangingPunct="1">
                <a:lnSpc>
                  <a:spcPct val="100000"/>
                </a:lnSpc>
                <a:spcBef>
                  <a:spcPct val="0"/>
                </a:spcBef>
                <a:spcAft>
                  <a:spcPct val="0"/>
                </a:spcAft>
                <a:buClrTx/>
                <a:buSzTx/>
                <a:buFontTx/>
                <a:buNone/>
                <a:tabLst/>
                <a:defRPr/>
              </a:pPr>
              <a:t>83</a:t>
            </a:fld>
            <a:endParaRPr kumimoji="0" lang="en-US" alt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48133" name="Rectangle 2">
            <a:extLst>
              <a:ext uri="{FF2B5EF4-FFF2-40B4-BE49-F238E27FC236}">
                <a16:creationId xmlns:a16="http://schemas.microsoft.com/office/drawing/2014/main" id="{2F92B454-BC21-AE30-B9C2-858521ECBCCC}"/>
              </a:ext>
            </a:extLst>
          </p:cNvPr>
          <p:cNvSpPr>
            <a:spLocks noGrp="1" noRot="1" noChangeAspect="1" noChangeArrowheads="1" noTextEdit="1"/>
          </p:cNvSpPr>
          <p:nvPr>
            <p:ph type="sldImg"/>
          </p:nvPr>
        </p:nvSpPr>
        <p:spPr>
          <a:xfrm>
            <a:off x="688975" y="457200"/>
            <a:ext cx="5480050" cy="4110038"/>
          </a:xfrm>
          <a:ln/>
        </p:spPr>
      </p:sp>
      <p:sp>
        <p:nvSpPr>
          <p:cNvPr id="48134" name="Rectangle 3">
            <a:extLst>
              <a:ext uri="{FF2B5EF4-FFF2-40B4-BE49-F238E27FC236}">
                <a16:creationId xmlns:a16="http://schemas.microsoft.com/office/drawing/2014/main" id="{B6E636AD-2CD6-F3D6-3D41-337D6EABD2A2}"/>
              </a:ext>
            </a:extLst>
          </p:cNvPr>
          <p:cNvSpPr>
            <a:spLocks noGrp="1" noChangeArrowheads="1"/>
          </p:cNvSpPr>
          <p:nvPr>
            <p:ph type="body" idx="1"/>
          </p:nvPr>
        </p:nvSpPr>
        <p:spPr>
          <a:xfrm>
            <a:off x="374650" y="4686300"/>
            <a:ext cx="6110288" cy="40036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29A244E8-BCD6-9274-DB5A-2D1594FFC841}"/>
              </a:ext>
            </a:extLst>
          </p:cNvPr>
          <p:cNvSpPr>
            <a:spLocks noGrp="1" noChangeArrowheads="1"/>
          </p:cNvSpPr>
          <p:nvPr>
            <p:ph type="sldNum" sz="quarter" idx="5"/>
          </p:nvPr>
        </p:nvSpPr>
        <p:spPr>
          <a:noFill/>
        </p:spPr>
        <p:txBody>
          <a:bodyP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fld id="{CA9AFCF9-9A20-4D34-8C24-2AE17F30E77E}" type="slidenum">
              <a:rPr lang="en-US" altLang="en-US" sz="1200">
                <a:latin typeface="Times New Roman" panose="02020603050405020304" pitchFamily="18" charset="0"/>
              </a:rPr>
              <a:pPr/>
              <a:t>84</a:t>
            </a:fld>
            <a:endParaRPr lang="en-US" altLang="en-US" sz="1200">
              <a:latin typeface="Times New Roman" panose="02020603050405020304" pitchFamily="18" charset="0"/>
            </a:endParaRPr>
          </a:p>
        </p:txBody>
      </p:sp>
      <p:sp>
        <p:nvSpPr>
          <p:cNvPr id="47107" name="Rectangle 2">
            <a:extLst>
              <a:ext uri="{FF2B5EF4-FFF2-40B4-BE49-F238E27FC236}">
                <a16:creationId xmlns:a16="http://schemas.microsoft.com/office/drawing/2014/main" id="{299FCDE6-B3A3-F9AD-BA3F-B881F0C69E16}"/>
              </a:ext>
            </a:extLst>
          </p:cNvPr>
          <p:cNvSpPr>
            <a:spLocks noGrp="1" noRot="1" noChangeAspect="1" noChangeArrowheads="1" noTextEdit="1"/>
          </p:cNvSpPr>
          <p:nvPr>
            <p:ph type="sldImg"/>
          </p:nvPr>
        </p:nvSpPr>
        <p:spPr>
          <a:xfrm>
            <a:off x="1143000" y="695325"/>
            <a:ext cx="4572000" cy="3429000"/>
          </a:xfrm>
          <a:ln/>
        </p:spPr>
      </p:sp>
      <p:sp>
        <p:nvSpPr>
          <p:cNvPr id="47108" name="Rectangle 3">
            <a:extLst>
              <a:ext uri="{FF2B5EF4-FFF2-40B4-BE49-F238E27FC236}">
                <a16:creationId xmlns:a16="http://schemas.microsoft.com/office/drawing/2014/main" id="{F687E6BD-8422-E0B2-A84B-2AFEB32072AF}"/>
              </a:ext>
            </a:extLst>
          </p:cNvPr>
          <p:cNvSpPr>
            <a:spLocks noGrp="1" noChangeArrowheads="1"/>
          </p:cNvSpPr>
          <p:nvPr>
            <p:ph type="body" idx="1"/>
          </p:nvPr>
        </p:nvSpPr>
        <p:spPr>
          <a:noFill/>
          <a:extLst>
            <a:ext uri="{91240B29-F687-4F45-9708-019B960494DF}">
              <a14:hiddenLine xmlns:a14="http://schemas.microsoft.com/office/drawing/2010/main" w="9525">
                <a:solidFill>
                  <a:srgbClr val="000000"/>
                </a:solidFill>
                <a:round/>
                <a:headEnd/>
                <a:tailEnd/>
              </a14:hiddenLine>
            </a:ext>
          </a:extLst>
        </p:spPr>
        <p:txBody>
          <a:bodyPr wrap="none" anchor="ctr"/>
          <a:lstStyle/>
          <a:p>
            <a:pPr defTabSz="457200"/>
            <a:endParaRPr lang="en-US" altLang="en-US"/>
          </a:p>
        </p:txBody>
      </p:sp>
    </p:spTree>
    <p:extLst>
      <p:ext uri="{BB962C8B-B14F-4D97-AF65-F5344CB8AC3E}">
        <p14:creationId xmlns:p14="http://schemas.microsoft.com/office/powerpoint/2010/main" val="19968687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42F93916-DC29-2CD8-24FA-29683E6CAADF}"/>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Copyright © 2009 EMC Corporation. Do not Copy - All Rights Reserved.</a:t>
            </a:r>
          </a:p>
        </p:txBody>
      </p:sp>
      <p:sp>
        <p:nvSpPr>
          <p:cNvPr id="49155" name="Rectangle 6">
            <a:extLst>
              <a:ext uri="{FF2B5EF4-FFF2-40B4-BE49-F238E27FC236}">
                <a16:creationId xmlns:a16="http://schemas.microsoft.com/office/drawing/2014/main" id="{4B541C35-DFFF-1C79-CD03-DFAC5DD9DE98}"/>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Data Protection: RAID</a:t>
            </a:r>
          </a:p>
        </p:txBody>
      </p:sp>
      <p:sp>
        <p:nvSpPr>
          <p:cNvPr id="49156" name="Rectangle 7">
            <a:extLst>
              <a:ext uri="{FF2B5EF4-FFF2-40B4-BE49-F238E27FC236}">
                <a16:creationId xmlns:a16="http://schemas.microsoft.com/office/drawing/2014/main" id="{9C206901-34D3-8445-4626-C822C03E30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a:t>
            </a:r>
            <a:fld id="{4FCB12D8-81DA-48AC-919A-8165CB047460}" type="slidenum">
              <a:rPr kumimoji="0" lang="en-US" altLang="en-US" sz="8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l" defTabSz="914400" rtl="0" eaLnBrk="1" fontAlgn="base" latinLnBrk="0" hangingPunct="1">
                <a:lnSpc>
                  <a:spcPct val="100000"/>
                </a:lnSpc>
                <a:spcBef>
                  <a:spcPct val="0"/>
                </a:spcBef>
                <a:spcAft>
                  <a:spcPct val="0"/>
                </a:spcAft>
                <a:buClrTx/>
                <a:buSzTx/>
                <a:buFontTx/>
                <a:buNone/>
                <a:tabLst/>
                <a:defRPr/>
              </a:pPr>
              <a:t>85</a:t>
            </a:fld>
            <a:endParaRPr kumimoji="0" lang="en-US" alt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49157" name="Rectangle 2">
            <a:extLst>
              <a:ext uri="{FF2B5EF4-FFF2-40B4-BE49-F238E27FC236}">
                <a16:creationId xmlns:a16="http://schemas.microsoft.com/office/drawing/2014/main" id="{F5A5E405-BC05-BC27-F5D3-E195B67432C2}"/>
              </a:ext>
            </a:extLst>
          </p:cNvPr>
          <p:cNvSpPr>
            <a:spLocks noGrp="1" noRot="1" noChangeAspect="1" noChangeArrowheads="1" noTextEdit="1"/>
          </p:cNvSpPr>
          <p:nvPr>
            <p:ph type="sldImg"/>
          </p:nvPr>
        </p:nvSpPr>
        <p:spPr>
          <a:ln/>
        </p:spPr>
      </p:sp>
      <p:sp>
        <p:nvSpPr>
          <p:cNvPr id="49158" name="Rectangle 3">
            <a:extLst>
              <a:ext uri="{FF2B5EF4-FFF2-40B4-BE49-F238E27FC236}">
                <a16:creationId xmlns:a16="http://schemas.microsoft.com/office/drawing/2014/main" id="{6A0DF697-7397-A6B8-81E3-052CC31A32E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F58469B6-F037-B701-82B0-554DA4BA8A39}"/>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Copyright © 2009 EMC Corporation. Do not Copy - All Rights Reserved.</a:t>
            </a:r>
          </a:p>
        </p:txBody>
      </p:sp>
      <p:sp>
        <p:nvSpPr>
          <p:cNvPr id="52227" name="Rectangle 6">
            <a:extLst>
              <a:ext uri="{FF2B5EF4-FFF2-40B4-BE49-F238E27FC236}">
                <a16:creationId xmlns:a16="http://schemas.microsoft.com/office/drawing/2014/main" id="{59ED9F04-A168-0F22-6E1F-E97A1ED0D298}"/>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Data Protection: RAID</a:t>
            </a:r>
          </a:p>
        </p:txBody>
      </p:sp>
      <p:sp>
        <p:nvSpPr>
          <p:cNvPr id="52228" name="Rectangle 7">
            <a:extLst>
              <a:ext uri="{FF2B5EF4-FFF2-40B4-BE49-F238E27FC236}">
                <a16:creationId xmlns:a16="http://schemas.microsoft.com/office/drawing/2014/main" id="{F560CBC6-0A52-A07F-F96E-2332A90E54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a:t>
            </a:r>
            <a:fld id="{29F65E25-21C0-4EFF-AD3A-BA6084BA5B20}" type="slidenum">
              <a:rPr kumimoji="0" lang="en-US" altLang="en-US" sz="8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l" defTabSz="914400" rtl="0" eaLnBrk="1" fontAlgn="base" latinLnBrk="0" hangingPunct="1">
                <a:lnSpc>
                  <a:spcPct val="100000"/>
                </a:lnSpc>
                <a:spcBef>
                  <a:spcPct val="0"/>
                </a:spcBef>
                <a:spcAft>
                  <a:spcPct val="0"/>
                </a:spcAft>
                <a:buClrTx/>
                <a:buSzTx/>
                <a:buFontTx/>
                <a:buNone/>
                <a:tabLst/>
                <a:defRPr/>
              </a:pPr>
              <a:t>86</a:t>
            </a:fld>
            <a:endParaRPr kumimoji="0" lang="en-US" alt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52229" name="Rectangle 2">
            <a:extLst>
              <a:ext uri="{FF2B5EF4-FFF2-40B4-BE49-F238E27FC236}">
                <a16:creationId xmlns:a16="http://schemas.microsoft.com/office/drawing/2014/main" id="{8B77F2E0-8E9D-51EB-7178-A7468AD9564D}"/>
              </a:ext>
            </a:extLst>
          </p:cNvPr>
          <p:cNvSpPr>
            <a:spLocks noGrp="1" noRot="1" noChangeAspect="1" noChangeArrowheads="1" noTextEdit="1"/>
          </p:cNvSpPr>
          <p:nvPr>
            <p:ph type="sldImg"/>
          </p:nvPr>
        </p:nvSpPr>
        <p:spPr>
          <a:ln/>
        </p:spPr>
      </p:sp>
      <p:sp>
        <p:nvSpPr>
          <p:cNvPr id="52230" name="Rectangle 3">
            <a:extLst>
              <a:ext uri="{FF2B5EF4-FFF2-40B4-BE49-F238E27FC236}">
                <a16:creationId xmlns:a16="http://schemas.microsoft.com/office/drawing/2014/main" id="{323AC678-30F2-174A-0F25-DE131BCDD8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5322BA71-348B-7E25-5B98-A49462215A37}"/>
              </a:ext>
            </a:extLst>
          </p:cNvPr>
          <p:cNvSpPr>
            <a:spLocks noGrp="1" noChangeArrowheads="1"/>
          </p:cNvSpPr>
          <p:nvPr>
            <p:ph type="sldNum" sz="quarter" idx="5"/>
          </p:nvPr>
        </p:nvSpPr>
        <p:spPr>
          <a:noFill/>
        </p:spPr>
        <p:txBody>
          <a:bodyP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fld id="{266BF1C8-4775-4C70-B655-5C6E944A1803}" type="slidenum">
              <a:rPr lang="en-US" altLang="en-US" sz="1200">
                <a:latin typeface="Times New Roman" panose="02020603050405020304" pitchFamily="18" charset="0"/>
              </a:rPr>
              <a:pPr/>
              <a:t>88</a:t>
            </a:fld>
            <a:endParaRPr lang="en-US" altLang="en-US" sz="1200">
              <a:latin typeface="Times New Roman" panose="02020603050405020304" pitchFamily="18" charset="0"/>
            </a:endParaRPr>
          </a:p>
        </p:txBody>
      </p:sp>
      <p:sp>
        <p:nvSpPr>
          <p:cNvPr id="49155" name="Rectangle 2">
            <a:extLst>
              <a:ext uri="{FF2B5EF4-FFF2-40B4-BE49-F238E27FC236}">
                <a16:creationId xmlns:a16="http://schemas.microsoft.com/office/drawing/2014/main" id="{D647A191-B023-6BF8-C5B3-D1F8B21A7061}"/>
              </a:ext>
            </a:extLst>
          </p:cNvPr>
          <p:cNvSpPr>
            <a:spLocks noGrp="1" noRot="1" noChangeAspect="1" noChangeArrowheads="1" noTextEdit="1"/>
          </p:cNvSpPr>
          <p:nvPr>
            <p:ph type="sldImg"/>
          </p:nvPr>
        </p:nvSpPr>
        <p:spPr>
          <a:xfrm>
            <a:off x="1143000" y="695325"/>
            <a:ext cx="4572000" cy="3429000"/>
          </a:xfrm>
          <a:ln/>
        </p:spPr>
      </p:sp>
      <p:sp>
        <p:nvSpPr>
          <p:cNvPr id="49156" name="Rectangle 3">
            <a:extLst>
              <a:ext uri="{FF2B5EF4-FFF2-40B4-BE49-F238E27FC236}">
                <a16:creationId xmlns:a16="http://schemas.microsoft.com/office/drawing/2014/main" id="{B043564C-B024-4A71-F7FA-CF179E24CB23}"/>
              </a:ext>
            </a:extLst>
          </p:cNvPr>
          <p:cNvSpPr>
            <a:spLocks noGrp="1" noChangeArrowheads="1"/>
          </p:cNvSpPr>
          <p:nvPr>
            <p:ph type="body" idx="1"/>
          </p:nvPr>
        </p:nvSpPr>
        <p:spPr>
          <a:noFill/>
          <a:extLst>
            <a:ext uri="{91240B29-F687-4F45-9708-019B960494DF}">
              <a14:hiddenLine xmlns:a14="http://schemas.microsoft.com/office/drawing/2010/main" w="9525">
                <a:solidFill>
                  <a:srgbClr val="000000"/>
                </a:solidFill>
                <a:round/>
                <a:headEnd/>
                <a:tailEnd/>
              </a14:hiddenLine>
            </a:ext>
          </a:extLst>
        </p:spPr>
        <p:txBody>
          <a:bodyPr wrap="none" anchor="ctr"/>
          <a:lstStyle/>
          <a:p>
            <a:pPr defTabSz="457200"/>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26759347-B18B-1C8C-5532-6088ACE52C3C}"/>
              </a:ext>
            </a:extLst>
          </p:cNvPr>
          <p:cNvSpPr>
            <a:spLocks noGrp="1" noChangeArrowheads="1"/>
          </p:cNvSpPr>
          <p:nvPr>
            <p:ph type="sldNum" sz="quarter" idx="5"/>
          </p:nvPr>
        </p:nvSpPr>
        <p:spPr>
          <a:noFill/>
        </p:spPr>
        <p:txBody>
          <a:bodyP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fld id="{C1FE7794-A988-474A-A2DB-E91180662912}" type="slidenum">
              <a:rPr lang="en-US" altLang="en-US" sz="1200">
                <a:latin typeface="Times New Roman" panose="02020603050405020304" pitchFamily="18" charset="0"/>
              </a:rPr>
              <a:pPr/>
              <a:t>89</a:t>
            </a:fld>
            <a:endParaRPr lang="en-US" altLang="en-US" sz="1200">
              <a:latin typeface="Times New Roman" panose="02020603050405020304" pitchFamily="18" charset="0"/>
            </a:endParaRPr>
          </a:p>
        </p:txBody>
      </p:sp>
      <p:sp>
        <p:nvSpPr>
          <p:cNvPr id="50179" name="Rectangle 2">
            <a:extLst>
              <a:ext uri="{FF2B5EF4-FFF2-40B4-BE49-F238E27FC236}">
                <a16:creationId xmlns:a16="http://schemas.microsoft.com/office/drawing/2014/main" id="{E0B82579-2D47-EB9B-5D71-270DA202F75B}"/>
              </a:ext>
            </a:extLst>
          </p:cNvPr>
          <p:cNvSpPr>
            <a:spLocks noGrp="1" noRot="1" noChangeAspect="1" noChangeArrowheads="1" noTextEdit="1"/>
          </p:cNvSpPr>
          <p:nvPr>
            <p:ph type="sldImg"/>
          </p:nvPr>
        </p:nvSpPr>
        <p:spPr>
          <a:xfrm>
            <a:off x="1143000" y="695325"/>
            <a:ext cx="4572000" cy="3429000"/>
          </a:xfrm>
          <a:ln/>
        </p:spPr>
      </p:sp>
      <p:sp>
        <p:nvSpPr>
          <p:cNvPr id="50180" name="Rectangle 3">
            <a:extLst>
              <a:ext uri="{FF2B5EF4-FFF2-40B4-BE49-F238E27FC236}">
                <a16:creationId xmlns:a16="http://schemas.microsoft.com/office/drawing/2014/main" id="{B3EBF685-BA73-9437-A917-DA8F6B806E0F}"/>
              </a:ext>
            </a:extLst>
          </p:cNvPr>
          <p:cNvSpPr>
            <a:spLocks noGrp="1" noChangeArrowheads="1"/>
          </p:cNvSpPr>
          <p:nvPr>
            <p:ph type="body" idx="1"/>
          </p:nvPr>
        </p:nvSpPr>
        <p:spPr>
          <a:noFill/>
          <a:extLst>
            <a:ext uri="{91240B29-F687-4F45-9708-019B960494DF}">
              <a14:hiddenLine xmlns:a14="http://schemas.microsoft.com/office/drawing/2010/main" w="9525">
                <a:solidFill>
                  <a:srgbClr val="000000"/>
                </a:solidFill>
                <a:round/>
                <a:headEnd/>
                <a:tailEnd/>
              </a14:hiddenLine>
            </a:ext>
          </a:extLst>
        </p:spPr>
        <p:txBody>
          <a:bodyPr wrap="none" anchor="ctr"/>
          <a:lstStyle/>
          <a:p>
            <a:pPr defTabSz="457200"/>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48668DBF-BA7A-8991-2031-E72D9484B07F}"/>
              </a:ext>
            </a:extLst>
          </p:cNvPr>
          <p:cNvSpPr>
            <a:spLocks noGrp="1" noChangeArrowheads="1"/>
          </p:cNvSpPr>
          <p:nvPr>
            <p:ph type="sldNum" sz="quarter" idx="5"/>
          </p:nvPr>
        </p:nvSpPr>
        <p:spPr>
          <a:noFill/>
        </p:spPr>
        <p:txBody>
          <a:bodyP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fld id="{4B948735-88E4-4636-9037-7440D30FC56E}" type="slidenum">
              <a:rPr lang="en-US" altLang="en-US" sz="1200">
                <a:latin typeface="Times New Roman" panose="02020603050405020304" pitchFamily="18" charset="0"/>
              </a:rPr>
              <a:pPr/>
              <a:t>90</a:t>
            </a:fld>
            <a:endParaRPr lang="en-US" altLang="en-US" sz="1200">
              <a:latin typeface="Times New Roman" panose="02020603050405020304" pitchFamily="18" charset="0"/>
            </a:endParaRPr>
          </a:p>
        </p:txBody>
      </p:sp>
      <p:sp>
        <p:nvSpPr>
          <p:cNvPr id="51203" name="Rectangle 2">
            <a:extLst>
              <a:ext uri="{FF2B5EF4-FFF2-40B4-BE49-F238E27FC236}">
                <a16:creationId xmlns:a16="http://schemas.microsoft.com/office/drawing/2014/main" id="{43850BEA-37DC-E515-8C8C-6CF7BEE0B696}"/>
              </a:ext>
            </a:extLst>
          </p:cNvPr>
          <p:cNvSpPr>
            <a:spLocks noGrp="1" noRot="1" noChangeAspect="1" noChangeArrowheads="1" noTextEdit="1"/>
          </p:cNvSpPr>
          <p:nvPr>
            <p:ph type="sldImg"/>
          </p:nvPr>
        </p:nvSpPr>
        <p:spPr>
          <a:xfrm>
            <a:off x="1143000" y="695325"/>
            <a:ext cx="4572000" cy="3429000"/>
          </a:xfrm>
          <a:ln/>
        </p:spPr>
      </p:sp>
      <p:sp>
        <p:nvSpPr>
          <p:cNvPr id="51204" name="Rectangle 3">
            <a:extLst>
              <a:ext uri="{FF2B5EF4-FFF2-40B4-BE49-F238E27FC236}">
                <a16:creationId xmlns:a16="http://schemas.microsoft.com/office/drawing/2014/main" id="{12DE4527-1141-6978-84C6-E2312374811E}"/>
              </a:ext>
            </a:extLst>
          </p:cNvPr>
          <p:cNvSpPr>
            <a:spLocks noGrp="1" noChangeArrowheads="1"/>
          </p:cNvSpPr>
          <p:nvPr>
            <p:ph type="body" idx="1"/>
          </p:nvPr>
        </p:nvSpPr>
        <p:spPr>
          <a:noFill/>
          <a:extLst>
            <a:ext uri="{91240B29-F687-4F45-9708-019B960494DF}">
              <a14:hiddenLine xmlns:a14="http://schemas.microsoft.com/office/drawing/2010/main" w="9525">
                <a:solidFill>
                  <a:srgbClr val="000000"/>
                </a:solidFill>
                <a:round/>
                <a:headEnd/>
                <a:tailEnd/>
              </a14:hiddenLine>
            </a:ext>
          </a:extLst>
        </p:spPr>
        <p:txBody>
          <a:bodyPr wrap="none" anchor="ctr"/>
          <a:lstStyle/>
          <a:p>
            <a:pPr defTabSz="457200"/>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25C2041F-0EA1-80A0-A1A3-4BB4EC718DB3}"/>
              </a:ext>
            </a:extLst>
          </p:cNvPr>
          <p:cNvSpPr>
            <a:spLocks noGrp="1" noChangeArrowheads="1"/>
          </p:cNvSpPr>
          <p:nvPr>
            <p:ph type="sldNum" sz="quarter" idx="5"/>
          </p:nvPr>
        </p:nvSpPr>
        <p:spPr>
          <a:noFill/>
        </p:spPr>
        <p:txBody>
          <a:bodyP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fld id="{D4BEA780-011D-4EAC-BDDE-0439E4394120}" type="slidenum">
              <a:rPr lang="en-US" altLang="en-US" sz="1200">
                <a:latin typeface="Times New Roman" panose="02020603050405020304" pitchFamily="18" charset="0"/>
              </a:rPr>
              <a:pPr/>
              <a:t>91</a:t>
            </a:fld>
            <a:endParaRPr lang="en-US" altLang="en-US" sz="1200">
              <a:latin typeface="Times New Roman" panose="02020603050405020304" pitchFamily="18" charset="0"/>
            </a:endParaRPr>
          </a:p>
        </p:txBody>
      </p:sp>
      <p:sp>
        <p:nvSpPr>
          <p:cNvPr id="52227" name="Rectangle 2">
            <a:extLst>
              <a:ext uri="{FF2B5EF4-FFF2-40B4-BE49-F238E27FC236}">
                <a16:creationId xmlns:a16="http://schemas.microsoft.com/office/drawing/2014/main" id="{F18C4DB2-91F0-BD5A-8442-E44E6158EF56}"/>
              </a:ext>
            </a:extLst>
          </p:cNvPr>
          <p:cNvSpPr>
            <a:spLocks noGrp="1" noRot="1" noChangeAspect="1" noChangeArrowheads="1" noTextEdit="1"/>
          </p:cNvSpPr>
          <p:nvPr>
            <p:ph type="sldImg"/>
          </p:nvPr>
        </p:nvSpPr>
        <p:spPr>
          <a:xfrm>
            <a:off x="1143000" y="695325"/>
            <a:ext cx="4572000" cy="3429000"/>
          </a:xfrm>
          <a:ln/>
        </p:spPr>
      </p:sp>
      <p:sp>
        <p:nvSpPr>
          <p:cNvPr id="52228" name="Rectangle 3">
            <a:extLst>
              <a:ext uri="{FF2B5EF4-FFF2-40B4-BE49-F238E27FC236}">
                <a16:creationId xmlns:a16="http://schemas.microsoft.com/office/drawing/2014/main" id="{D16838E7-F059-3009-A79E-64B1F01A040B}"/>
              </a:ext>
            </a:extLst>
          </p:cNvPr>
          <p:cNvSpPr>
            <a:spLocks noGrp="1" noChangeArrowheads="1"/>
          </p:cNvSpPr>
          <p:nvPr>
            <p:ph type="body" idx="1"/>
          </p:nvPr>
        </p:nvSpPr>
        <p:spPr>
          <a:noFill/>
          <a:extLst>
            <a:ext uri="{91240B29-F687-4F45-9708-019B960494DF}">
              <a14:hiddenLine xmlns:a14="http://schemas.microsoft.com/office/drawing/2010/main" w="9525">
                <a:solidFill>
                  <a:srgbClr val="000000"/>
                </a:solidFill>
                <a:round/>
                <a:headEnd/>
                <a:tailEnd/>
              </a14:hiddenLine>
            </a:ext>
          </a:extLst>
        </p:spPr>
        <p:txBody>
          <a:bodyPr wrap="none" anchor="ctr"/>
          <a:lstStyle/>
          <a:p>
            <a:pPr defTabSz="457200"/>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3.xml"/><Relationship Id="rId4" Type="http://schemas.openxmlformats.org/officeDocument/2006/relationships/image" Target="../media/image4.jpe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2107" y="1371600"/>
            <a:ext cx="6859786" cy="3505200"/>
          </a:xfrm>
        </p:spPr>
        <p:txBody>
          <a:bodyPr>
            <a:noAutofit/>
          </a:bodyPr>
          <a:lstStyle>
            <a:lvl1pPr>
              <a:defRPr sz="7200"/>
            </a:lvl1pPr>
          </a:lstStyle>
          <a:p>
            <a:r>
              <a:rPr lang="en-US"/>
              <a:t>Click to edit Master title style</a:t>
            </a:r>
            <a:endParaRPr/>
          </a:p>
        </p:txBody>
      </p:sp>
      <p:sp>
        <p:nvSpPr>
          <p:cNvPr id="3" name="Subtitle 2"/>
          <p:cNvSpPr>
            <a:spLocks noGrp="1"/>
          </p:cNvSpPr>
          <p:nvPr>
            <p:ph type="subTitle" idx="1"/>
          </p:nvPr>
        </p:nvSpPr>
        <p:spPr>
          <a:xfrm>
            <a:off x="1142107" y="4953000"/>
            <a:ext cx="6173808" cy="1066800"/>
          </a:xfrm>
        </p:spPr>
        <p:txBody>
          <a:bodyPr>
            <a:normAutofit/>
          </a:bodyPr>
          <a:lstStyle>
            <a:lvl1pPr marL="0" indent="0" algn="l">
              <a:spcBef>
                <a:spcPts val="0"/>
              </a:spcBef>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5" name="Footer Placeholder 4"/>
          <p:cNvSpPr>
            <a:spLocks noGrp="1"/>
          </p:cNvSpPr>
          <p:nvPr>
            <p:ph type="ftr" sz="quarter" idx="11"/>
          </p:nvPr>
        </p:nvSpPr>
        <p:spPr/>
        <p:txBody>
          <a:bodyPr/>
          <a:lstStyle/>
          <a:p>
            <a:r>
              <a:rPr lang="en-US"/>
              <a:t>Ali Broumandnia, Broumandnia@gmail.com</a:t>
            </a:r>
            <a:endParaRPr lang="en-US" dirty="0"/>
          </a:p>
        </p:txBody>
      </p:sp>
      <p:sp>
        <p:nvSpPr>
          <p:cNvPr id="4" name="Date Placeholder 3"/>
          <p:cNvSpPr>
            <a:spLocks noGrp="1"/>
          </p:cNvSpPr>
          <p:nvPr>
            <p:ph type="dt" sz="half" idx="10"/>
          </p:nvPr>
        </p:nvSpPr>
        <p:spPr/>
        <p:txBody>
          <a:bodyPr/>
          <a:lstStyle/>
          <a:p>
            <a:fld id="{E9F79D2E-AB7A-4169-887B-380F516978AC}" type="datetime1">
              <a:rPr lang="en-US" smtClean="0"/>
              <a:t>10/8/2025</a:t>
            </a:fld>
            <a:endParaRPr lang="en-US"/>
          </a:p>
        </p:txBody>
      </p:sp>
      <p:sp>
        <p:nvSpPr>
          <p:cNvPr id="6" name="Slide Number Placeholder 5"/>
          <p:cNvSpPr>
            <a:spLocks noGrp="1"/>
          </p:cNvSpPr>
          <p:nvPr>
            <p:ph type="sldNum" sz="quarter" idx="12"/>
          </p:nvPr>
        </p:nvSpPr>
        <p:spPr/>
        <p:txBody>
          <a:bodyPr/>
          <a:lstStyle/>
          <a:p>
            <a:fld id="{E5137D0E-4A4F-4307-8994-C1891D747D59}" type="slidenum">
              <a:rPr lang="en-US" smtClean="0"/>
              <a:t>‹#›</a:t>
            </a:fld>
            <a:endParaRPr lang="en-US"/>
          </a:p>
        </p:txBody>
      </p:sp>
    </p:spTree>
    <p:extLst>
      <p:ext uri="{BB962C8B-B14F-4D97-AF65-F5344CB8AC3E}">
        <p14:creationId xmlns:p14="http://schemas.microsoft.com/office/powerpoint/2010/main" val="4107501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2pPr>
              <a:buClr>
                <a:schemeClr val="accent2"/>
              </a:buClr>
              <a:defRPr/>
            </a:lvl2pPr>
            <a:lvl5pPr>
              <a:defRPr/>
            </a:lvl5pPr>
            <a:lvl6pPr>
              <a:buClr>
                <a:schemeClr val="accent2"/>
              </a:buClr>
              <a:defRPr baseline="0"/>
            </a:lvl6pPr>
            <a:lvl7pPr>
              <a:buClr>
                <a:schemeClr val="accent2"/>
              </a:buClr>
              <a:defRPr baseline="0"/>
            </a:lvl7pPr>
            <a:lvl8pPr>
              <a:buClr>
                <a:schemeClr val="accent2"/>
              </a:buClr>
              <a:defRPr baseline="0"/>
            </a:lvl8pPr>
            <a:lvl9pPr>
              <a:buClr>
                <a:schemeClr val="accent2"/>
              </a:buClr>
              <a:defRPr baseline="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en-US"/>
              <a:t>Ali Broumandnia, Broumandnia@gmail.com</a:t>
            </a:r>
            <a:endParaRPr lang="en-US" dirty="0"/>
          </a:p>
        </p:txBody>
      </p:sp>
      <p:sp>
        <p:nvSpPr>
          <p:cNvPr id="4" name="Date Placeholder 3"/>
          <p:cNvSpPr>
            <a:spLocks noGrp="1"/>
          </p:cNvSpPr>
          <p:nvPr>
            <p:ph type="dt" sz="half" idx="10"/>
          </p:nvPr>
        </p:nvSpPr>
        <p:spPr/>
        <p:txBody>
          <a:bodyPr/>
          <a:lstStyle/>
          <a:p>
            <a:fld id="{FF44FCBD-2EB9-4262-A2B1-B89F7F835BF6}" type="datetime1">
              <a:rPr lang="en-US" smtClean="0"/>
              <a:t>10/8/2025</a:t>
            </a:fld>
            <a:endParaRPr lang="en-US"/>
          </a:p>
        </p:txBody>
      </p:sp>
      <p:sp>
        <p:nvSpPr>
          <p:cNvPr id="6" name="Slide Number Placeholder 5"/>
          <p:cNvSpPr>
            <a:spLocks noGrp="1"/>
          </p:cNvSpPr>
          <p:nvPr>
            <p:ph type="sldNum" sz="quarter" idx="12"/>
          </p:nvPr>
        </p:nvSpPr>
        <p:spPr/>
        <p:txBody>
          <a:bodyPr/>
          <a:lstStyle/>
          <a:p>
            <a:fld id="{E5137D0E-4A4F-4307-8994-C1891D747D59}" type="slidenum">
              <a:rPr lang="en-US" smtClean="0"/>
              <a:t>‹#›</a:t>
            </a:fld>
            <a:endParaRPr lang="en-US"/>
          </a:p>
        </p:txBody>
      </p:sp>
    </p:spTree>
    <p:extLst>
      <p:ext uri="{BB962C8B-B14F-4D97-AF65-F5344CB8AC3E}">
        <p14:creationId xmlns:p14="http://schemas.microsoft.com/office/powerpoint/2010/main" val="836337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2108" y="2514601"/>
            <a:ext cx="6859786" cy="2819400"/>
          </a:xfrm>
        </p:spPr>
        <p:txBody>
          <a:bodyPr anchor="b">
            <a:noAutofit/>
          </a:bodyPr>
          <a:lstStyle>
            <a:lvl1pPr algn="l">
              <a:defRPr sz="6600" b="0" i="0" cap="none" baseline="0"/>
            </a:lvl1pPr>
          </a:lstStyle>
          <a:p>
            <a:r>
              <a:rPr lang="en-US"/>
              <a:t>Click to edit Master title style</a:t>
            </a:r>
            <a:endParaRPr/>
          </a:p>
        </p:txBody>
      </p:sp>
      <p:sp>
        <p:nvSpPr>
          <p:cNvPr id="3" name="Text Placeholder 2"/>
          <p:cNvSpPr>
            <a:spLocks noGrp="1"/>
          </p:cNvSpPr>
          <p:nvPr>
            <p:ph type="body" idx="1"/>
          </p:nvPr>
        </p:nvSpPr>
        <p:spPr>
          <a:xfrm>
            <a:off x="1142107" y="990600"/>
            <a:ext cx="6173808" cy="1143000"/>
          </a:xfrm>
        </p:spPr>
        <p:txBody>
          <a:bodyPr anchor="t">
            <a:normAutofit/>
          </a:bodyPr>
          <a:lstStyle>
            <a:lvl1pPr marL="0" indent="0">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5" name="Footer Placeholder 4"/>
          <p:cNvSpPr>
            <a:spLocks noGrp="1"/>
          </p:cNvSpPr>
          <p:nvPr>
            <p:ph type="ftr" sz="quarter" idx="11"/>
          </p:nvPr>
        </p:nvSpPr>
        <p:spPr/>
        <p:txBody>
          <a:bodyPr/>
          <a:lstStyle/>
          <a:p>
            <a:r>
              <a:rPr lang="en-US"/>
              <a:t>Ali Broumandnia, Broumandnia@gmail.com</a:t>
            </a:r>
            <a:endParaRPr lang="en-US" dirty="0"/>
          </a:p>
        </p:txBody>
      </p:sp>
      <p:sp>
        <p:nvSpPr>
          <p:cNvPr id="4" name="Date Placeholder 3"/>
          <p:cNvSpPr>
            <a:spLocks noGrp="1"/>
          </p:cNvSpPr>
          <p:nvPr>
            <p:ph type="dt" sz="half" idx="10"/>
          </p:nvPr>
        </p:nvSpPr>
        <p:spPr/>
        <p:txBody>
          <a:bodyPr/>
          <a:lstStyle/>
          <a:p>
            <a:fld id="{71C21516-F6A1-4AAD-B436-C2BDEA0F11EF}" type="datetime1">
              <a:rPr lang="en-US" smtClean="0"/>
              <a:t>10/8/2025</a:t>
            </a:fld>
            <a:endParaRPr lang="en-US"/>
          </a:p>
        </p:txBody>
      </p:sp>
      <p:sp>
        <p:nvSpPr>
          <p:cNvPr id="6" name="Slide Number Placeholder 5"/>
          <p:cNvSpPr>
            <a:spLocks noGrp="1"/>
          </p:cNvSpPr>
          <p:nvPr>
            <p:ph type="sldNum" sz="quarter" idx="12"/>
          </p:nvPr>
        </p:nvSpPr>
        <p:spPr/>
        <p:txBody>
          <a:bodyPr/>
          <a:lstStyle/>
          <a:p>
            <a:fld id="{E5137D0E-4A4F-4307-8994-C1891D747D59}" type="slidenum">
              <a:rPr lang="en-US" smtClean="0"/>
              <a:t>‹#›</a:t>
            </a:fld>
            <a:endParaRPr lang="en-US"/>
          </a:p>
        </p:txBody>
      </p:sp>
    </p:spTree>
    <p:extLst>
      <p:ext uri="{BB962C8B-B14F-4D97-AF65-F5344CB8AC3E}">
        <p14:creationId xmlns:p14="http://schemas.microsoft.com/office/powerpoint/2010/main" val="3591654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42108" y="533400"/>
            <a:ext cx="7202776" cy="1143000"/>
          </a:xfrm>
        </p:spPr>
        <p:txBody>
          <a:bodyPr/>
          <a:lstStyle/>
          <a:p>
            <a:r>
              <a:rPr lang="en-US"/>
              <a:t>Click to edit Master title style</a:t>
            </a:r>
            <a:endParaRPr/>
          </a:p>
        </p:txBody>
      </p:sp>
      <p:sp>
        <p:nvSpPr>
          <p:cNvPr id="3" name="Content Placeholder 2"/>
          <p:cNvSpPr>
            <a:spLocks noGrp="1"/>
          </p:cNvSpPr>
          <p:nvPr>
            <p:ph sz="half" idx="1"/>
          </p:nvPr>
        </p:nvSpPr>
        <p:spPr>
          <a:xfrm>
            <a:off x="1142108" y="1828800"/>
            <a:ext cx="3484771" cy="4191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857824" y="1828800"/>
            <a:ext cx="3487059" cy="4191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r>
              <a:rPr lang="en-US"/>
              <a:t>Ali Broumandnia, Broumandnia@gmail.com</a:t>
            </a:r>
            <a:endParaRPr lang="en-US" dirty="0"/>
          </a:p>
        </p:txBody>
      </p:sp>
      <p:sp>
        <p:nvSpPr>
          <p:cNvPr id="5" name="Date Placeholder 4"/>
          <p:cNvSpPr>
            <a:spLocks noGrp="1"/>
          </p:cNvSpPr>
          <p:nvPr>
            <p:ph type="dt" sz="half" idx="10"/>
          </p:nvPr>
        </p:nvSpPr>
        <p:spPr/>
        <p:txBody>
          <a:bodyPr/>
          <a:lstStyle/>
          <a:p>
            <a:fld id="{97688326-A9FC-4512-8F7F-2BBD5B5BFAD9}" type="datetime1">
              <a:rPr lang="en-US" smtClean="0"/>
              <a:t>10/8/2025</a:t>
            </a:fld>
            <a:endParaRPr lang="en-US"/>
          </a:p>
        </p:txBody>
      </p:sp>
      <p:sp>
        <p:nvSpPr>
          <p:cNvPr id="7" name="Slide Number Placeholder 6"/>
          <p:cNvSpPr>
            <a:spLocks noGrp="1"/>
          </p:cNvSpPr>
          <p:nvPr>
            <p:ph type="sldNum" sz="quarter" idx="12"/>
          </p:nvPr>
        </p:nvSpPr>
        <p:spPr/>
        <p:txBody>
          <a:bodyPr/>
          <a:lstStyle/>
          <a:p>
            <a:fld id="{E5137D0E-4A4F-4307-8994-C1891D747D59}" type="slidenum">
              <a:rPr lang="en-US" smtClean="0"/>
              <a:t>‹#›</a:t>
            </a:fld>
            <a:endParaRPr lang="en-US"/>
          </a:p>
        </p:txBody>
      </p:sp>
    </p:spTree>
    <p:extLst>
      <p:ext uri="{BB962C8B-B14F-4D97-AF65-F5344CB8AC3E}">
        <p14:creationId xmlns:p14="http://schemas.microsoft.com/office/powerpoint/2010/main" val="383154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2108" y="533400"/>
            <a:ext cx="7202776" cy="1143000"/>
          </a:xfr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142108" y="1828800"/>
            <a:ext cx="3484771"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42108" y="2667000"/>
            <a:ext cx="3484771" cy="3352800"/>
          </a:xfrm>
        </p:spPr>
        <p:txBody>
          <a:bodyPr>
            <a:normAutofit/>
          </a:bodyPr>
          <a:lstStyle>
            <a:lvl1pPr>
              <a:defRPr sz="2000"/>
            </a:lvl1pPr>
            <a:lvl2pPr>
              <a:defRPr sz="1800"/>
            </a:lvl2pPr>
            <a:lvl3pPr>
              <a:defRPr sz="1600"/>
            </a:lvl3pPr>
            <a:lvl4pPr>
              <a:defRPr sz="1400"/>
            </a:lvl4pPr>
            <a:lvl5pPr>
              <a:defRPr sz="1400"/>
            </a:lvl5pPr>
            <a:lvl6pPr>
              <a:defRPr sz="1400" baseline="0"/>
            </a:lvl6pPr>
            <a:lvl7pPr>
              <a:defRPr sz="1400" baseline="0"/>
            </a:lvl7pPr>
            <a:lvl8pPr>
              <a:defRPr sz="1400" baseline="0"/>
            </a:lvl8pPr>
            <a:lvl9pPr>
              <a:defRPr sz="1400" baseline="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4860112" y="1828800"/>
            <a:ext cx="3484771"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860112" y="2667000"/>
            <a:ext cx="3484771" cy="33528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r>
              <a:rPr lang="en-US"/>
              <a:t>Ali Broumandnia, Broumandnia@gmail.com</a:t>
            </a:r>
            <a:endParaRPr lang="en-US" dirty="0"/>
          </a:p>
        </p:txBody>
      </p:sp>
      <p:sp>
        <p:nvSpPr>
          <p:cNvPr id="7" name="Date Placeholder 6"/>
          <p:cNvSpPr>
            <a:spLocks noGrp="1"/>
          </p:cNvSpPr>
          <p:nvPr>
            <p:ph type="dt" sz="half" idx="10"/>
          </p:nvPr>
        </p:nvSpPr>
        <p:spPr/>
        <p:txBody>
          <a:bodyPr/>
          <a:lstStyle/>
          <a:p>
            <a:fld id="{00527104-71A5-4526-848B-03C79DD1938F}" type="datetime1">
              <a:rPr lang="en-US" smtClean="0"/>
              <a:t>10/8/2025</a:t>
            </a:fld>
            <a:endParaRPr lang="en-US"/>
          </a:p>
        </p:txBody>
      </p:sp>
      <p:sp>
        <p:nvSpPr>
          <p:cNvPr id="9" name="Slide Number Placeholder 8"/>
          <p:cNvSpPr>
            <a:spLocks noGrp="1"/>
          </p:cNvSpPr>
          <p:nvPr>
            <p:ph type="sldNum" sz="quarter" idx="12"/>
          </p:nvPr>
        </p:nvSpPr>
        <p:spPr/>
        <p:txBody>
          <a:bodyPr/>
          <a:lstStyle/>
          <a:p>
            <a:fld id="{E5137D0E-4A4F-4307-8994-C1891D747D59}" type="slidenum">
              <a:rPr lang="en-US" smtClean="0"/>
              <a:t>‹#›</a:t>
            </a:fld>
            <a:endParaRPr lang="en-US"/>
          </a:p>
        </p:txBody>
      </p:sp>
    </p:spTree>
    <p:extLst>
      <p:ext uri="{BB962C8B-B14F-4D97-AF65-F5344CB8AC3E}">
        <p14:creationId xmlns:p14="http://schemas.microsoft.com/office/powerpoint/2010/main" val="3812924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r>
              <a:rPr lang="en-US"/>
              <a:t>Ali Broumandnia, Broumandnia@gmail.com</a:t>
            </a:r>
            <a:endParaRPr lang="en-US" dirty="0"/>
          </a:p>
        </p:txBody>
      </p:sp>
      <p:sp>
        <p:nvSpPr>
          <p:cNvPr id="3" name="Date Placeholder 2"/>
          <p:cNvSpPr>
            <a:spLocks noGrp="1"/>
          </p:cNvSpPr>
          <p:nvPr>
            <p:ph type="dt" sz="half" idx="10"/>
          </p:nvPr>
        </p:nvSpPr>
        <p:spPr/>
        <p:txBody>
          <a:bodyPr/>
          <a:lstStyle/>
          <a:p>
            <a:fld id="{75C6005C-275B-4C47-9EDC-9606D70BA3FC}" type="datetime1">
              <a:rPr lang="en-US" smtClean="0"/>
              <a:t>10/8/2025</a:t>
            </a:fld>
            <a:endParaRPr lang="en-US"/>
          </a:p>
        </p:txBody>
      </p:sp>
      <p:sp>
        <p:nvSpPr>
          <p:cNvPr id="5" name="Slide Number Placeholder 4"/>
          <p:cNvSpPr>
            <a:spLocks noGrp="1"/>
          </p:cNvSpPr>
          <p:nvPr>
            <p:ph type="sldNum" sz="quarter" idx="12"/>
          </p:nvPr>
        </p:nvSpPr>
        <p:spPr/>
        <p:txBody>
          <a:bodyPr/>
          <a:lstStyle/>
          <a:p>
            <a:fld id="{E5137D0E-4A4F-4307-8994-C1891D747D59}" type="slidenum">
              <a:rPr lang="en-US" smtClean="0"/>
              <a:t>‹#›</a:t>
            </a:fld>
            <a:endParaRPr lang="en-US"/>
          </a:p>
        </p:txBody>
      </p:sp>
    </p:spTree>
    <p:extLst>
      <p:ext uri="{BB962C8B-B14F-4D97-AF65-F5344CB8AC3E}">
        <p14:creationId xmlns:p14="http://schemas.microsoft.com/office/powerpoint/2010/main" val="2236569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Ali Broumandnia, Broumandnia@gmail.com</a:t>
            </a:r>
            <a:endParaRPr lang="en-US" dirty="0"/>
          </a:p>
        </p:txBody>
      </p:sp>
      <p:sp>
        <p:nvSpPr>
          <p:cNvPr id="2" name="Date Placeholder 1"/>
          <p:cNvSpPr>
            <a:spLocks noGrp="1"/>
          </p:cNvSpPr>
          <p:nvPr>
            <p:ph type="dt" sz="half" idx="10"/>
          </p:nvPr>
        </p:nvSpPr>
        <p:spPr/>
        <p:txBody>
          <a:bodyPr/>
          <a:lstStyle/>
          <a:p>
            <a:fld id="{37ED8C85-E6EB-422C-BD9F-58DB790FE894}" type="datetime1">
              <a:rPr lang="en-US" smtClean="0"/>
              <a:t>10/8/2025</a:t>
            </a:fld>
            <a:endParaRPr lang="en-US"/>
          </a:p>
        </p:txBody>
      </p:sp>
      <p:sp>
        <p:nvSpPr>
          <p:cNvPr id="4" name="Slide Number Placeholder 3"/>
          <p:cNvSpPr>
            <a:spLocks noGrp="1"/>
          </p:cNvSpPr>
          <p:nvPr>
            <p:ph type="sldNum" sz="quarter" idx="12"/>
          </p:nvPr>
        </p:nvSpPr>
        <p:spPr/>
        <p:txBody>
          <a:bodyPr/>
          <a:lstStyle/>
          <a:p>
            <a:fld id="{E5137D0E-4A4F-4307-8994-C1891D747D59}" type="slidenum">
              <a:rPr lang="en-US" smtClean="0"/>
              <a:t>‹#›</a:t>
            </a:fld>
            <a:endParaRPr lang="en-US"/>
          </a:p>
        </p:txBody>
      </p:sp>
    </p:spTree>
    <p:extLst>
      <p:ext uri="{BB962C8B-B14F-4D97-AF65-F5344CB8AC3E}">
        <p14:creationId xmlns:p14="http://schemas.microsoft.com/office/powerpoint/2010/main" val="34652584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7624" y="2590800"/>
            <a:ext cx="2458089" cy="1924050"/>
          </a:xfrm>
        </p:spPr>
        <p:txBody>
          <a:bodyPr anchor="b">
            <a:normAutofit/>
          </a:bodyPr>
          <a:lstStyle>
            <a:lvl1pPr algn="l">
              <a:defRPr sz="3200" b="0"/>
            </a:lvl1pPr>
          </a:lstStyle>
          <a:p>
            <a:r>
              <a:rPr lang="en-US"/>
              <a:t>Click to edit Master title style</a:t>
            </a:r>
            <a:endParaRPr/>
          </a:p>
        </p:txBody>
      </p:sp>
      <p:sp>
        <p:nvSpPr>
          <p:cNvPr id="3" name="Content Placeholder 2"/>
          <p:cNvSpPr>
            <a:spLocks noGrp="1"/>
          </p:cNvSpPr>
          <p:nvPr>
            <p:ph idx="1"/>
          </p:nvPr>
        </p:nvSpPr>
        <p:spPr>
          <a:xfrm>
            <a:off x="3886021" y="838200"/>
            <a:ext cx="4630357" cy="51816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627624" y="4648200"/>
            <a:ext cx="2458089" cy="1371600"/>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Footer Placeholder 8"/>
          <p:cNvSpPr>
            <a:spLocks noGrp="1"/>
          </p:cNvSpPr>
          <p:nvPr>
            <p:ph type="ftr" sz="quarter" idx="11"/>
          </p:nvPr>
        </p:nvSpPr>
        <p:spPr/>
        <p:txBody>
          <a:bodyPr/>
          <a:lstStyle/>
          <a:p>
            <a:r>
              <a:rPr lang="en-US"/>
              <a:t>Ali Broumandnia, Broumandnia@gmail.com</a:t>
            </a:r>
            <a:endParaRPr lang="en-US" dirty="0"/>
          </a:p>
        </p:txBody>
      </p:sp>
      <p:sp>
        <p:nvSpPr>
          <p:cNvPr id="8" name="Date Placeholder 7"/>
          <p:cNvSpPr>
            <a:spLocks noGrp="1"/>
          </p:cNvSpPr>
          <p:nvPr>
            <p:ph type="dt" sz="half" idx="10"/>
          </p:nvPr>
        </p:nvSpPr>
        <p:spPr/>
        <p:txBody>
          <a:bodyPr/>
          <a:lstStyle/>
          <a:p>
            <a:fld id="{208E34E0-E209-44BC-805B-ACCDB04FFFF9}" type="datetime1">
              <a:rPr lang="en-US" smtClean="0"/>
              <a:t>10/8/2025</a:t>
            </a:fld>
            <a:endParaRPr lang="en-US"/>
          </a:p>
        </p:txBody>
      </p:sp>
      <p:sp>
        <p:nvSpPr>
          <p:cNvPr id="10" name="Slide Number Placeholder 9"/>
          <p:cNvSpPr>
            <a:spLocks noGrp="1"/>
          </p:cNvSpPr>
          <p:nvPr>
            <p:ph type="sldNum" sz="quarter" idx="12"/>
          </p:nvPr>
        </p:nvSpPr>
        <p:spPr/>
        <p:txBody>
          <a:bodyPr/>
          <a:lstStyle/>
          <a:p>
            <a:fld id="{E5137D0E-4A4F-4307-8994-C1891D747D59}" type="slidenum">
              <a:rPr lang="en-US" smtClean="0"/>
              <a:pPr/>
              <a:t>‹#›</a:t>
            </a:fld>
            <a:endParaRPr lang="en-US"/>
          </a:p>
        </p:txBody>
      </p:sp>
    </p:spTree>
    <p:extLst>
      <p:ext uri="{BB962C8B-B14F-4D97-AF65-F5344CB8AC3E}">
        <p14:creationId xmlns:p14="http://schemas.microsoft.com/office/powerpoint/2010/main" val="3913643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7624" y="2590800"/>
            <a:ext cx="2458089" cy="1924050"/>
          </a:xfrm>
        </p:spPr>
        <p:txBody>
          <a:bodyPr anchor="b">
            <a:normAutofit/>
          </a:bodyPr>
          <a:lstStyle>
            <a:lvl1pPr algn="l">
              <a:defRPr sz="3200" b="0"/>
            </a:lvl1pPr>
          </a:lstStyle>
          <a:p>
            <a:r>
              <a:rPr lang="en-US"/>
              <a:t>Click to edit Master title style</a:t>
            </a:r>
            <a:endParaRPr/>
          </a:p>
        </p:txBody>
      </p:sp>
      <p:sp>
        <p:nvSpPr>
          <p:cNvPr id="5" name="Rectangle 4"/>
          <p:cNvSpPr/>
          <p:nvPr/>
        </p:nvSpPr>
        <p:spPr>
          <a:xfrm>
            <a:off x="3828856" y="457200"/>
            <a:ext cx="4973345" cy="5943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Picture Placeholder 2" descr="An empty placeholder to add an image. Click on the placeholder and select the image that you wish to add"/>
          <p:cNvSpPr>
            <a:spLocks noGrp="1"/>
          </p:cNvSpPr>
          <p:nvPr>
            <p:ph type="pic" idx="1"/>
          </p:nvPr>
        </p:nvSpPr>
        <p:spPr>
          <a:xfrm>
            <a:off x="4114681" y="836610"/>
            <a:ext cx="4401697" cy="5183190"/>
          </a:xfrm>
          <a:solidFill>
            <a:schemeClr val="bg2"/>
          </a:solidFill>
        </p:spPr>
        <p:txBody>
          <a:bodyPr tIns="9144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627624" y="4648200"/>
            <a:ext cx="2458089" cy="1371600"/>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Tree>
    <p:extLst>
      <p:ext uri="{BB962C8B-B14F-4D97-AF65-F5344CB8AC3E}">
        <p14:creationId xmlns:p14="http://schemas.microsoft.com/office/powerpoint/2010/main" val="3773852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baseline="0"/>
            </a:lvl6pPr>
            <a:lvl7pPr>
              <a:defRPr baseline="0"/>
            </a:lvl7pPr>
            <a:lvl8pPr>
              <a:defRPr baseline="0"/>
            </a:lvl8pPr>
            <a:lvl9pPr>
              <a:defRPr baseline="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a:t>Ali Broumandnia, Broumandnia@gmail.com</a:t>
            </a:r>
            <a:endParaRPr lang="en-US" dirty="0"/>
          </a:p>
        </p:txBody>
      </p:sp>
      <p:sp>
        <p:nvSpPr>
          <p:cNvPr id="4" name="Date Placeholder 3"/>
          <p:cNvSpPr>
            <a:spLocks noGrp="1"/>
          </p:cNvSpPr>
          <p:nvPr>
            <p:ph type="dt" sz="half" idx="10"/>
          </p:nvPr>
        </p:nvSpPr>
        <p:spPr/>
        <p:txBody>
          <a:bodyPr/>
          <a:lstStyle/>
          <a:p>
            <a:fld id="{A7A3B517-B80B-45EE-834A-375C2AA87274}" type="datetime1">
              <a:rPr lang="en-US" smtClean="0"/>
              <a:t>10/8/2025</a:t>
            </a:fld>
            <a:endParaRPr lang="en-US"/>
          </a:p>
        </p:txBody>
      </p:sp>
      <p:sp>
        <p:nvSpPr>
          <p:cNvPr id="6" name="Slide Number Placeholder 5"/>
          <p:cNvSpPr>
            <a:spLocks noGrp="1"/>
          </p:cNvSpPr>
          <p:nvPr>
            <p:ph type="sldNum" sz="quarter" idx="12"/>
          </p:nvPr>
        </p:nvSpPr>
        <p:spPr/>
        <p:txBody>
          <a:bodyPr/>
          <a:lstStyle/>
          <a:p>
            <a:fld id="{E5137D0E-4A4F-4307-8994-C1891D747D59}" type="slidenum">
              <a:rPr lang="en-US" smtClean="0"/>
              <a:t>‹#›</a:t>
            </a:fld>
            <a:endParaRPr lang="en-US"/>
          </a:p>
        </p:txBody>
      </p:sp>
    </p:spTree>
    <p:extLst>
      <p:ext uri="{BB962C8B-B14F-4D97-AF65-F5344CB8AC3E}">
        <p14:creationId xmlns:p14="http://schemas.microsoft.com/office/powerpoint/2010/main" val="1173316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15914" y="533400"/>
            <a:ext cx="1028968" cy="5592764"/>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142106" y="533400"/>
            <a:ext cx="6059479" cy="5592764"/>
          </a:xfrm>
        </p:spPr>
        <p:txBody>
          <a:bodyPr vert="eaVert"/>
          <a:lstStyle>
            <a:lvl5pPr>
              <a:defRPr/>
            </a:lvl5pPr>
            <a:lvl6pPr>
              <a:defRPr/>
            </a:lvl6pPr>
            <a:lvl7pPr>
              <a:defRPr/>
            </a:lvl7pPr>
            <a:lvl8pPr>
              <a:defRPr/>
            </a:lvl8pPr>
            <a:lvl9pPr>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a:t>Ali Broumandnia, Broumandnia@gmail.com</a:t>
            </a:r>
            <a:endParaRPr lang="en-US" dirty="0"/>
          </a:p>
        </p:txBody>
      </p:sp>
      <p:sp>
        <p:nvSpPr>
          <p:cNvPr id="4" name="Date Placeholder 3"/>
          <p:cNvSpPr>
            <a:spLocks noGrp="1"/>
          </p:cNvSpPr>
          <p:nvPr>
            <p:ph type="dt" sz="half" idx="10"/>
          </p:nvPr>
        </p:nvSpPr>
        <p:spPr/>
        <p:txBody>
          <a:bodyPr/>
          <a:lstStyle/>
          <a:p>
            <a:fld id="{72991D08-7A07-42E6-9E94-946A93672C2F}" type="datetime1">
              <a:rPr lang="en-US" smtClean="0"/>
              <a:t>10/8/2025</a:t>
            </a:fld>
            <a:endParaRPr lang="en-US"/>
          </a:p>
        </p:txBody>
      </p:sp>
      <p:sp>
        <p:nvSpPr>
          <p:cNvPr id="6" name="Slide Number Placeholder 5"/>
          <p:cNvSpPr>
            <a:spLocks noGrp="1"/>
          </p:cNvSpPr>
          <p:nvPr>
            <p:ph type="sldNum" sz="quarter" idx="12"/>
          </p:nvPr>
        </p:nvSpPr>
        <p:spPr/>
        <p:txBody>
          <a:bodyPr/>
          <a:lstStyle/>
          <a:p>
            <a:fld id="{E5137D0E-4A4F-4307-8994-C1891D747D59}" type="slidenum">
              <a:rPr lang="en-US" smtClean="0"/>
              <a:t>‹#›</a:t>
            </a:fld>
            <a:endParaRPr lang="en-US"/>
          </a:p>
        </p:txBody>
      </p:sp>
    </p:spTree>
    <p:extLst>
      <p:ext uri="{BB962C8B-B14F-4D97-AF65-F5344CB8AC3E}">
        <p14:creationId xmlns:p14="http://schemas.microsoft.com/office/powerpoint/2010/main" val="887540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41A420A6-9145-E324-1903-20278689B75A}"/>
              </a:ext>
            </a:extLst>
          </p:cNvPr>
          <p:cNvSpPr>
            <a:spLocks noGrp="1"/>
          </p:cNvSpPr>
          <p:nvPr>
            <p:ph type="dt" sz="half" idx="10"/>
          </p:nvPr>
        </p:nvSpPr>
        <p:spPr/>
        <p:txBody>
          <a:bodyPr/>
          <a:lstStyle>
            <a:lvl1pPr>
              <a:defRPr/>
            </a:lvl1pPr>
          </a:lstStyle>
          <a:p>
            <a:pPr>
              <a:defRPr/>
            </a:pPr>
            <a:fld id="{7A71E679-1CEF-43D3-9B55-9EA1C247D716}" type="datetime1">
              <a:rPr lang="en-US"/>
              <a:pPr>
                <a:defRPr/>
              </a:pPr>
              <a:t>10/8/2025</a:t>
            </a:fld>
            <a:endParaRPr lang="en-US"/>
          </a:p>
        </p:txBody>
      </p:sp>
      <p:sp>
        <p:nvSpPr>
          <p:cNvPr id="5" name="Footer Placeholder 4">
            <a:extLst>
              <a:ext uri="{FF2B5EF4-FFF2-40B4-BE49-F238E27FC236}">
                <a16:creationId xmlns:a16="http://schemas.microsoft.com/office/drawing/2014/main" id="{F1684CDD-9796-598C-937E-45D6531D74AD}"/>
              </a:ext>
            </a:extLst>
          </p:cNvPr>
          <p:cNvSpPr>
            <a:spLocks noGrp="1"/>
          </p:cNvSpPr>
          <p:nvPr>
            <p:ph type="ftr" sz="quarter" idx="11"/>
          </p:nvPr>
        </p:nvSpPr>
        <p:spPr/>
        <p:txBody>
          <a:bodyPr/>
          <a:lstStyle>
            <a:lvl1pPr>
              <a:defRPr/>
            </a:lvl1pPr>
          </a:lstStyle>
          <a:p>
            <a:pPr>
              <a:defRPr/>
            </a:pPr>
            <a:r>
              <a:rPr lang="en-US"/>
              <a:t>ISMDR:BE5IT:VIII:Madhu N. PIIT</a:t>
            </a:r>
          </a:p>
        </p:txBody>
      </p:sp>
      <p:sp>
        <p:nvSpPr>
          <p:cNvPr id="6" name="Slide Number Placeholder 5">
            <a:extLst>
              <a:ext uri="{FF2B5EF4-FFF2-40B4-BE49-F238E27FC236}">
                <a16:creationId xmlns:a16="http://schemas.microsoft.com/office/drawing/2014/main" id="{F65B7C95-0EA1-0C14-5C21-7EEDA22E1257}"/>
              </a:ext>
            </a:extLst>
          </p:cNvPr>
          <p:cNvSpPr>
            <a:spLocks noGrp="1"/>
          </p:cNvSpPr>
          <p:nvPr>
            <p:ph type="sldNum" sz="quarter" idx="12"/>
          </p:nvPr>
        </p:nvSpPr>
        <p:spPr/>
        <p:txBody>
          <a:bodyPr/>
          <a:lstStyle>
            <a:lvl1pPr>
              <a:defRPr/>
            </a:lvl1pPr>
          </a:lstStyle>
          <a:p>
            <a:pPr>
              <a:defRPr/>
            </a:pPr>
            <a:fld id="{7BA34F89-AD78-4850-98FF-2F9E74B881CC}" type="slidenum">
              <a:rPr lang="en-US" altLang="en-US"/>
              <a:pPr>
                <a:defRPr/>
              </a:pPr>
              <a:t>‹#›</a:t>
            </a:fld>
            <a:endParaRPr lang="en-US" altLang="en-US"/>
          </a:p>
        </p:txBody>
      </p:sp>
    </p:spTree>
    <p:extLst>
      <p:ext uri="{BB962C8B-B14F-4D97-AF65-F5344CB8AC3E}">
        <p14:creationId xmlns:p14="http://schemas.microsoft.com/office/powerpoint/2010/main" val="10937557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560260-849F-49F2-9BA4-8A136B0F7947}"/>
              </a:ext>
            </a:extLst>
          </p:cNvPr>
          <p:cNvSpPr>
            <a:spLocks noGrp="1"/>
          </p:cNvSpPr>
          <p:nvPr>
            <p:ph type="dt" sz="half" idx="10"/>
          </p:nvPr>
        </p:nvSpPr>
        <p:spPr/>
        <p:txBody>
          <a:bodyPr/>
          <a:lstStyle>
            <a:lvl1pPr>
              <a:defRPr/>
            </a:lvl1pPr>
          </a:lstStyle>
          <a:p>
            <a:pPr>
              <a:defRPr/>
            </a:pPr>
            <a:fld id="{F6AB296D-2BBA-4D8E-A77A-30A0C8FA544F}" type="datetime1">
              <a:rPr lang="en-US"/>
              <a:pPr>
                <a:defRPr/>
              </a:pPr>
              <a:t>10/8/2025</a:t>
            </a:fld>
            <a:endParaRPr lang="en-US"/>
          </a:p>
        </p:txBody>
      </p:sp>
      <p:sp>
        <p:nvSpPr>
          <p:cNvPr id="5" name="Footer Placeholder 4">
            <a:extLst>
              <a:ext uri="{FF2B5EF4-FFF2-40B4-BE49-F238E27FC236}">
                <a16:creationId xmlns:a16="http://schemas.microsoft.com/office/drawing/2014/main" id="{FF1ED7A4-1ADF-71C6-2F5D-B84588C4A154}"/>
              </a:ext>
            </a:extLst>
          </p:cNvPr>
          <p:cNvSpPr>
            <a:spLocks noGrp="1"/>
          </p:cNvSpPr>
          <p:nvPr>
            <p:ph type="ftr" sz="quarter" idx="11"/>
          </p:nvPr>
        </p:nvSpPr>
        <p:spPr/>
        <p:txBody>
          <a:bodyPr/>
          <a:lstStyle>
            <a:lvl1pPr>
              <a:defRPr/>
            </a:lvl1pPr>
          </a:lstStyle>
          <a:p>
            <a:pPr>
              <a:defRPr/>
            </a:pPr>
            <a:r>
              <a:rPr lang="en-US"/>
              <a:t>ISMDR:BE5IT:VIII:Madhu N. PIIT</a:t>
            </a:r>
          </a:p>
        </p:txBody>
      </p:sp>
      <p:sp>
        <p:nvSpPr>
          <p:cNvPr id="6" name="Slide Number Placeholder 5">
            <a:extLst>
              <a:ext uri="{FF2B5EF4-FFF2-40B4-BE49-F238E27FC236}">
                <a16:creationId xmlns:a16="http://schemas.microsoft.com/office/drawing/2014/main" id="{8B3D693F-93DB-D81A-4839-ABCF4A99037C}"/>
              </a:ext>
            </a:extLst>
          </p:cNvPr>
          <p:cNvSpPr>
            <a:spLocks noGrp="1"/>
          </p:cNvSpPr>
          <p:nvPr>
            <p:ph type="sldNum" sz="quarter" idx="12"/>
          </p:nvPr>
        </p:nvSpPr>
        <p:spPr/>
        <p:txBody>
          <a:bodyPr/>
          <a:lstStyle>
            <a:lvl1pPr>
              <a:defRPr/>
            </a:lvl1pPr>
          </a:lstStyle>
          <a:p>
            <a:pPr>
              <a:defRPr/>
            </a:pPr>
            <a:fld id="{8F75EFE4-C97A-4080-9B8F-F8F7636E8F5F}" type="slidenum">
              <a:rPr lang="en-US" altLang="en-US"/>
              <a:pPr>
                <a:defRPr/>
              </a:pPr>
              <a:t>‹#›</a:t>
            </a:fld>
            <a:endParaRPr lang="en-US" altLang="en-US"/>
          </a:p>
        </p:txBody>
      </p:sp>
    </p:spTree>
    <p:extLst>
      <p:ext uri="{BB962C8B-B14F-4D97-AF65-F5344CB8AC3E}">
        <p14:creationId xmlns:p14="http://schemas.microsoft.com/office/powerpoint/2010/main" val="25036004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278020-2A1E-7ABF-7220-37229738C368}"/>
              </a:ext>
            </a:extLst>
          </p:cNvPr>
          <p:cNvSpPr>
            <a:spLocks noGrp="1"/>
          </p:cNvSpPr>
          <p:nvPr>
            <p:ph type="dt" sz="half" idx="10"/>
          </p:nvPr>
        </p:nvSpPr>
        <p:spPr/>
        <p:txBody>
          <a:bodyPr/>
          <a:lstStyle>
            <a:lvl1pPr>
              <a:defRPr/>
            </a:lvl1pPr>
          </a:lstStyle>
          <a:p>
            <a:pPr>
              <a:defRPr/>
            </a:pPr>
            <a:fld id="{43A37958-4E79-4406-B2B0-7A2B6B44199F}" type="datetime1">
              <a:rPr lang="en-US"/>
              <a:pPr>
                <a:defRPr/>
              </a:pPr>
              <a:t>10/8/2025</a:t>
            </a:fld>
            <a:endParaRPr lang="en-US"/>
          </a:p>
        </p:txBody>
      </p:sp>
      <p:sp>
        <p:nvSpPr>
          <p:cNvPr id="5" name="Footer Placeholder 4">
            <a:extLst>
              <a:ext uri="{FF2B5EF4-FFF2-40B4-BE49-F238E27FC236}">
                <a16:creationId xmlns:a16="http://schemas.microsoft.com/office/drawing/2014/main" id="{B6A54310-108A-9170-55FC-F1D100B403E6}"/>
              </a:ext>
            </a:extLst>
          </p:cNvPr>
          <p:cNvSpPr>
            <a:spLocks noGrp="1"/>
          </p:cNvSpPr>
          <p:nvPr>
            <p:ph type="ftr" sz="quarter" idx="11"/>
          </p:nvPr>
        </p:nvSpPr>
        <p:spPr/>
        <p:txBody>
          <a:bodyPr/>
          <a:lstStyle>
            <a:lvl1pPr>
              <a:defRPr/>
            </a:lvl1pPr>
          </a:lstStyle>
          <a:p>
            <a:pPr>
              <a:defRPr/>
            </a:pPr>
            <a:r>
              <a:rPr lang="en-US"/>
              <a:t>ISMDR:BE5IT:VIII:Madhu N. PIIT</a:t>
            </a:r>
          </a:p>
        </p:txBody>
      </p:sp>
      <p:sp>
        <p:nvSpPr>
          <p:cNvPr id="6" name="Slide Number Placeholder 5">
            <a:extLst>
              <a:ext uri="{FF2B5EF4-FFF2-40B4-BE49-F238E27FC236}">
                <a16:creationId xmlns:a16="http://schemas.microsoft.com/office/drawing/2014/main" id="{A17A0AEE-6979-79AA-D691-D70DDE5E32DC}"/>
              </a:ext>
            </a:extLst>
          </p:cNvPr>
          <p:cNvSpPr>
            <a:spLocks noGrp="1"/>
          </p:cNvSpPr>
          <p:nvPr>
            <p:ph type="sldNum" sz="quarter" idx="12"/>
          </p:nvPr>
        </p:nvSpPr>
        <p:spPr/>
        <p:txBody>
          <a:bodyPr/>
          <a:lstStyle>
            <a:lvl1pPr>
              <a:defRPr/>
            </a:lvl1pPr>
          </a:lstStyle>
          <a:p>
            <a:pPr>
              <a:defRPr/>
            </a:pPr>
            <a:fld id="{BFBE4F07-3815-472C-A7A6-BCCDEE87A817}" type="slidenum">
              <a:rPr lang="en-US" altLang="en-US"/>
              <a:pPr>
                <a:defRPr/>
              </a:pPr>
              <a:t>‹#›</a:t>
            </a:fld>
            <a:endParaRPr lang="en-US" altLang="en-US"/>
          </a:p>
        </p:txBody>
      </p:sp>
    </p:spTree>
    <p:extLst>
      <p:ext uri="{BB962C8B-B14F-4D97-AF65-F5344CB8AC3E}">
        <p14:creationId xmlns:p14="http://schemas.microsoft.com/office/powerpoint/2010/main" val="40956855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DA22EB23-75C4-1A87-87E7-90F1A35D58C8}"/>
              </a:ext>
            </a:extLst>
          </p:cNvPr>
          <p:cNvSpPr>
            <a:spLocks noGrp="1"/>
          </p:cNvSpPr>
          <p:nvPr>
            <p:ph type="dt" sz="half" idx="10"/>
          </p:nvPr>
        </p:nvSpPr>
        <p:spPr/>
        <p:txBody>
          <a:bodyPr/>
          <a:lstStyle>
            <a:lvl1pPr>
              <a:defRPr/>
            </a:lvl1pPr>
          </a:lstStyle>
          <a:p>
            <a:pPr>
              <a:defRPr/>
            </a:pPr>
            <a:fld id="{188EB55C-C6C6-437C-A458-D5758C1CDF0B}" type="datetime1">
              <a:rPr lang="en-US"/>
              <a:pPr>
                <a:defRPr/>
              </a:pPr>
              <a:t>10/8/2025</a:t>
            </a:fld>
            <a:endParaRPr lang="en-US"/>
          </a:p>
        </p:txBody>
      </p:sp>
      <p:sp>
        <p:nvSpPr>
          <p:cNvPr id="6" name="Footer Placeholder 4">
            <a:extLst>
              <a:ext uri="{FF2B5EF4-FFF2-40B4-BE49-F238E27FC236}">
                <a16:creationId xmlns:a16="http://schemas.microsoft.com/office/drawing/2014/main" id="{0DDBC006-052B-055D-582B-C15E960D9BE9}"/>
              </a:ext>
            </a:extLst>
          </p:cNvPr>
          <p:cNvSpPr>
            <a:spLocks noGrp="1"/>
          </p:cNvSpPr>
          <p:nvPr>
            <p:ph type="ftr" sz="quarter" idx="11"/>
          </p:nvPr>
        </p:nvSpPr>
        <p:spPr/>
        <p:txBody>
          <a:bodyPr/>
          <a:lstStyle>
            <a:lvl1pPr>
              <a:defRPr/>
            </a:lvl1pPr>
          </a:lstStyle>
          <a:p>
            <a:pPr>
              <a:defRPr/>
            </a:pPr>
            <a:r>
              <a:rPr lang="en-US"/>
              <a:t>ISMDR:BE5IT:VIII:Madhu N. PIIT</a:t>
            </a:r>
          </a:p>
        </p:txBody>
      </p:sp>
      <p:sp>
        <p:nvSpPr>
          <p:cNvPr id="7" name="Slide Number Placeholder 5">
            <a:extLst>
              <a:ext uri="{FF2B5EF4-FFF2-40B4-BE49-F238E27FC236}">
                <a16:creationId xmlns:a16="http://schemas.microsoft.com/office/drawing/2014/main" id="{7C8E0BF7-FB1A-89C0-7AF5-61898A1ABA1E}"/>
              </a:ext>
            </a:extLst>
          </p:cNvPr>
          <p:cNvSpPr>
            <a:spLocks noGrp="1"/>
          </p:cNvSpPr>
          <p:nvPr>
            <p:ph type="sldNum" sz="quarter" idx="12"/>
          </p:nvPr>
        </p:nvSpPr>
        <p:spPr/>
        <p:txBody>
          <a:bodyPr/>
          <a:lstStyle>
            <a:lvl1pPr>
              <a:defRPr/>
            </a:lvl1pPr>
          </a:lstStyle>
          <a:p>
            <a:pPr>
              <a:defRPr/>
            </a:pPr>
            <a:fld id="{91A7A904-4708-4DC2-9C4C-1146E1F467AD}" type="slidenum">
              <a:rPr lang="en-US" altLang="en-US"/>
              <a:pPr>
                <a:defRPr/>
              </a:pPr>
              <a:t>‹#›</a:t>
            </a:fld>
            <a:endParaRPr lang="en-US" altLang="en-US"/>
          </a:p>
        </p:txBody>
      </p:sp>
    </p:spTree>
    <p:extLst>
      <p:ext uri="{BB962C8B-B14F-4D97-AF65-F5344CB8AC3E}">
        <p14:creationId xmlns:p14="http://schemas.microsoft.com/office/powerpoint/2010/main" val="7286954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8BBF4B23-C0DA-F64B-CDD2-061E788C4DBD}"/>
              </a:ext>
            </a:extLst>
          </p:cNvPr>
          <p:cNvSpPr>
            <a:spLocks noGrp="1"/>
          </p:cNvSpPr>
          <p:nvPr>
            <p:ph type="dt" sz="half" idx="10"/>
          </p:nvPr>
        </p:nvSpPr>
        <p:spPr/>
        <p:txBody>
          <a:bodyPr/>
          <a:lstStyle>
            <a:lvl1pPr>
              <a:defRPr/>
            </a:lvl1pPr>
          </a:lstStyle>
          <a:p>
            <a:pPr>
              <a:defRPr/>
            </a:pPr>
            <a:fld id="{5F2C4D4C-868D-4AAA-8B9F-7332550C23FE}" type="datetime1">
              <a:rPr lang="en-US"/>
              <a:pPr>
                <a:defRPr/>
              </a:pPr>
              <a:t>10/8/2025</a:t>
            </a:fld>
            <a:endParaRPr lang="en-US"/>
          </a:p>
        </p:txBody>
      </p:sp>
      <p:sp>
        <p:nvSpPr>
          <p:cNvPr id="8" name="Footer Placeholder 4">
            <a:extLst>
              <a:ext uri="{FF2B5EF4-FFF2-40B4-BE49-F238E27FC236}">
                <a16:creationId xmlns:a16="http://schemas.microsoft.com/office/drawing/2014/main" id="{A47337B4-8427-8C18-9D11-04B526499CB5}"/>
              </a:ext>
            </a:extLst>
          </p:cNvPr>
          <p:cNvSpPr>
            <a:spLocks noGrp="1"/>
          </p:cNvSpPr>
          <p:nvPr>
            <p:ph type="ftr" sz="quarter" idx="11"/>
          </p:nvPr>
        </p:nvSpPr>
        <p:spPr/>
        <p:txBody>
          <a:bodyPr/>
          <a:lstStyle>
            <a:lvl1pPr>
              <a:defRPr/>
            </a:lvl1pPr>
          </a:lstStyle>
          <a:p>
            <a:pPr>
              <a:defRPr/>
            </a:pPr>
            <a:r>
              <a:rPr lang="en-US"/>
              <a:t>ISMDR:BE5IT:VIII:Madhu N. PIIT</a:t>
            </a:r>
          </a:p>
        </p:txBody>
      </p:sp>
      <p:sp>
        <p:nvSpPr>
          <p:cNvPr id="9" name="Slide Number Placeholder 5">
            <a:extLst>
              <a:ext uri="{FF2B5EF4-FFF2-40B4-BE49-F238E27FC236}">
                <a16:creationId xmlns:a16="http://schemas.microsoft.com/office/drawing/2014/main" id="{C7829AD7-9979-58D4-080C-9F3C1BC70FFF}"/>
              </a:ext>
            </a:extLst>
          </p:cNvPr>
          <p:cNvSpPr>
            <a:spLocks noGrp="1"/>
          </p:cNvSpPr>
          <p:nvPr>
            <p:ph type="sldNum" sz="quarter" idx="12"/>
          </p:nvPr>
        </p:nvSpPr>
        <p:spPr/>
        <p:txBody>
          <a:bodyPr/>
          <a:lstStyle>
            <a:lvl1pPr>
              <a:defRPr/>
            </a:lvl1pPr>
          </a:lstStyle>
          <a:p>
            <a:pPr>
              <a:defRPr/>
            </a:pPr>
            <a:fld id="{1A0F83EC-6F93-467A-B4DA-F0C9B9E0ACCF}" type="slidenum">
              <a:rPr lang="en-US" altLang="en-US"/>
              <a:pPr>
                <a:defRPr/>
              </a:pPr>
              <a:t>‹#›</a:t>
            </a:fld>
            <a:endParaRPr lang="en-US" altLang="en-US"/>
          </a:p>
        </p:txBody>
      </p:sp>
    </p:spTree>
    <p:extLst>
      <p:ext uri="{BB962C8B-B14F-4D97-AF65-F5344CB8AC3E}">
        <p14:creationId xmlns:p14="http://schemas.microsoft.com/office/powerpoint/2010/main" val="35965696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74A2EA10-4B67-BEDE-624A-4E47DA26C11B}"/>
              </a:ext>
            </a:extLst>
          </p:cNvPr>
          <p:cNvSpPr>
            <a:spLocks noGrp="1"/>
          </p:cNvSpPr>
          <p:nvPr>
            <p:ph type="dt" sz="half" idx="10"/>
          </p:nvPr>
        </p:nvSpPr>
        <p:spPr/>
        <p:txBody>
          <a:bodyPr/>
          <a:lstStyle>
            <a:lvl1pPr>
              <a:defRPr/>
            </a:lvl1pPr>
          </a:lstStyle>
          <a:p>
            <a:pPr>
              <a:defRPr/>
            </a:pPr>
            <a:fld id="{FC263E6C-A5F4-43E6-929F-756F1F254F32}" type="datetime1">
              <a:rPr lang="en-US"/>
              <a:pPr>
                <a:defRPr/>
              </a:pPr>
              <a:t>10/8/2025</a:t>
            </a:fld>
            <a:endParaRPr lang="en-US"/>
          </a:p>
        </p:txBody>
      </p:sp>
      <p:sp>
        <p:nvSpPr>
          <p:cNvPr id="4" name="Footer Placeholder 4">
            <a:extLst>
              <a:ext uri="{FF2B5EF4-FFF2-40B4-BE49-F238E27FC236}">
                <a16:creationId xmlns:a16="http://schemas.microsoft.com/office/drawing/2014/main" id="{64BAEC75-F128-0A08-7082-9806A4287BB0}"/>
              </a:ext>
            </a:extLst>
          </p:cNvPr>
          <p:cNvSpPr>
            <a:spLocks noGrp="1"/>
          </p:cNvSpPr>
          <p:nvPr>
            <p:ph type="ftr" sz="quarter" idx="11"/>
          </p:nvPr>
        </p:nvSpPr>
        <p:spPr/>
        <p:txBody>
          <a:bodyPr/>
          <a:lstStyle>
            <a:lvl1pPr>
              <a:defRPr/>
            </a:lvl1pPr>
          </a:lstStyle>
          <a:p>
            <a:pPr>
              <a:defRPr/>
            </a:pPr>
            <a:r>
              <a:rPr lang="en-US"/>
              <a:t>ISMDR:BE5IT:VIII:Madhu N. PIIT</a:t>
            </a:r>
          </a:p>
        </p:txBody>
      </p:sp>
      <p:sp>
        <p:nvSpPr>
          <p:cNvPr id="5" name="Slide Number Placeholder 5">
            <a:extLst>
              <a:ext uri="{FF2B5EF4-FFF2-40B4-BE49-F238E27FC236}">
                <a16:creationId xmlns:a16="http://schemas.microsoft.com/office/drawing/2014/main" id="{A75ABAB4-E26B-03AD-4564-AA6523A69135}"/>
              </a:ext>
            </a:extLst>
          </p:cNvPr>
          <p:cNvSpPr>
            <a:spLocks noGrp="1"/>
          </p:cNvSpPr>
          <p:nvPr>
            <p:ph type="sldNum" sz="quarter" idx="12"/>
          </p:nvPr>
        </p:nvSpPr>
        <p:spPr/>
        <p:txBody>
          <a:bodyPr/>
          <a:lstStyle>
            <a:lvl1pPr>
              <a:defRPr/>
            </a:lvl1pPr>
          </a:lstStyle>
          <a:p>
            <a:pPr>
              <a:defRPr/>
            </a:pPr>
            <a:fld id="{1D620475-110D-45FE-A25F-F50977D1B7F4}" type="slidenum">
              <a:rPr lang="en-US" altLang="en-US"/>
              <a:pPr>
                <a:defRPr/>
              </a:pPr>
              <a:t>‹#›</a:t>
            </a:fld>
            <a:endParaRPr lang="en-US" altLang="en-US"/>
          </a:p>
        </p:txBody>
      </p:sp>
    </p:spTree>
    <p:extLst>
      <p:ext uri="{BB962C8B-B14F-4D97-AF65-F5344CB8AC3E}">
        <p14:creationId xmlns:p14="http://schemas.microsoft.com/office/powerpoint/2010/main" val="33725634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05E0434A-2D18-0161-004F-5835D6521044}"/>
              </a:ext>
            </a:extLst>
          </p:cNvPr>
          <p:cNvSpPr>
            <a:spLocks noGrp="1"/>
          </p:cNvSpPr>
          <p:nvPr>
            <p:ph type="dt" sz="half" idx="10"/>
          </p:nvPr>
        </p:nvSpPr>
        <p:spPr/>
        <p:txBody>
          <a:bodyPr/>
          <a:lstStyle>
            <a:lvl1pPr>
              <a:defRPr/>
            </a:lvl1pPr>
          </a:lstStyle>
          <a:p>
            <a:pPr>
              <a:defRPr/>
            </a:pPr>
            <a:fld id="{B9D64305-1DF8-48C1-9B4E-EBD31BE3A9AD}" type="datetime1">
              <a:rPr lang="en-US"/>
              <a:pPr>
                <a:defRPr/>
              </a:pPr>
              <a:t>10/8/2025</a:t>
            </a:fld>
            <a:endParaRPr lang="en-US"/>
          </a:p>
        </p:txBody>
      </p:sp>
      <p:sp>
        <p:nvSpPr>
          <p:cNvPr id="3" name="Footer Placeholder 4">
            <a:extLst>
              <a:ext uri="{FF2B5EF4-FFF2-40B4-BE49-F238E27FC236}">
                <a16:creationId xmlns:a16="http://schemas.microsoft.com/office/drawing/2014/main" id="{D4CEF28D-F8A2-10F3-44D0-2058FAC418D6}"/>
              </a:ext>
            </a:extLst>
          </p:cNvPr>
          <p:cNvSpPr>
            <a:spLocks noGrp="1"/>
          </p:cNvSpPr>
          <p:nvPr>
            <p:ph type="ftr" sz="quarter" idx="11"/>
          </p:nvPr>
        </p:nvSpPr>
        <p:spPr/>
        <p:txBody>
          <a:bodyPr/>
          <a:lstStyle>
            <a:lvl1pPr>
              <a:defRPr/>
            </a:lvl1pPr>
          </a:lstStyle>
          <a:p>
            <a:pPr>
              <a:defRPr/>
            </a:pPr>
            <a:r>
              <a:rPr lang="en-US"/>
              <a:t>ISMDR:BE5IT:VIII:Madhu N. PIIT</a:t>
            </a:r>
          </a:p>
        </p:txBody>
      </p:sp>
      <p:sp>
        <p:nvSpPr>
          <p:cNvPr id="4" name="Slide Number Placeholder 5">
            <a:extLst>
              <a:ext uri="{FF2B5EF4-FFF2-40B4-BE49-F238E27FC236}">
                <a16:creationId xmlns:a16="http://schemas.microsoft.com/office/drawing/2014/main" id="{A811A8F3-C44C-81CB-CCB5-A1F68B4B5749}"/>
              </a:ext>
            </a:extLst>
          </p:cNvPr>
          <p:cNvSpPr>
            <a:spLocks noGrp="1"/>
          </p:cNvSpPr>
          <p:nvPr>
            <p:ph type="sldNum" sz="quarter" idx="12"/>
          </p:nvPr>
        </p:nvSpPr>
        <p:spPr/>
        <p:txBody>
          <a:bodyPr/>
          <a:lstStyle>
            <a:lvl1pPr>
              <a:defRPr/>
            </a:lvl1pPr>
          </a:lstStyle>
          <a:p>
            <a:pPr>
              <a:defRPr/>
            </a:pPr>
            <a:fld id="{294B2ED0-02AB-41DB-BAC1-32F2657D7F11}" type="slidenum">
              <a:rPr lang="en-US" altLang="en-US"/>
              <a:pPr>
                <a:defRPr/>
              </a:pPr>
              <a:t>‹#›</a:t>
            </a:fld>
            <a:endParaRPr lang="en-US" altLang="en-US"/>
          </a:p>
        </p:txBody>
      </p:sp>
    </p:spTree>
    <p:extLst>
      <p:ext uri="{BB962C8B-B14F-4D97-AF65-F5344CB8AC3E}">
        <p14:creationId xmlns:p14="http://schemas.microsoft.com/office/powerpoint/2010/main" val="41080266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915C5548-3458-099E-44E6-EBF6465C8428}"/>
              </a:ext>
            </a:extLst>
          </p:cNvPr>
          <p:cNvSpPr>
            <a:spLocks noGrp="1"/>
          </p:cNvSpPr>
          <p:nvPr>
            <p:ph type="dt" sz="half" idx="10"/>
          </p:nvPr>
        </p:nvSpPr>
        <p:spPr/>
        <p:txBody>
          <a:bodyPr/>
          <a:lstStyle>
            <a:lvl1pPr>
              <a:defRPr/>
            </a:lvl1pPr>
          </a:lstStyle>
          <a:p>
            <a:pPr>
              <a:defRPr/>
            </a:pPr>
            <a:fld id="{5C7EB239-6A41-4D9B-85C9-BED441F500EC}" type="datetime1">
              <a:rPr lang="en-US"/>
              <a:pPr>
                <a:defRPr/>
              </a:pPr>
              <a:t>10/8/2025</a:t>
            </a:fld>
            <a:endParaRPr lang="en-US"/>
          </a:p>
        </p:txBody>
      </p:sp>
      <p:sp>
        <p:nvSpPr>
          <p:cNvPr id="6" name="Footer Placeholder 4">
            <a:extLst>
              <a:ext uri="{FF2B5EF4-FFF2-40B4-BE49-F238E27FC236}">
                <a16:creationId xmlns:a16="http://schemas.microsoft.com/office/drawing/2014/main" id="{797A6B7E-37BB-A33B-76DF-42F6229087F3}"/>
              </a:ext>
            </a:extLst>
          </p:cNvPr>
          <p:cNvSpPr>
            <a:spLocks noGrp="1"/>
          </p:cNvSpPr>
          <p:nvPr>
            <p:ph type="ftr" sz="quarter" idx="11"/>
          </p:nvPr>
        </p:nvSpPr>
        <p:spPr/>
        <p:txBody>
          <a:bodyPr/>
          <a:lstStyle>
            <a:lvl1pPr>
              <a:defRPr/>
            </a:lvl1pPr>
          </a:lstStyle>
          <a:p>
            <a:pPr>
              <a:defRPr/>
            </a:pPr>
            <a:r>
              <a:rPr lang="en-US"/>
              <a:t>ISMDR:BE5IT:VIII:Madhu N. PIIT</a:t>
            </a:r>
          </a:p>
        </p:txBody>
      </p:sp>
      <p:sp>
        <p:nvSpPr>
          <p:cNvPr id="7" name="Slide Number Placeholder 5">
            <a:extLst>
              <a:ext uri="{FF2B5EF4-FFF2-40B4-BE49-F238E27FC236}">
                <a16:creationId xmlns:a16="http://schemas.microsoft.com/office/drawing/2014/main" id="{88C01F00-0B05-0987-3A73-9142F852CDDB}"/>
              </a:ext>
            </a:extLst>
          </p:cNvPr>
          <p:cNvSpPr>
            <a:spLocks noGrp="1"/>
          </p:cNvSpPr>
          <p:nvPr>
            <p:ph type="sldNum" sz="quarter" idx="12"/>
          </p:nvPr>
        </p:nvSpPr>
        <p:spPr/>
        <p:txBody>
          <a:bodyPr/>
          <a:lstStyle>
            <a:lvl1pPr>
              <a:defRPr/>
            </a:lvl1pPr>
          </a:lstStyle>
          <a:p>
            <a:pPr>
              <a:defRPr/>
            </a:pPr>
            <a:fld id="{DFBC76E9-E3FC-4528-A56E-6DFA7CCDE396}" type="slidenum">
              <a:rPr lang="en-US" altLang="en-US"/>
              <a:pPr>
                <a:defRPr/>
              </a:pPr>
              <a:t>‹#›</a:t>
            </a:fld>
            <a:endParaRPr lang="en-US" altLang="en-US"/>
          </a:p>
        </p:txBody>
      </p:sp>
    </p:spTree>
    <p:extLst>
      <p:ext uri="{BB962C8B-B14F-4D97-AF65-F5344CB8AC3E}">
        <p14:creationId xmlns:p14="http://schemas.microsoft.com/office/powerpoint/2010/main" val="215292933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A260798E-EE65-50CA-66FF-AA82F0416B73}"/>
              </a:ext>
            </a:extLst>
          </p:cNvPr>
          <p:cNvSpPr>
            <a:spLocks noGrp="1"/>
          </p:cNvSpPr>
          <p:nvPr>
            <p:ph type="dt" sz="half" idx="10"/>
          </p:nvPr>
        </p:nvSpPr>
        <p:spPr/>
        <p:txBody>
          <a:bodyPr/>
          <a:lstStyle>
            <a:lvl1pPr>
              <a:defRPr/>
            </a:lvl1pPr>
          </a:lstStyle>
          <a:p>
            <a:pPr>
              <a:defRPr/>
            </a:pPr>
            <a:fld id="{F32E2EFB-F189-42D0-A428-EA7495903396}" type="datetime1">
              <a:rPr lang="en-US"/>
              <a:pPr>
                <a:defRPr/>
              </a:pPr>
              <a:t>10/8/2025</a:t>
            </a:fld>
            <a:endParaRPr lang="en-US"/>
          </a:p>
        </p:txBody>
      </p:sp>
      <p:sp>
        <p:nvSpPr>
          <p:cNvPr id="6" name="Footer Placeholder 4">
            <a:extLst>
              <a:ext uri="{FF2B5EF4-FFF2-40B4-BE49-F238E27FC236}">
                <a16:creationId xmlns:a16="http://schemas.microsoft.com/office/drawing/2014/main" id="{52D29305-F123-2784-3524-54B18DB632AA}"/>
              </a:ext>
            </a:extLst>
          </p:cNvPr>
          <p:cNvSpPr>
            <a:spLocks noGrp="1"/>
          </p:cNvSpPr>
          <p:nvPr>
            <p:ph type="ftr" sz="quarter" idx="11"/>
          </p:nvPr>
        </p:nvSpPr>
        <p:spPr/>
        <p:txBody>
          <a:bodyPr/>
          <a:lstStyle>
            <a:lvl1pPr>
              <a:defRPr/>
            </a:lvl1pPr>
          </a:lstStyle>
          <a:p>
            <a:pPr>
              <a:defRPr/>
            </a:pPr>
            <a:r>
              <a:rPr lang="en-US"/>
              <a:t>ISMDR:BE5IT:VIII:Madhu N. PIIT</a:t>
            </a:r>
          </a:p>
        </p:txBody>
      </p:sp>
      <p:sp>
        <p:nvSpPr>
          <p:cNvPr id="7" name="Slide Number Placeholder 5">
            <a:extLst>
              <a:ext uri="{FF2B5EF4-FFF2-40B4-BE49-F238E27FC236}">
                <a16:creationId xmlns:a16="http://schemas.microsoft.com/office/drawing/2014/main" id="{D9F22B59-B66C-2745-26B1-10A513B20AFD}"/>
              </a:ext>
            </a:extLst>
          </p:cNvPr>
          <p:cNvSpPr>
            <a:spLocks noGrp="1"/>
          </p:cNvSpPr>
          <p:nvPr>
            <p:ph type="sldNum" sz="quarter" idx="12"/>
          </p:nvPr>
        </p:nvSpPr>
        <p:spPr/>
        <p:txBody>
          <a:bodyPr/>
          <a:lstStyle>
            <a:lvl1pPr>
              <a:defRPr/>
            </a:lvl1pPr>
          </a:lstStyle>
          <a:p>
            <a:pPr>
              <a:defRPr/>
            </a:pPr>
            <a:fld id="{63EA089C-67F5-4EEC-80AA-2ED966976D3B}" type="slidenum">
              <a:rPr lang="en-US" altLang="en-US"/>
              <a:pPr>
                <a:defRPr/>
              </a:pPr>
              <a:t>‹#›</a:t>
            </a:fld>
            <a:endParaRPr lang="en-US" altLang="en-US"/>
          </a:p>
        </p:txBody>
      </p:sp>
    </p:spTree>
    <p:extLst>
      <p:ext uri="{BB962C8B-B14F-4D97-AF65-F5344CB8AC3E}">
        <p14:creationId xmlns:p14="http://schemas.microsoft.com/office/powerpoint/2010/main" val="33940995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C95FDC-864D-DCA9-5BC7-8AE40EFC4AC0}"/>
              </a:ext>
            </a:extLst>
          </p:cNvPr>
          <p:cNvSpPr>
            <a:spLocks noGrp="1"/>
          </p:cNvSpPr>
          <p:nvPr>
            <p:ph type="dt" sz="half" idx="10"/>
          </p:nvPr>
        </p:nvSpPr>
        <p:spPr/>
        <p:txBody>
          <a:bodyPr/>
          <a:lstStyle>
            <a:lvl1pPr>
              <a:defRPr/>
            </a:lvl1pPr>
          </a:lstStyle>
          <a:p>
            <a:pPr>
              <a:defRPr/>
            </a:pPr>
            <a:fld id="{EED8C4C0-F57D-4D13-9D98-8D4C06CD3E99}" type="datetime1">
              <a:rPr lang="en-US"/>
              <a:pPr>
                <a:defRPr/>
              </a:pPr>
              <a:t>10/8/2025</a:t>
            </a:fld>
            <a:endParaRPr lang="en-US"/>
          </a:p>
        </p:txBody>
      </p:sp>
      <p:sp>
        <p:nvSpPr>
          <p:cNvPr id="5" name="Footer Placeholder 4">
            <a:extLst>
              <a:ext uri="{FF2B5EF4-FFF2-40B4-BE49-F238E27FC236}">
                <a16:creationId xmlns:a16="http://schemas.microsoft.com/office/drawing/2014/main" id="{71A7123B-A9B0-0827-95A5-29016EA374C7}"/>
              </a:ext>
            </a:extLst>
          </p:cNvPr>
          <p:cNvSpPr>
            <a:spLocks noGrp="1"/>
          </p:cNvSpPr>
          <p:nvPr>
            <p:ph type="ftr" sz="quarter" idx="11"/>
          </p:nvPr>
        </p:nvSpPr>
        <p:spPr/>
        <p:txBody>
          <a:bodyPr/>
          <a:lstStyle>
            <a:lvl1pPr>
              <a:defRPr/>
            </a:lvl1pPr>
          </a:lstStyle>
          <a:p>
            <a:pPr>
              <a:defRPr/>
            </a:pPr>
            <a:r>
              <a:rPr lang="en-US"/>
              <a:t>ISMDR:BE5IT:VIII:Madhu N. PIIT</a:t>
            </a:r>
          </a:p>
        </p:txBody>
      </p:sp>
      <p:sp>
        <p:nvSpPr>
          <p:cNvPr id="6" name="Slide Number Placeholder 5">
            <a:extLst>
              <a:ext uri="{FF2B5EF4-FFF2-40B4-BE49-F238E27FC236}">
                <a16:creationId xmlns:a16="http://schemas.microsoft.com/office/drawing/2014/main" id="{9206F3ED-A62A-3A36-8E41-C87166EBCC1A}"/>
              </a:ext>
            </a:extLst>
          </p:cNvPr>
          <p:cNvSpPr>
            <a:spLocks noGrp="1"/>
          </p:cNvSpPr>
          <p:nvPr>
            <p:ph type="sldNum" sz="quarter" idx="12"/>
          </p:nvPr>
        </p:nvSpPr>
        <p:spPr/>
        <p:txBody>
          <a:bodyPr/>
          <a:lstStyle>
            <a:lvl1pPr>
              <a:defRPr/>
            </a:lvl1pPr>
          </a:lstStyle>
          <a:p>
            <a:pPr>
              <a:defRPr/>
            </a:pPr>
            <a:fld id="{9259185A-351B-4DAE-BB21-AE3130E60772}" type="slidenum">
              <a:rPr lang="en-US" altLang="en-US"/>
              <a:pPr>
                <a:defRPr/>
              </a:pPr>
              <a:t>‹#›</a:t>
            </a:fld>
            <a:endParaRPr lang="en-US" altLang="en-US"/>
          </a:p>
        </p:txBody>
      </p:sp>
    </p:spTree>
    <p:extLst>
      <p:ext uri="{BB962C8B-B14F-4D97-AF65-F5344CB8AC3E}">
        <p14:creationId xmlns:p14="http://schemas.microsoft.com/office/powerpoint/2010/main" val="21785328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DE419A-9843-1201-1980-6747B2DDB2E8}"/>
              </a:ext>
            </a:extLst>
          </p:cNvPr>
          <p:cNvSpPr>
            <a:spLocks noGrp="1"/>
          </p:cNvSpPr>
          <p:nvPr>
            <p:ph type="dt" sz="half" idx="10"/>
          </p:nvPr>
        </p:nvSpPr>
        <p:spPr/>
        <p:txBody>
          <a:bodyPr/>
          <a:lstStyle>
            <a:lvl1pPr>
              <a:defRPr/>
            </a:lvl1pPr>
          </a:lstStyle>
          <a:p>
            <a:pPr>
              <a:defRPr/>
            </a:pPr>
            <a:fld id="{8B8A250B-5918-4974-9C83-D1E124CC7F56}" type="datetime1">
              <a:rPr lang="en-US"/>
              <a:pPr>
                <a:defRPr/>
              </a:pPr>
              <a:t>10/8/2025</a:t>
            </a:fld>
            <a:endParaRPr lang="en-US"/>
          </a:p>
        </p:txBody>
      </p:sp>
      <p:sp>
        <p:nvSpPr>
          <p:cNvPr id="5" name="Footer Placeholder 4">
            <a:extLst>
              <a:ext uri="{FF2B5EF4-FFF2-40B4-BE49-F238E27FC236}">
                <a16:creationId xmlns:a16="http://schemas.microsoft.com/office/drawing/2014/main" id="{3B26D53F-CA67-7A11-314B-18B8F0F404D4}"/>
              </a:ext>
            </a:extLst>
          </p:cNvPr>
          <p:cNvSpPr>
            <a:spLocks noGrp="1"/>
          </p:cNvSpPr>
          <p:nvPr>
            <p:ph type="ftr" sz="quarter" idx="11"/>
          </p:nvPr>
        </p:nvSpPr>
        <p:spPr/>
        <p:txBody>
          <a:bodyPr/>
          <a:lstStyle>
            <a:lvl1pPr>
              <a:defRPr/>
            </a:lvl1pPr>
          </a:lstStyle>
          <a:p>
            <a:pPr>
              <a:defRPr/>
            </a:pPr>
            <a:r>
              <a:rPr lang="en-US"/>
              <a:t>ISMDR:BE5IT:VIII:Madhu N. PIIT</a:t>
            </a:r>
          </a:p>
        </p:txBody>
      </p:sp>
      <p:sp>
        <p:nvSpPr>
          <p:cNvPr id="6" name="Slide Number Placeholder 5">
            <a:extLst>
              <a:ext uri="{FF2B5EF4-FFF2-40B4-BE49-F238E27FC236}">
                <a16:creationId xmlns:a16="http://schemas.microsoft.com/office/drawing/2014/main" id="{376E81DF-7120-8849-94E4-AF23E50971DB}"/>
              </a:ext>
            </a:extLst>
          </p:cNvPr>
          <p:cNvSpPr>
            <a:spLocks noGrp="1"/>
          </p:cNvSpPr>
          <p:nvPr>
            <p:ph type="sldNum" sz="quarter" idx="12"/>
          </p:nvPr>
        </p:nvSpPr>
        <p:spPr/>
        <p:txBody>
          <a:bodyPr/>
          <a:lstStyle>
            <a:lvl1pPr>
              <a:defRPr/>
            </a:lvl1pPr>
          </a:lstStyle>
          <a:p>
            <a:pPr>
              <a:defRPr/>
            </a:pPr>
            <a:fld id="{586E296D-79E1-418B-AA25-54CC263ADE8D}" type="slidenum">
              <a:rPr lang="en-US" altLang="en-US"/>
              <a:pPr>
                <a:defRPr/>
              </a:pPr>
              <a:t>‹#›</a:t>
            </a:fld>
            <a:endParaRPr lang="en-US" altLang="en-US"/>
          </a:p>
        </p:txBody>
      </p:sp>
    </p:spTree>
    <p:extLst>
      <p:ext uri="{BB962C8B-B14F-4D97-AF65-F5344CB8AC3E}">
        <p14:creationId xmlns:p14="http://schemas.microsoft.com/office/powerpoint/2010/main" val="166699001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225425" y="584200"/>
            <a:ext cx="8705850" cy="457200"/>
          </a:xfrm>
        </p:spPr>
        <p:txBody>
          <a:bodyPr/>
          <a:lstStyle/>
          <a:p>
            <a:r>
              <a:rPr lang="en-US"/>
              <a:t>Click to edit Master title style</a:t>
            </a:r>
          </a:p>
        </p:txBody>
      </p:sp>
      <p:sp>
        <p:nvSpPr>
          <p:cNvPr id="3" name="Text Placeholder 2"/>
          <p:cNvSpPr>
            <a:spLocks noGrp="1"/>
          </p:cNvSpPr>
          <p:nvPr>
            <p:ph type="body" sz="half" idx="1"/>
          </p:nvPr>
        </p:nvSpPr>
        <p:spPr>
          <a:xfrm>
            <a:off x="228600" y="1233488"/>
            <a:ext cx="4276725" cy="5329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57725" y="1233488"/>
            <a:ext cx="4276725" cy="2587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57725" y="3973513"/>
            <a:ext cx="4276725" cy="25892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12255FA7-3DEE-5085-BAE1-D1301F8598C2}"/>
              </a:ext>
            </a:extLst>
          </p:cNvPr>
          <p:cNvSpPr>
            <a:spLocks noGrp="1"/>
          </p:cNvSpPr>
          <p:nvPr>
            <p:ph type="ftr" sz="quarter" idx="10"/>
          </p:nvPr>
        </p:nvSpPr>
        <p:spPr>
          <a:xfrm>
            <a:off x="4772025" y="6661150"/>
            <a:ext cx="3840163" cy="228600"/>
          </a:xfrm>
        </p:spPr>
        <p:txBody>
          <a:bodyPr/>
          <a:lstStyle>
            <a:lvl1pPr>
              <a:defRPr/>
            </a:lvl1pPr>
          </a:lstStyle>
          <a:p>
            <a:pPr>
              <a:defRPr/>
            </a:pPr>
            <a:r>
              <a:rPr lang="en-US"/>
              <a:t>ISMDR:BE5IT:VIII:Madhu N. PIIT</a:t>
            </a:r>
          </a:p>
        </p:txBody>
      </p:sp>
      <p:sp>
        <p:nvSpPr>
          <p:cNvPr id="7" name="Slide Number Placeholder 6">
            <a:extLst>
              <a:ext uri="{FF2B5EF4-FFF2-40B4-BE49-F238E27FC236}">
                <a16:creationId xmlns:a16="http://schemas.microsoft.com/office/drawing/2014/main" id="{5EC49BB5-0215-9479-37F3-2A838F2FBA31}"/>
              </a:ext>
            </a:extLst>
          </p:cNvPr>
          <p:cNvSpPr>
            <a:spLocks noGrp="1"/>
          </p:cNvSpPr>
          <p:nvPr>
            <p:ph type="sldNum" sz="quarter" idx="11"/>
          </p:nvPr>
        </p:nvSpPr>
        <p:spPr>
          <a:xfrm>
            <a:off x="8469313" y="6646863"/>
            <a:ext cx="2135187" cy="228600"/>
          </a:xfrm>
        </p:spPr>
        <p:txBody>
          <a:bodyPr/>
          <a:lstStyle>
            <a:lvl1pPr>
              <a:defRPr/>
            </a:lvl1pPr>
          </a:lstStyle>
          <a:p>
            <a:pPr>
              <a:defRPr/>
            </a:pPr>
            <a:r>
              <a:rPr lang="en-US" altLang="en-US"/>
              <a:t> - </a:t>
            </a:r>
            <a:fld id="{99B74FA2-7747-4AE0-8A5A-9D9B24860C05}" type="slidenum">
              <a:rPr lang="en-US" altLang="en-US" sz="800" smtClean="0"/>
              <a:pPr>
                <a:defRPr/>
              </a:pPr>
              <a:t>‹#›</a:t>
            </a:fld>
            <a:endParaRPr lang="en-US" altLang="en-US" sz="800"/>
          </a:p>
        </p:txBody>
      </p:sp>
    </p:spTree>
    <p:extLst>
      <p:ext uri="{BB962C8B-B14F-4D97-AF65-F5344CB8AC3E}">
        <p14:creationId xmlns:p14="http://schemas.microsoft.com/office/powerpoint/2010/main" val="2254170470"/>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5425" y="584200"/>
            <a:ext cx="8705850" cy="457200"/>
          </a:xfrm>
        </p:spPr>
        <p:txBody>
          <a:bodyPr/>
          <a:lstStyle/>
          <a:p>
            <a:r>
              <a:rPr lang="en-US"/>
              <a:t>Click to edit Master title style</a:t>
            </a:r>
          </a:p>
        </p:txBody>
      </p:sp>
      <p:sp>
        <p:nvSpPr>
          <p:cNvPr id="3" name="Text Placeholder 2"/>
          <p:cNvSpPr>
            <a:spLocks noGrp="1"/>
          </p:cNvSpPr>
          <p:nvPr>
            <p:ph type="body" sz="half" idx="1"/>
          </p:nvPr>
        </p:nvSpPr>
        <p:spPr>
          <a:xfrm>
            <a:off x="228600" y="1233488"/>
            <a:ext cx="4276725" cy="5329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57725" y="1233488"/>
            <a:ext cx="4276725" cy="5329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63E6F58A-ABCB-5AEC-2ABA-00BE83DB5DD7}"/>
              </a:ext>
            </a:extLst>
          </p:cNvPr>
          <p:cNvSpPr>
            <a:spLocks noGrp="1"/>
          </p:cNvSpPr>
          <p:nvPr>
            <p:ph type="ftr" sz="quarter" idx="10"/>
          </p:nvPr>
        </p:nvSpPr>
        <p:spPr>
          <a:xfrm>
            <a:off x="4772025" y="6661150"/>
            <a:ext cx="3840163" cy="228600"/>
          </a:xfrm>
        </p:spPr>
        <p:txBody>
          <a:bodyPr/>
          <a:lstStyle>
            <a:lvl1pPr>
              <a:defRPr/>
            </a:lvl1pPr>
          </a:lstStyle>
          <a:p>
            <a:pPr>
              <a:defRPr/>
            </a:pPr>
            <a:r>
              <a:rPr lang="en-US"/>
              <a:t>ISMDR:BE5IT:VIII:Madhu N. PIIT</a:t>
            </a:r>
          </a:p>
        </p:txBody>
      </p:sp>
      <p:sp>
        <p:nvSpPr>
          <p:cNvPr id="6" name="Slide Number Placeholder 5">
            <a:extLst>
              <a:ext uri="{FF2B5EF4-FFF2-40B4-BE49-F238E27FC236}">
                <a16:creationId xmlns:a16="http://schemas.microsoft.com/office/drawing/2014/main" id="{E3047607-BC91-1150-819C-15BC467C919F}"/>
              </a:ext>
            </a:extLst>
          </p:cNvPr>
          <p:cNvSpPr>
            <a:spLocks noGrp="1"/>
          </p:cNvSpPr>
          <p:nvPr>
            <p:ph type="sldNum" sz="quarter" idx="11"/>
          </p:nvPr>
        </p:nvSpPr>
        <p:spPr>
          <a:xfrm>
            <a:off x="8469313" y="6646863"/>
            <a:ext cx="2135187" cy="228600"/>
          </a:xfrm>
        </p:spPr>
        <p:txBody>
          <a:bodyPr/>
          <a:lstStyle>
            <a:lvl1pPr>
              <a:defRPr/>
            </a:lvl1pPr>
          </a:lstStyle>
          <a:p>
            <a:pPr>
              <a:defRPr/>
            </a:pPr>
            <a:r>
              <a:rPr lang="en-US" altLang="en-US"/>
              <a:t> - </a:t>
            </a:r>
            <a:fld id="{F37FF82B-2596-437E-A32A-D400F9C4624A}" type="slidenum">
              <a:rPr lang="en-US" altLang="en-US" sz="800" smtClean="0"/>
              <a:pPr>
                <a:defRPr/>
              </a:pPr>
              <a:t>‹#›</a:t>
            </a:fld>
            <a:endParaRPr lang="en-US" altLang="en-US" sz="800"/>
          </a:p>
        </p:txBody>
      </p:sp>
    </p:spTree>
    <p:extLst>
      <p:ext uri="{BB962C8B-B14F-4D97-AF65-F5344CB8AC3E}">
        <p14:creationId xmlns:p14="http://schemas.microsoft.com/office/powerpoint/2010/main" val="3349543117"/>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2" name="Picture 2" descr="EES_pptCoverSlide06">
            <a:extLst>
              <a:ext uri="{FF2B5EF4-FFF2-40B4-BE49-F238E27FC236}">
                <a16:creationId xmlns:a16="http://schemas.microsoft.com/office/drawing/2014/main" id="{9F665E09-5763-0D40-BA49-C5B18E4313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Box 3">
            <a:extLst>
              <a:ext uri="{FF2B5EF4-FFF2-40B4-BE49-F238E27FC236}">
                <a16:creationId xmlns:a16="http://schemas.microsoft.com/office/drawing/2014/main" id="{D7A0EFD7-EF69-9543-E2B2-BFA0833501D7}"/>
              </a:ext>
            </a:extLst>
          </p:cNvPr>
          <p:cNvSpPr txBox="1">
            <a:spLocks noChangeArrowheads="1"/>
          </p:cNvSpPr>
          <p:nvPr/>
        </p:nvSpPr>
        <p:spPr bwMode="gray">
          <a:xfrm>
            <a:off x="304800" y="6705600"/>
            <a:ext cx="2233613"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eaLnBrk="0" hangingPunct="0">
              <a:tabLst>
                <a:tab pos="9090025" algn="r"/>
              </a:tabLst>
              <a:defRPr sz="2200">
                <a:solidFill>
                  <a:srgbClr val="003580"/>
                </a:solidFill>
                <a:latin typeface="Arial" charset="0"/>
                <a:cs typeface="Arial" charset="0"/>
              </a:defRPr>
            </a:lvl1pPr>
            <a:lvl2pPr marL="742950" indent="-285750" eaLnBrk="0" hangingPunct="0">
              <a:tabLst>
                <a:tab pos="9090025" algn="r"/>
              </a:tabLst>
              <a:defRPr sz="2200">
                <a:solidFill>
                  <a:srgbClr val="003580"/>
                </a:solidFill>
                <a:latin typeface="Arial" charset="0"/>
                <a:cs typeface="Arial" charset="0"/>
              </a:defRPr>
            </a:lvl2pPr>
            <a:lvl3pPr marL="1143000" indent="-228600" eaLnBrk="0" hangingPunct="0">
              <a:tabLst>
                <a:tab pos="9090025" algn="r"/>
              </a:tabLst>
              <a:defRPr sz="2200">
                <a:solidFill>
                  <a:srgbClr val="003580"/>
                </a:solidFill>
                <a:latin typeface="Arial" charset="0"/>
                <a:cs typeface="Arial" charset="0"/>
              </a:defRPr>
            </a:lvl3pPr>
            <a:lvl4pPr marL="1600200" indent="-228600" eaLnBrk="0" hangingPunct="0">
              <a:tabLst>
                <a:tab pos="9090025" algn="r"/>
              </a:tabLst>
              <a:defRPr sz="2200">
                <a:solidFill>
                  <a:srgbClr val="003580"/>
                </a:solidFill>
                <a:latin typeface="Arial" charset="0"/>
                <a:cs typeface="Arial" charset="0"/>
              </a:defRPr>
            </a:lvl4pPr>
            <a:lvl5pPr marL="2057400" indent="-228600" eaLnBrk="0" hangingPunct="0">
              <a:tabLst>
                <a:tab pos="9090025" algn="r"/>
              </a:tabLst>
              <a:defRPr sz="2200">
                <a:solidFill>
                  <a:srgbClr val="003580"/>
                </a:solidFill>
                <a:latin typeface="Arial" charset="0"/>
                <a:cs typeface="Arial" charset="0"/>
              </a:defRPr>
            </a:lvl5pPr>
            <a:lvl6pPr marL="2514600" indent="-228600" algn="ctr" eaLnBrk="0" fontAlgn="base" hangingPunct="0">
              <a:spcBef>
                <a:spcPct val="50000"/>
              </a:spcBef>
              <a:spcAft>
                <a:spcPct val="0"/>
              </a:spcAft>
              <a:buClr>
                <a:srgbClr val="003580"/>
              </a:buClr>
              <a:buFont typeface="Wingdings" pitchFamily="2" charset="2"/>
              <a:tabLst>
                <a:tab pos="9090025" algn="r"/>
              </a:tabLst>
              <a:defRPr sz="2200">
                <a:solidFill>
                  <a:srgbClr val="003580"/>
                </a:solidFill>
                <a:latin typeface="Arial" charset="0"/>
                <a:cs typeface="Arial" charset="0"/>
              </a:defRPr>
            </a:lvl6pPr>
            <a:lvl7pPr marL="2971800" indent="-228600" algn="ctr" eaLnBrk="0" fontAlgn="base" hangingPunct="0">
              <a:spcBef>
                <a:spcPct val="50000"/>
              </a:spcBef>
              <a:spcAft>
                <a:spcPct val="0"/>
              </a:spcAft>
              <a:buClr>
                <a:srgbClr val="003580"/>
              </a:buClr>
              <a:buFont typeface="Wingdings" pitchFamily="2" charset="2"/>
              <a:tabLst>
                <a:tab pos="9090025" algn="r"/>
              </a:tabLst>
              <a:defRPr sz="2200">
                <a:solidFill>
                  <a:srgbClr val="003580"/>
                </a:solidFill>
                <a:latin typeface="Arial" charset="0"/>
                <a:cs typeface="Arial" charset="0"/>
              </a:defRPr>
            </a:lvl7pPr>
            <a:lvl8pPr marL="3429000" indent="-228600" algn="ctr" eaLnBrk="0" fontAlgn="base" hangingPunct="0">
              <a:spcBef>
                <a:spcPct val="50000"/>
              </a:spcBef>
              <a:spcAft>
                <a:spcPct val="0"/>
              </a:spcAft>
              <a:buClr>
                <a:srgbClr val="003580"/>
              </a:buClr>
              <a:buFont typeface="Wingdings" pitchFamily="2" charset="2"/>
              <a:tabLst>
                <a:tab pos="9090025" algn="r"/>
              </a:tabLst>
              <a:defRPr sz="2200">
                <a:solidFill>
                  <a:srgbClr val="003580"/>
                </a:solidFill>
                <a:latin typeface="Arial" charset="0"/>
                <a:cs typeface="Arial" charset="0"/>
              </a:defRPr>
            </a:lvl8pPr>
            <a:lvl9pPr marL="3886200" indent="-228600" algn="ctr" eaLnBrk="0" fontAlgn="base" hangingPunct="0">
              <a:spcBef>
                <a:spcPct val="50000"/>
              </a:spcBef>
              <a:spcAft>
                <a:spcPct val="0"/>
              </a:spcAft>
              <a:buClr>
                <a:srgbClr val="003580"/>
              </a:buClr>
              <a:buFont typeface="Wingdings" pitchFamily="2" charset="2"/>
              <a:tabLst>
                <a:tab pos="9090025" algn="r"/>
              </a:tabLst>
              <a:defRPr sz="2200">
                <a:solidFill>
                  <a:srgbClr val="003580"/>
                </a:solidFill>
                <a:latin typeface="Arial" charset="0"/>
                <a:cs typeface="Arial" charset="0"/>
              </a:defRPr>
            </a:lvl9pPr>
          </a:lstStyle>
          <a:p>
            <a:pPr algn="l" eaLnBrk="1" hangingPunct="1">
              <a:spcBef>
                <a:spcPct val="0"/>
              </a:spcBef>
              <a:buClrTx/>
              <a:buFontTx/>
              <a:buNone/>
              <a:defRPr/>
            </a:pPr>
            <a:r>
              <a:rPr lang="en-US" sz="800">
                <a:solidFill>
                  <a:schemeClr val="tx1"/>
                </a:solidFill>
              </a:rPr>
              <a:t>© 2009 EMC Corporation. All rights reserved.</a:t>
            </a:r>
          </a:p>
        </p:txBody>
      </p:sp>
      <p:pic>
        <p:nvPicPr>
          <p:cNvPr id="4" name="Picture 6" descr="EMC - Logo">
            <a:extLst>
              <a:ext uri="{FF2B5EF4-FFF2-40B4-BE49-F238E27FC236}">
                <a16:creationId xmlns:a16="http://schemas.microsoft.com/office/drawing/2014/main" id="{BD2933CA-969E-4FF1-91AA-537DF1C80A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188" y="166688"/>
            <a:ext cx="749300" cy="116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7">
            <a:extLst>
              <a:ext uri="{FF2B5EF4-FFF2-40B4-BE49-F238E27FC236}">
                <a16:creationId xmlns:a16="http://schemas.microsoft.com/office/drawing/2014/main" id="{2404D8E9-776F-1A5D-A829-EE06A71DB2F1}"/>
              </a:ext>
            </a:extLst>
          </p:cNvPr>
          <p:cNvGrpSpPr>
            <a:grpSpLocks/>
          </p:cNvGrpSpPr>
          <p:nvPr/>
        </p:nvGrpSpPr>
        <p:grpSpPr bwMode="auto">
          <a:xfrm>
            <a:off x="3132138" y="4824413"/>
            <a:ext cx="5956300" cy="1955800"/>
            <a:chOff x="229" y="1443"/>
            <a:chExt cx="5206" cy="1628"/>
          </a:xfrm>
        </p:grpSpPr>
        <p:pic>
          <p:nvPicPr>
            <p:cNvPr id="6" name="Picture 8" descr="big_page_ban_proven">
              <a:extLst>
                <a:ext uri="{FF2B5EF4-FFF2-40B4-BE49-F238E27FC236}">
                  <a16:creationId xmlns:a16="http://schemas.microsoft.com/office/drawing/2014/main" id="{1CBE2D65-95EE-C084-1FB1-7B5FBACBA3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9" y="1443"/>
              <a:ext cx="5206" cy="1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9">
              <a:extLst>
                <a:ext uri="{FF2B5EF4-FFF2-40B4-BE49-F238E27FC236}">
                  <a16:creationId xmlns:a16="http://schemas.microsoft.com/office/drawing/2014/main" id="{29B7FED8-3487-5BF6-CA53-B097FF545BEB}"/>
                </a:ext>
              </a:extLst>
            </p:cNvPr>
            <p:cNvSpPr txBox="1">
              <a:spLocks noChangeArrowheads="1"/>
            </p:cNvSpPr>
            <p:nvPr/>
          </p:nvSpPr>
          <p:spPr bwMode="auto">
            <a:xfrm>
              <a:off x="2419" y="1724"/>
              <a:ext cx="2814" cy="1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54013" indent="-354013" defTabSz="941388" eaLnBrk="0" hangingPunct="0">
                <a:defRPr sz="2200">
                  <a:solidFill>
                    <a:srgbClr val="003580"/>
                  </a:solidFill>
                  <a:latin typeface="Arial" charset="0"/>
                  <a:cs typeface="Arial" charset="0"/>
                </a:defRPr>
              </a:lvl1pPr>
              <a:lvl2pPr marL="742950" indent="-285750" defTabSz="941388" eaLnBrk="0" hangingPunct="0">
                <a:defRPr sz="2200">
                  <a:solidFill>
                    <a:srgbClr val="003580"/>
                  </a:solidFill>
                  <a:latin typeface="Arial" charset="0"/>
                  <a:cs typeface="Arial" charset="0"/>
                </a:defRPr>
              </a:lvl2pPr>
              <a:lvl3pPr marL="1143000" indent="-228600" defTabSz="941388" eaLnBrk="0" hangingPunct="0">
                <a:defRPr sz="2200">
                  <a:solidFill>
                    <a:srgbClr val="003580"/>
                  </a:solidFill>
                  <a:latin typeface="Arial" charset="0"/>
                  <a:cs typeface="Arial" charset="0"/>
                </a:defRPr>
              </a:lvl3pPr>
              <a:lvl4pPr marL="1600200" indent="-228600" defTabSz="941388" eaLnBrk="0" hangingPunct="0">
                <a:defRPr sz="2200">
                  <a:solidFill>
                    <a:srgbClr val="003580"/>
                  </a:solidFill>
                  <a:latin typeface="Arial" charset="0"/>
                  <a:cs typeface="Arial" charset="0"/>
                </a:defRPr>
              </a:lvl4pPr>
              <a:lvl5pPr marL="2057400" indent="-228600" defTabSz="941388" eaLnBrk="0" hangingPunct="0">
                <a:defRPr sz="2200">
                  <a:solidFill>
                    <a:srgbClr val="003580"/>
                  </a:solidFill>
                  <a:latin typeface="Arial" charset="0"/>
                  <a:cs typeface="Arial" charset="0"/>
                </a:defRPr>
              </a:lvl5pPr>
              <a:lvl6pPr marL="2514600" indent="-228600" algn="ctr" defTabSz="941388" eaLnBrk="0" fontAlgn="base" hangingPunct="0">
                <a:spcBef>
                  <a:spcPct val="50000"/>
                </a:spcBef>
                <a:spcAft>
                  <a:spcPct val="0"/>
                </a:spcAft>
                <a:buClr>
                  <a:srgbClr val="003580"/>
                </a:buClr>
                <a:buFont typeface="Wingdings" pitchFamily="2" charset="2"/>
                <a:defRPr sz="2200">
                  <a:solidFill>
                    <a:srgbClr val="003580"/>
                  </a:solidFill>
                  <a:latin typeface="Arial" charset="0"/>
                  <a:cs typeface="Arial" charset="0"/>
                </a:defRPr>
              </a:lvl6pPr>
              <a:lvl7pPr marL="2971800" indent="-228600" algn="ctr" defTabSz="941388" eaLnBrk="0" fontAlgn="base" hangingPunct="0">
                <a:spcBef>
                  <a:spcPct val="50000"/>
                </a:spcBef>
                <a:spcAft>
                  <a:spcPct val="0"/>
                </a:spcAft>
                <a:buClr>
                  <a:srgbClr val="003580"/>
                </a:buClr>
                <a:buFont typeface="Wingdings" pitchFamily="2" charset="2"/>
                <a:defRPr sz="2200">
                  <a:solidFill>
                    <a:srgbClr val="003580"/>
                  </a:solidFill>
                  <a:latin typeface="Arial" charset="0"/>
                  <a:cs typeface="Arial" charset="0"/>
                </a:defRPr>
              </a:lvl7pPr>
              <a:lvl8pPr marL="3429000" indent="-228600" algn="ctr" defTabSz="941388" eaLnBrk="0" fontAlgn="base" hangingPunct="0">
                <a:spcBef>
                  <a:spcPct val="50000"/>
                </a:spcBef>
                <a:spcAft>
                  <a:spcPct val="0"/>
                </a:spcAft>
                <a:buClr>
                  <a:srgbClr val="003580"/>
                </a:buClr>
                <a:buFont typeface="Wingdings" pitchFamily="2" charset="2"/>
                <a:defRPr sz="2200">
                  <a:solidFill>
                    <a:srgbClr val="003580"/>
                  </a:solidFill>
                  <a:latin typeface="Arial" charset="0"/>
                  <a:cs typeface="Arial" charset="0"/>
                </a:defRPr>
              </a:lvl8pPr>
              <a:lvl9pPr marL="3886200" indent="-228600" algn="ctr" defTabSz="941388" eaLnBrk="0" fontAlgn="base" hangingPunct="0">
                <a:spcBef>
                  <a:spcPct val="50000"/>
                </a:spcBef>
                <a:spcAft>
                  <a:spcPct val="0"/>
                </a:spcAft>
                <a:buClr>
                  <a:srgbClr val="003580"/>
                </a:buClr>
                <a:buFont typeface="Wingdings" pitchFamily="2" charset="2"/>
                <a:defRPr sz="2200">
                  <a:solidFill>
                    <a:srgbClr val="003580"/>
                  </a:solidFill>
                  <a:latin typeface="Arial" charset="0"/>
                  <a:cs typeface="Arial" charset="0"/>
                </a:defRPr>
              </a:lvl9pPr>
            </a:lstStyle>
            <a:p>
              <a:pPr eaLnBrk="1" hangingPunct="1">
                <a:defRPr/>
              </a:pPr>
              <a:r>
                <a:rPr lang="en-US" sz="1800" b="1">
                  <a:solidFill>
                    <a:schemeClr val="bg1"/>
                  </a:solidFill>
                  <a:latin typeface="Calibri" pitchFamily="34" charset="0"/>
                </a:rPr>
                <a:t>EMC Proven Professional</a:t>
              </a:r>
              <a:r>
                <a:rPr lang="en-US" sz="1800">
                  <a:solidFill>
                    <a:schemeClr val="bg1"/>
                  </a:solidFill>
                  <a:latin typeface="Calibri" pitchFamily="34" charset="0"/>
                </a:rPr>
                <a:t> </a:t>
              </a:r>
              <a:br>
                <a:rPr lang="en-US" sz="1800">
                  <a:solidFill>
                    <a:schemeClr val="bg1"/>
                  </a:solidFill>
                  <a:latin typeface="Calibri" pitchFamily="34" charset="0"/>
                </a:rPr>
              </a:br>
              <a:endParaRPr lang="en-US" sz="1800">
                <a:solidFill>
                  <a:schemeClr val="bg1"/>
                </a:solidFill>
                <a:latin typeface="Calibri" pitchFamily="34" charset="0"/>
              </a:endParaRPr>
            </a:p>
            <a:p>
              <a:pPr eaLnBrk="1" hangingPunct="1">
                <a:defRPr/>
              </a:pPr>
              <a:r>
                <a:rPr lang="en-US" sz="1000">
                  <a:solidFill>
                    <a:schemeClr val="bg1"/>
                  </a:solidFill>
                  <a:latin typeface="Calibri" pitchFamily="34" charset="0"/>
                </a:rPr>
                <a:t>The #1 Certification Program in the information storage and management industry</a:t>
              </a:r>
            </a:p>
            <a:p>
              <a:pPr eaLnBrk="1" hangingPunct="1">
                <a:defRPr/>
              </a:pPr>
              <a:r>
                <a:rPr lang="en-US" sz="1800">
                  <a:solidFill>
                    <a:schemeClr val="bg1"/>
                  </a:solidFill>
                  <a:latin typeface="Calibri" pitchFamily="34" charset="0"/>
                </a:rPr>
                <a:t> </a:t>
              </a:r>
            </a:p>
          </p:txBody>
        </p:sp>
      </p:grpSp>
      <p:sp>
        <p:nvSpPr>
          <p:cNvPr id="207876" name="Rectangle 4"/>
          <p:cNvSpPr>
            <a:spLocks noGrp="1" noChangeArrowheads="1"/>
          </p:cNvSpPr>
          <p:nvPr>
            <p:ph type="ctrTitle"/>
          </p:nvPr>
        </p:nvSpPr>
        <p:spPr bwMode="gray">
          <a:xfrm>
            <a:off x="457200" y="1985963"/>
            <a:ext cx="8178800" cy="914400"/>
          </a:xfrm>
          <a:ln w="9525"/>
          <a:effectLst>
            <a:outerShdw dist="35921" dir="2700000" algn="ctr" rotWithShape="0">
              <a:schemeClr val="tx1"/>
            </a:outerShdw>
          </a:effectLst>
        </p:spPr>
        <p:txBody>
          <a:bodyPr anchor="b"/>
          <a:lstStyle>
            <a:lvl1pPr>
              <a:defRPr sz="3000" i="0">
                <a:solidFill>
                  <a:schemeClr val="bg1"/>
                </a:solidFill>
              </a:defRPr>
            </a:lvl1pPr>
          </a:lstStyle>
          <a:p>
            <a:r>
              <a:rPr lang="en-US"/>
              <a:t>Click to edit Master title style</a:t>
            </a:r>
          </a:p>
        </p:txBody>
      </p:sp>
      <p:sp>
        <p:nvSpPr>
          <p:cNvPr id="207877" name="Rectangle 5"/>
          <p:cNvSpPr>
            <a:spLocks noGrp="1" noChangeArrowheads="1"/>
          </p:cNvSpPr>
          <p:nvPr>
            <p:ph type="subTitle" idx="1"/>
          </p:nvPr>
        </p:nvSpPr>
        <p:spPr bwMode="gray">
          <a:xfrm>
            <a:off x="414338" y="4198938"/>
            <a:ext cx="8323262" cy="381000"/>
          </a:xfrm>
          <a:ln w="9525"/>
        </p:spPr>
        <p:txBody>
          <a:bodyPr bIns="47033"/>
          <a:lstStyle>
            <a:lvl1pPr marL="0" indent="0">
              <a:buFontTx/>
              <a:buNone/>
              <a:defRPr sz="2200" b="1">
                <a:solidFill>
                  <a:srgbClr val="003580"/>
                </a:solidFill>
              </a:defRPr>
            </a:lvl1pPr>
          </a:lstStyle>
          <a:p>
            <a:r>
              <a:rPr lang="en-US"/>
              <a:t>Click to edit Master subtitle style</a:t>
            </a:r>
          </a:p>
        </p:txBody>
      </p:sp>
    </p:spTree>
    <p:extLst>
      <p:ext uri="{BB962C8B-B14F-4D97-AF65-F5344CB8AC3E}">
        <p14:creationId xmlns:p14="http://schemas.microsoft.com/office/powerpoint/2010/main" val="4247126838"/>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42994153"/>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4201422820"/>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1233488"/>
            <a:ext cx="4276725" cy="53292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57725" y="1233488"/>
            <a:ext cx="4276725" cy="53292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44491328"/>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967669"/>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47393276"/>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395548"/>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989467341"/>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136131869"/>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22839166"/>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7988" y="584200"/>
            <a:ext cx="2176462" cy="5978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5425" y="584200"/>
            <a:ext cx="6380163" cy="5978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60686600"/>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5425" y="584200"/>
            <a:ext cx="8705850" cy="457200"/>
          </a:xfrm>
        </p:spPr>
        <p:txBody>
          <a:bodyPr/>
          <a:lstStyle/>
          <a:p>
            <a:r>
              <a:rPr lang="en-US"/>
              <a:t>Click to edit Master title style</a:t>
            </a:r>
          </a:p>
        </p:txBody>
      </p:sp>
      <p:sp>
        <p:nvSpPr>
          <p:cNvPr id="3" name="Text Placeholder 2"/>
          <p:cNvSpPr>
            <a:spLocks noGrp="1"/>
          </p:cNvSpPr>
          <p:nvPr>
            <p:ph type="body" sz="half" idx="1"/>
          </p:nvPr>
        </p:nvSpPr>
        <p:spPr>
          <a:xfrm>
            <a:off x="228600" y="1233488"/>
            <a:ext cx="4276725" cy="5329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57725" y="1233488"/>
            <a:ext cx="4276725" cy="5329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63731538"/>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225425" y="584200"/>
            <a:ext cx="8709025" cy="5978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47412169"/>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19">
            <a:extLst>
              <a:ext uri="{FF2B5EF4-FFF2-40B4-BE49-F238E27FC236}">
                <a16:creationId xmlns:a16="http://schemas.microsoft.com/office/drawing/2014/main" id="{C4D5A31E-6342-F642-D5E4-CB917772BEE4}"/>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7" name="Rectangle 20">
            <a:extLst>
              <a:ext uri="{FF2B5EF4-FFF2-40B4-BE49-F238E27FC236}">
                <a16:creationId xmlns:a16="http://schemas.microsoft.com/office/drawing/2014/main" id="{A27AC903-2E43-FF2F-D1CF-0A37808432B2}"/>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8" name="Rectangle 21">
            <a:extLst>
              <a:ext uri="{FF2B5EF4-FFF2-40B4-BE49-F238E27FC236}">
                <a16:creationId xmlns:a16="http://schemas.microsoft.com/office/drawing/2014/main" id="{E52FB762-BFD4-93E8-AB5F-58CC6DF9AA08}"/>
              </a:ext>
            </a:extLst>
          </p:cNvPr>
          <p:cNvSpPr>
            <a:spLocks noGrp="1" noChangeArrowheads="1"/>
          </p:cNvSpPr>
          <p:nvPr>
            <p:ph type="sldNum" sz="quarter" idx="12"/>
          </p:nvPr>
        </p:nvSpPr>
        <p:spPr>
          <a:ln/>
        </p:spPr>
        <p:txBody>
          <a:bodyPr/>
          <a:lstStyle>
            <a:lvl1pPr>
              <a:defRPr/>
            </a:lvl1pPr>
          </a:lstStyle>
          <a:p>
            <a:fld id="{EEE62856-C7D9-459D-8AF2-03813763F557}" type="slidenum">
              <a:rPr lang="en-US" altLang="en-US"/>
              <a:pPr/>
              <a:t>‹#›</a:t>
            </a:fld>
            <a:endParaRPr lang="en-US" altLang="en-US"/>
          </a:p>
        </p:txBody>
      </p:sp>
    </p:spTree>
    <p:extLst>
      <p:ext uri="{BB962C8B-B14F-4D97-AF65-F5344CB8AC3E}">
        <p14:creationId xmlns:p14="http://schemas.microsoft.com/office/powerpoint/2010/main" val="35983941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6" Type="http://schemas.openxmlformats.org/officeDocument/2006/relationships/image" Target="../media/image1.png"/><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theme" Target="../theme/theme3.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Ref idx="1001">
        <a:schemeClr val="bg1"/>
      </p:bgRef>
    </p:bg>
    <p:spTree>
      <p:nvGrpSpPr>
        <p:cNvPr id="1" name=""/>
        <p:cNvGrpSpPr/>
        <p:nvPr/>
      </p:nvGrpSpPr>
      <p:grpSpPr>
        <a:xfrm>
          <a:off x="0" y="0"/>
          <a:ext cx="0" cy="0"/>
          <a:chOff x="0" y="0"/>
          <a:chExt cx="0" cy="0"/>
        </a:xfrm>
      </p:grpSpPr>
      <p:grpSp>
        <p:nvGrpSpPr>
          <p:cNvPr id="32" name="Group 31"/>
          <p:cNvGrpSpPr/>
          <p:nvPr/>
        </p:nvGrpSpPr>
        <p:grpSpPr>
          <a:xfrm>
            <a:off x="0" y="0"/>
            <a:ext cx="9144000" cy="6858000"/>
            <a:chOff x="-1" y="0"/>
            <a:chExt cx="12188825" cy="6858000"/>
          </a:xfrm>
        </p:grpSpPr>
        <p:sp>
          <p:nvSpPr>
            <p:cNvPr id="8" name="Rectangle 8"/>
            <p:cNvSpPr>
              <a:spLocks noChangeArrowheads="1"/>
            </p:cNvSpPr>
            <p:nvPr/>
          </p:nvSpPr>
          <p:spPr bwMode="auto">
            <a:xfrm>
              <a:off x="4164514" y="6705600"/>
              <a:ext cx="8024310" cy="152400"/>
            </a:xfrm>
            <a:prstGeom prst="rect">
              <a:avLst/>
            </a:prstGeom>
            <a:gradFill rotWithShape="0">
              <a:gsLst>
                <a:gs pos="0">
                  <a:schemeClr val="accent5">
                    <a:lumMod val="20000"/>
                    <a:lumOff val="80000"/>
                  </a:schemeClr>
                </a:gs>
                <a:gs pos="100000">
                  <a:schemeClr val="accent5">
                    <a:lumMod val="75000"/>
                  </a:schemeClr>
                </a:gs>
              </a:gsLst>
              <a:lin ang="0" scaled="1"/>
            </a:gradFill>
            <a:ln w="9525">
              <a:solidFill>
                <a:schemeClr val="tx1"/>
              </a:solidFill>
              <a:miter lim="800000"/>
              <a:headEnd/>
              <a:tailEnd/>
            </a:ln>
            <a:effectLst/>
          </p:spPr>
          <p:txBody>
            <a:bodyPr wrap="none" anchor="ctr"/>
            <a:lstStyle/>
            <a:p>
              <a:pPr algn="ctr"/>
              <a:endParaRPr kumimoji="1" lang="en-US" sz="2400">
                <a:latin typeface="굴림" pitchFamily="50" charset="-127"/>
              </a:endParaRPr>
            </a:p>
          </p:txBody>
        </p:sp>
        <p:sp>
          <p:nvSpPr>
            <p:cNvPr id="9" name="Rectangle 9"/>
            <p:cNvSpPr>
              <a:spLocks noChangeArrowheads="1"/>
            </p:cNvSpPr>
            <p:nvPr/>
          </p:nvSpPr>
          <p:spPr bwMode="auto">
            <a:xfrm>
              <a:off x="11680956" y="1981200"/>
              <a:ext cx="507868" cy="4267200"/>
            </a:xfrm>
            <a:prstGeom prst="rect">
              <a:avLst/>
            </a:prstGeom>
            <a:gradFill rotWithShape="0">
              <a:gsLst>
                <a:gs pos="0">
                  <a:schemeClr val="tx2">
                    <a:lumMod val="20000"/>
                    <a:lumOff val="80000"/>
                  </a:schemeClr>
                </a:gs>
                <a:gs pos="100000">
                  <a:schemeClr val="tx2">
                    <a:lumMod val="60000"/>
                    <a:lumOff val="40000"/>
                  </a:schemeClr>
                </a:gs>
              </a:gsLst>
              <a:lin ang="5400000" scaled="1"/>
            </a:gradFill>
            <a:ln w="9525">
              <a:solidFill>
                <a:schemeClr val="tx1"/>
              </a:solidFill>
              <a:miter lim="800000"/>
              <a:headEnd/>
              <a:tailEnd/>
            </a:ln>
            <a:effectLst/>
          </p:spPr>
          <p:txBody>
            <a:bodyPr wrap="none" anchor="ctr"/>
            <a:lstStyle/>
            <a:p>
              <a:pPr algn="ctr"/>
              <a:endParaRPr kumimoji="1" lang="en-US" sz="2400">
                <a:latin typeface="굴림" pitchFamily="50" charset="-127"/>
              </a:endParaRPr>
            </a:p>
          </p:txBody>
        </p:sp>
        <p:sp>
          <p:nvSpPr>
            <p:cNvPr id="10" name="Rectangle 10"/>
            <p:cNvSpPr>
              <a:spLocks noChangeArrowheads="1"/>
            </p:cNvSpPr>
            <p:nvPr/>
          </p:nvSpPr>
          <p:spPr bwMode="auto">
            <a:xfrm>
              <a:off x="-1" y="5257800"/>
              <a:ext cx="609441" cy="1524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sz="2400">
                <a:latin typeface="굴림" pitchFamily="50" charset="-127"/>
              </a:endParaRPr>
            </a:p>
          </p:txBody>
        </p:sp>
        <p:sp>
          <p:nvSpPr>
            <p:cNvPr id="11" name="Rectangle 11"/>
            <p:cNvSpPr>
              <a:spLocks noChangeArrowheads="1"/>
            </p:cNvSpPr>
            <p:nvPr/>
          </p:nvSpPr>
          <p:spPr bwMode="auto">
            <a:xfrm>
              <a:off x="-1" y="5410200"/>
              <a:ext cx="609441" cy="1447800"/>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sz="2400">
                <a:latin typeface="굴림" pitchFamily="50" charset="-127"/>
              </a:endParaRPr>
            </a:p>
          </p:txBody>
        </p:sp>
        <p:sp>
          <p:nvSpPr>
            <p:cNvPr id="12" name="Rectangle 12"/>
            <p:cNvSpPr>
              <a:spLocks noChangeArrowheads="1"/>
            </p:cNvSpPr>
            <p:nvPr/>
          </p:nvSpPr>
          <p:spPr bwMode="auto">
            <a:xfrm>
              <a:off x="11680956" y="0"/>
              <a:ext cx="507868" cy="1981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sz="2400">
                <a:latin typeface="굴림" pitchFamily="50" charset="-127"/>
              </a:endParaRPr>
            </a:p>
          </p:txBody>
        </p:sp>
        <p:sp>
          <p:nvSpPr>
            <p:cNvPr id="13" name="Rectangle 13"/>
            <p:cNvSpPr>
              <a:spLocks noChangeArrowheads="1"/>
            </p:cNvSpPr>
            <p:nvPr/>
          </p:nvSpPr>
          <p:spPr bwMode="auto">
            <a:xfrm>
              <a:off x="7618015" y="0"/>
              <a:ext cx="4062942" cy="304800"/>
            </a:xfrm>
            <a:prstGeom prst="rect">
              <a:avLst/>
            </a:prstGeom>
            <a:solidFill>
              <a:schemeClr val="accent1"/>
            </a:solidFill>
            <a:ln w="9525">
              <a:solidFill>
                <a:schemeClr val="accent3"/>
              </a:solidFill>
              <a:miter lim="800000"/>
              <a:headEnd/>
              <a:tailEnd/>
            </a:ln>
            <a:effectLst/>
          </p:spPr>
          <p:txBody>
            <a:bodyPr wrap="none" anchor="ctr"/>
            <a:lstStyle/>
            <a:p>
              <a:pPr algn="ctr"/>
              <a:endParaRPr kumimoji="1" lang="en-US" sz="2400">
                <a:latin typeface="굴림" pitchFamily="50" charset="-127"/>
              </a:endParaRPr>
            </a:p>
          </p:txBody>
        </p:sp>
        <p:sp>
          <p:nvSpPr>
            <p:cNvPr id="14" name="Rectangle 14"/>
            <p:cNvSpPr>
              <a:spLocks noChangeArrowheads="1"/>
            </p:cNvSpPr>
            <p:nvPr/>
          </p:nvSpPr>
          <p:spPr bwMode="auto">
            <a:xfrm>
              <a:off x="609440" y="304800"/>
              <a:ext cx="711015" cy="762000"/>
            </a:xfrm>
            <a:prstGeom prst="rect">
              <a:avLst/>
            </a:prstGeom>
            <a:solidFill>
              <a:schemeClr val="bg2">
                <a:lumMod val="50000"/>
                <a:alpha val="50000"/>
              </a:schemeClr>
            </a:solidFill>
            <a:ln w="9525">
              <a:solidFill>
                <a:schemeClr val="tx1"/>
              </a:solidFill>
              <a:miter lim="800000"/>
              <a:headEnd/>
              <a:tailEnd/>
            </a:ln>
            <a:effectLst/>
          </p:spPr>
          <p:txBody>
            <a:bodyPr wrap="none" anchor="ctr"/>
            <a:lstStyle/>
            <a:p>
              <a:pPr algn="ctr"/>
              <a:endParaRPr kumimoji="1" lang="en-US" sz="2400">
                <a:latin typeface="굴림" pitchFamily="50" charset="-127"/>
              </a:endParaRPr>
            </a:p>
          </p:txBody>
        </p:sp>
        <p:sp>
          <p:nvSpPr>
            <p:cNvPr id="15" name="Rectangle 15"/>
            <p:cNvSpPr>
              <a:spLocks noChangeArrowheads="1"/>
            </p:cNvSpPr>
            <p:nvPr/>
          </p:nvSpPr>
          <p:spPr bwMode="auto">
            <a:xfrm>
              <a:off x="-1" y="1066800"/>
              <a:ext cx="609441" cy="4191000"/>
            </a:xfrm>
            <a:prstGeom prst="rect">
              <a:avLst/>
            </a:prstGeom>
            <a:gradFill rotWithShape="0">
              <a:gsLst>
                <a:gs pos="0">
                  <a:schemeClr val="bg2">
                    <a:lumMod val="50000"/>
                  </a:schemeClr>
                </a:gs>
                <a:gs pos="100000">
                  <a:schemeClr val="bg1"/>
                </a:gs>
              </a:gsLst>
              <a:lin ang="5400000" scaled="1"/>
            </a:gradFill>
            <a:ln w="9525">
              <a:solidFill>
                <a:schemeClr val="tx1"/>
              </a:solidFill>
              <a:miter lim="800000"/>
              <a:headEnd/>
              <a:tailEnd/>
            </a:ln>
            <a:effectLst/>
          </p:spPr>
          <p:txBody>
            <a:bodyPr wrap="none" anchor="ctr"/>
            <a:lstStyle/>
            <a:p>
              <a:pPr algn="ctr"/>
              <a:endParaRPr kumimoji="1" lang="en-US" sz="2400">
                <a:latin typeface="굴림" pitchFamily="50" charset="-127"/>
              </a:endParaRPr>
            </a:p>
          </p:txBody>
        </p:sp>
        <p:sp>
          <p:nvSpPr>
            <p:cNvPr id="16" name="Rectangle 16"/>
            <p:cNvSpPr>
              <a:spLocks noChangeArrowheads="1"/>
            </p:cNvSpPr>
            <p:nvPr/>
          </p:nvSpPr>
          <p:spPr bwMode="auto">
            <a:xfrm>
              <a:off x="-1" y="304800"/>
              <a:ext cx="609441" cy="7620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sz="2400">
                <a:latin typeface="굴림" pitchFamily="50" charset="-127"/>
              </a:endParaRPr>
            </a:p>
          </p:txBody>
        </p:sp>
        <p:sp>
          <p:nvSpPr>
            <p:cNvPr id="17" name="Rectangle 17"/>
            <p:cNvSpPr>
              <a:spLocks noChangeArrowheads="1"/>
            </p:cNvSpPr>
            <p:nvPr/>
          </p:nvSpPr>
          <p:spPr bwMode="auto">
            <a:xfrm>
              <a:off x="-1" y="0"/>
              <a:ext cx="1320456" cy="304800"/>
            </a:xfrm>
            <a:prstGeom prst="rect">
              <a:avLst/>
            </a:prstGeom>
            <a:solidFill>
              <a:schemeClr val="accent1"/>
            </a:solidFill>
            <a:ln w="19050">
              <a:solidFill>
                <a:schemeClr val="accent1"/>
              </a:solidFill>
              <a:miter lim="800000"/>
              <a:headEnd/>
              <a:tailEnd/>
            </a:ln>
            <a:effectLst/>
          </p:spPr>
          <p:txBody>
            <a:bodyPr wrap="none" anchor="ctr"/>
            <a:lstStyle/>
            <a:p>
              <a:pPr algn="ctr"/>
              <a:endParaRPr kumimoji="1" lang="en-US" sz="2400">
                <a:latin typeface="굴림" pitchFamily="50" charset="-127"/>
              </a:endParaRPr>
            </a:p>
          </p:txBody>
        </p:sp>
        <p:sp>
          <p:nvSpPr>
            <p:cNvPr id="18" name="Rectangle 18"/>
            <p:cNvSpPr>
              <a:spLocks noChangeArrowheads="1"/>
            </p:cNvSpPr>
            <p:nvPr/>
          </p:nvSpPr>
          <p:spPr bwMode="auto">
            <a:xfrm>
              <a:off x="1320455" y="0"/>
              <a:ext cx="6297560" cy="304800"/>
            </a:xfrm>
            <a:prstGeom prst="rect">
              <a:avLst/>
            </a:prstGeom>
            <a:solidFill>
              <a:schemeClr val="bg1"/>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sz="2400">
                <a:latin typeface="굴림" pitchFamily="50" charset="-127"/>
              </a:endParaRPr>
            </a:p>
          </p:txBody>
        </p:sp>
        <p:sp>
          <p:nvSpPr>
            <p:cNvPr id="19" name="Line 19"/>
            <p:cNvSpPr>
              <a:spLocks noChangeShapeType="1"/>
            </p:cNvSpPr>
            <p:nvPr/>
          </p:nvSpPr>
          <p:spPr bwMode="auto">
            <a:xfrm flipV="1">
              <a:off x="609440" y="304800"/>
              <a:ext cx="0" cy="6553200"/>
            </a:xfrm>
            <a:prstGeom prst="line">
              <a:avLst/>
            </a:prstGeom>
            <a:noFill/>
            <a:ln w="76200">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800"/>
            </a:p>
          </p:txBody>
        </p:sp>
        <p:sp>
          <p:nvSpPr>
            <p:cNvPr id="20" name="Line 20"/>
            <p:cNvSpPr>
              <a:spLocks noChangeShapeType="1"/>
            </p:cNvSpPr>
            <p:nvPr/>
          </p:nvSpPr>
          <p:spPr bwMode="auto">
            <a:xfrm>
              <a:off x="609440" y="6705600"/>
              <a:ext cx="11579384" cy="0"/>
            </a:xfrm>
            <a:prstGeom prst="line">
              <a:avLst/>
            </a:prstGeom>
            <a:noFill/>
            <a:ln w="57150">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800"/>
            </a:p>
          </p:txBody>
        </p:sp>
        <p:sp>
          <p:nvSpPr>
            <p:cNvPr id="21" name="Line 21"/>
            <p:cNvSpPr>
              <a:spLocks noChangeShapeType="1"/>
            </p:cNvSpPr>
            <p:nvPr/>
          </p:nvSpPr>
          <p:spPr bwMode="auto">
            <a:xfrm flipV="1">
              <a:off x="11680956" y="0"/>
              <a:ext cx="0" cy="6705600"/>
            </a:xfrm>
            <a:prstGeom prst="line">
              <a:avLst/>
            </a:prstGeom>
            <a:noFill/>
            <a:ln w="57150">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800"/>
            </a:p>
          </p:txBody>
        </p:sp>
        <p:sp>
          <p:nvSpPr>
            <p:cNvPr id="22" name="Line 22"/>
            <p:cNvSpPr>
              <a:spLocks noChangeShapeType="1"/>
            </p:cNvSpPr>
            <p:nvPr/>
          </p:nvSpPr>
          <p:spPr bwMode="auto">
            <a:xfrm>
              <a:off x="-1" y="304800"/>
              <a:ext cx="12188825" cy="0"/>
            </a:xfrm>
            <a:prstGeom prst="line">
              <a:avLst/>
            </a:prstGeom>
            <a:noFill/>
            <a:ln w="38100">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800"/>
            </a:p>
          </p:txBody>
        </p:sp>
        <p:sp>
          <p:nvSpPr>
            <p:cNvPr id="23" name="Line 23"/>
            <p:cNvSpPr>
              <a:spLocks noChangeShapeType="1"/>
            </p:cNvSpPr>
            <p:nvPr/>
          </p:nvSpPr>
          <p:spPr bwMode="auto">
            <a:xfrm flipH="1">
              <a:off x="7618015" y="457200"/>
              <a:ext cx="4570809" cy="0"/>
            </a:xfrm>
            <a:prstGeom prst="line">
              <a:avLst/>
            </a:prstGeom>
            <a:noFill/>
            <a:ln w="19050">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800"/>
            </a:p>
          </p:txBody>
        </p:sp>
        <p:sp>
          <p:nvSpPr>
            <p:cNvPr id="24" name="Line 24"/>
            <p:cNvSpPr>
              <a:spLocks noChangeShapeType="1"/>
            </p:cNvSpPr>
            <p:nvPr/>
          </p:nvSpPr>
          <p:spPr bwMode="auto">
            <a:xfrm flipV="1">
              <a:off x="7618015" y="0"/>
              <a:ext cx="0" cy="457200"/>
            </a:xfrm>
            <a:prstGeom prst="line">
              <a:avLst/>
            </a:prstGeom>
            <a:noFill/>
            <a:ln w="19050">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800"/>
            </a:p>
          </p:txBody>
        </p:sp>
        <p:sp>
          <p:nvSpPr>
            <p:cNvPr id="25" name="Line 25"/>
            <p:cNvSpPr>
              <a:spLocks noChangeShapeType="1"/>
            </p:cNvSpPr>
            <p:nvPr/>
          </p:nvSpPr>
          <p:spPr bwMode="auto">
            <a:xfrm>
              <a:off x="11680956" y="1981200"/>
              <a:ext cx="50786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800"/>
            </a:p>
          </p:txBody>
        </p:sp>
        <p:sp>
          <p:nvSpPr>
            <p:cNvPr id="26" name="Line 26"/>
            <p:cNvSpPr>
              <a:spLocks noChangeShapeType="1"/>
            </p:cNvSpPr>
            <p:nvPr/>
          </p:nvSpPr>
          <p:spPr bwMode="auto">
            <a:xfrm>
              <a:off x="1320455" y="0"/>
              <a:ext cx="0" cy="1066800"/>
            </a:xfrm>
            <a:prstGeom prst="line">
              <a:avLst/>
            </a:prstGeom>
            <a:noFill/>
            <a:ln w="19050">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800"/>
            </a:p>
          </p:txBody>
        </p:sp>
        <p:sp>
          <p:nvSpPr>
            <p:cNvPr id="27" name="Line 27"/>
            <p:cNvSpPr>
              <a:spLocks noChangeShapeType="1"/>
            </p:cNvSpPr>
            <p:nvPr/>
          </p:nvSpPr>
          <p:spPr bwMode="auto">
            <a:xfrm flipH="1">
              <a:off x="-1" y="1066800"/>
              <a:ext cx="1320456" cy="0"/>
            </a:xfrm>
            <a:prstGeom prst="line">
              <a:avLst/>
            </a:prstGeom>
            <a:noFill/>
            <a:ln w="2857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800"/>
            </a:p>
          </p:txBody>
        </p:sp>
        <p:sp>
          <p:nvSpPr>
            <p:cNvPr id="30" name="Line 30"/>
            <p:cNvSpPr>
              <a:spLocks noChangeShapeType="1"/>
            </p:cNvSpPr>
            <p:nvPr/>
          </p:nvSpPr>
          <p:spPr bwMode="auto">
            <a:xfrm flipH="1">
              <a:off x="-1" y="5257800"/>
              <a:ext cx="609441" cy="0"/>
            </a:xfrm>
            <a:prstGeom prst="line">
              <a:avLst/>
            </a:prstGeom>
            <a:noFill/>
            <a:ln w="2857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800"/>
            </a:p>
          </p:txBody>
        </p:sp>
        <p:sp>
          <p:nvSpPr>
            <p:cNvPr id="31" name="Line 31"/>
            <p:cNvSpPr>
              <a:spLocks noChangeShapeType="1"/>
            </p:cNvSpPr>
            <p:nvPr/>
          </p:nvSpPr>
          <p:spPr bwMode="auto">
            <a:xfrm flipH="1">
              <a:off x="-1" y="5410200"/>
              <a:ext cx="609441"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800"/>
            </a:p>
          </p:txBody>
        </p:sp>
      </p:grpSp>
      <p:sp>
        <p:nvSpPr>
          <p:cNvPr id="2" name="Title Placeholder 1"/>
          <p:cNvSpPr>
            <a:spLocks noGrp="1"/>
          </p:cNvSpPr>
          <p:nvPr>
            <p:ph type="title"/>
          </p:nvPr>
        </p:nvSpPr>
        <p:spPr>
          <a:xfrm>
            <a:off x="1142108" y="533400"/>
            <a:ext cx="7202776" cy="1143000"/>
          </a:xfrm>
          <a:prstGeom prst="rect">
            <a:avLst/>
          </a:prstGeom>
        </p:spPr>
        <p:txBody>
          <a:bodyPr vert="horz" lIns="91440" tIns="45720" rIns="91440" bIns="45720" rtlCol="0" anchor="b">
            <a:normAutofit/>
          </a:bodyPr>
          <a:lstStyle/>
          <a:p>
            <a:r>
              <a:rPr lang="en-US"/>
              <a:t>Click to edit Master title style</a:t>
            </a:r>
            <a:endParaRPr dirty="0"/>
          </a:p>
        </p:txBody>
      </p:sp>
      <p:sp>
        <p:nvSpPr>
          <p:cNvPr id="3" name="Text Placeholder 2"/>
          <p:cNvSpPr>
            <a:spLocks noGrp="1"/>
          </p:cNvSpPr>
          <p:nvPr>
            <p:ph type="body" idx="1"/>
          </p:nvPr>
        </p:nvSpPr>
        <p:spPr>
          <a:xfrm>
            <a:off x="1142108" y="1828800"/>
            <a:ext cx="7202776" cy="41910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138759" y="6172201"/>
            <a:ext cx="5148187" cy="273049"/>
          </a:xfrm>
          <a:prstGeom prst="rect">
            <a:avLst/>
          </a:prstGeom>
        </p:spPr>
        <p:txBody>
          <a:bodyPr vert="horz" lIns="91440" tIns="45720" rIns="91440" bIns="45720" rtlCol="0" anchor="ctr"/>
          <a:lstStyle>
            <a:lvl1pPr algn="l">
              <a:defRPr sz="1100">
                <a:solidFill>
                  <a:schemeClr val="tx1"/>
                </a:solidFill>
              </a:defRPr>
            </a:lvl1pPr>
          </a:lstStyle>
          <a:p>
            <a:r>
              <a:rPr lang="en-US"/>
              <a:t>Ali Broumandnia, Broumandnia@gmail.com</a:t>
            </a:r>
            <a:endParaRPr lang="en-US" dirty="0"/>
          </a:p>
        </p:txBody>
      </p:sp>
      <p:sp>
        <p:nvSpPr>
          <p:cNvPr id="4" name="Date Placeholder 3"/>
          <p:cNvSpPr>
            <a:spLocks noGrp="1"/>
          </p:cNvSpPr>
          <p:nvPr>
            <p:ph type="dt" sz="half" idx="2"/>
          </p:nvPr>
        </p:nvSpPr>
        <p:spPr>
          <a:xfrm>
            <a:off x="6458441" y="6172201"/>
            <a:ext cx="990302" cy="273049"/>
          </a:xfrm>
          <a:prstGeom prst="rect">
            <a:avLst/>
          </a:prstGeom>
        </p:spPr>
        <p:txBody>
          <a:bodyPr vert="horz" lIns="91440" tIns="45720" rIns="91440" bIns="45720" rtlCol="0" anchor="ctr"/>
          <a:lstStyle>
            <a:lvl1pPr algn="r">
              <a:defRPr sz="1100">
                <a:solidFill>
                  <a:schemeClr val="tx1"/>
                </a:solidFill>
              </a:defRPr>
            </a:lvl1pPr>
          </a:lstStyle>
          <a:p>
            <a:fld id="{E054FB46-F336-4A2D-B369-408852AD4D0B}" type="datetime1">
              <a:rPr lang="en-US" smtClean="0"/>
              <a:t>10/8/2025</a:t>
            </a:fld>
            <a:endParaRPr lang="en-US"/>
          </a:p>
        </p:txBody>
      </p:sp>
      <p:sp>
        <p:nvSpPr>
          <p:cNvPr id="6" name="Slide Number Placeholder 5"/>
          <p:cNvSpPr>
            <a:spLocks noGrp="1"/>
          </p:cNvSpPr>
          <p:nvPr>
            <p:ph type="sldNum" sz="quarter" idx="4"/>
          </p:nvPr>
        </p:nvSpPr>
        <p:spPr>
          <a:xfrm>
            <a:off x="7601739" y="6172201"/>
            <a:ext cx="743144" cy="273049"/>
          </a:xfrm>
          <a:prstGeom prst="rect">
            <a:avLst/>
          </a:prstGeom>
        </p:spPr>
        <p:txBody>
          <a:bodyPr vert="horz" lIns="91440" tIns="45720" rIns="91440" bIns="45720" rtlCol="0" anchor="ctr"/>
          <a:lstStyle>
            <a:lvl1pPr algn="r">
              <a:defRPr sz="1100">
                <a:solidFill>
                  <a:schemeClr val="tx1"/>
                </a:solidFill>
              </a:defRPr>
            </a:lvl1pPr>
          </a:lstStyle>
          <a:p>
            <a:fld id="{E5137D0E-4A4F-4307-8994-C1891D747D59}" type="slidenum">
              <a:rPr lang="en-US" smtClean="0"/>
              <a:pPr/>
              <a:t>‹#›</a:t>
            </a:fld>
            <a:endParaRPr lang="en-US"/>
          </a:p>
        </p:txBody>
      </p:sp>
    </p:spTree>
    <p:extLst>
      <p:ext uri="{BB962C8B-B14F-4D97-AF65-F5344CB8AC3E}">
        <p14:creationId xmlns:p14="http://schemas.microsoft.com/office/powerpoint/2010/main" val="77452268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1" eaLnBrk="1" latinLnBrk="0" hangingPunct="1">
        <a:lnSpc>
          <a:spcPct val="90000"/>
        </a:lnSpc>
        <a:spcBef>
          <a:spcPct val="0"/>
        </a:spcBef>
        <a:buNone/>
        <a:defRPr sz="3200" kern="1200">
          <a:solidFill>
            <a:schemeClr val="tx2"/>
          </a:solidFill>
          <a:latin typeface="+mj-lt"/>
          <a:ea typeface="+mj-ea"/>
          <a:cs typeface="+mj-cs"/>
        </a:defRPr>
      </a:lvl1pPr>
    </p:titleStyle>
    <p:bodyStyle>
      <a:lvl1pPr marL="223838" indent="-223838" algn="r" defTabSz="914400" rtl="1" eaLnBrk="1" latinLnBrk="0" hangingPunct="1">
        <a:lnSpc>
          <a:spcPct val="90000"/>
        </a:lnSpc>
        <a:spcBef>
          <a:spcPts val="1800"/>
        </a:spcBef>
        <a:buClr>
          <a:schemeClr val="accent2"/>
        </a:buClr>
        <a:buFont typeface="Arial" pitchFamily="34" charset="0"/>
        <a:buChar char="•"/>
        <a:defRPr sz="2000" kern="1200">
          <a:solidFill>
            <a:schemeClr val="tx1"/>
          </a:solidFill>
          <a:latin typeface="+mn-lt"/>
          <a:ea typeface="+mn-ea"/>
          <a:cs typeface="+mn-cs"/>
        </a:defRPr>
      </a:lvl1pPr>
      <a:lvl2pPr marL="502920" indent="-223838" algn="r" defTabSz="914400" rtl="1" eaLnBrk="1" latinLnBrk="0" hangingPunct="1">
        <a:lnSpc>
          <a:spcPct val="90000"/>
        </a:lnSpc>
        <a:spcBef>
          <a:spcPts val="800"/>
        </a:spcBef>
        <a:buClr>
          <a:schemeClr val="accent2"/>
        </a:buClr>
        <a:buFont typeface="Arial" pitchFamily="34" charset="0"/>
        <a:buChar char="–"/>
        <a:defRPr sz="1800" kern="1200">
          <a:solidFill>
            <a:schemeClr val="tx1"/>
          </a:solidFill>
          <a:latin typeface="+mn-lt"/>
          <a:ea typeface="+mn-ea"/>
          <a:cs typeface="+mn-cs"/>
        </a:defRPr>
      </a:lvl2pPr>
      <a:lvl3pPr marL="741363" indent="-171450" algn="r" defTabSz="914400" rtl="1" eaLnBrk="1" latinLnBrk="0" hangingPunct="1">
        <a:lnSpc>
          <a:spcPct val="90000"/>
        </a:lnSpc>
        <a:spcBef>
          <a:spcPts val="600"/>
        </a:spcBef>
        <a:buClr>
          <a:schemeClr val="accent2"/>
        </a:buClr>
        <a:buFont typeface="Arial" pitchFamily="34" charset="0"/>
        <a:buChar char="•"/>
        <a:defRPr sz="1600" kern="1200">
          <a:solidFill>
            <a:schemeClr val="tx1"/>
          </a:solidFill>
          <a:latin typeface="+mn-lt"/>
          <a:ea typeface="+mn-ea"/>
          <a:cs typeface="+mn-cs"/>
        </a:defRPr>
      </a:lvl3pPr>
      <a:lvl4pPr marL="966788" indent="-173038" algn="r" defTabSz="914400" rtl="1" eaLnBrk="1" latinLnBrk="0" hangingPunct="1">
        <a:lnSpc>
          <a:spcPct val="90000"/>
        </a:lnSpc>
        <a:spcBef>
          <a:spcPts val="600"/>
        </a:spcBef>
        <a:buClr>
          <a:schemeClr val="accent2"/>
        </a:buClr>
        <a:buFont typeface="Arial" pitchFamily="34" charset="0"/>
        <a:buChar char="–"/>
        <a:defRPr sz="1400" kern="1200">
          <a:solidFill>
            <a:schemeClr val="tx1"/>
          </a:solidFill>
          <a:latin typeface="+mn-lt"/>
          <a:ea typeface="+mn-ea"/>
          <a:cs typeface="+mn-cs"/>
        </a:defRPr>
      </a:lvl4pPr>
      <a:lvl5pPr marL="1208088" indent="-173038" algn="r" defTabSz="914400" rtl="1" eaLnBrk="1" latinLnBrk="0" hangingPunct="1">
        <a:lnSpc>
          <a:spcPct val="90000"/>
        </a:lnSpc>
        <a:spcBef>
          <a:spcPts val="600"/>
        </a:spcBef>
        <a:buClr>
          <a:schemeClr val="accent2"/>
        </a:buClr>
        <a:buFont typeface="Arial" pitchFamily="34" charset="0"/>
        <a:buChar char="•"/>
        <a:defRPr sz="1400" kern="1200">
          <a:solidFill>
            <a:schemeClr val="tx1"/>
          </a:solidFill>
          <a:latin typeface="+mn-lt"/>
          <a:ea typeface="+mn-ea"/>
          <a:cs typeface="+mn-cs"/>
        </a:defRPr>
      </a:lvl5pPr>
      <a:lvl6pPr marL="1444752" indent="-173736" algn="r" defTabSz="914400" rtl="1" eaLnBrk="1" latinLnBrk="0" hangingPunct="1">
        <a:lnSpc>
          <a:spcPct val="90000"/>
        </a:lnSpc>
        <a:spcBef>
          <a:spcPts val="600"/>
        </a:spcBef>
        <a:buFont typeface="Arial" pitchFamily="34" charset="0"/>
        <a:buChar char="–"/>
        <a:defRPr sz="1400" kern="1200">
          <a:solidFill>
            <a:schemeClr val="tx1"/>
          </a:solidFill>
          <a:latin typeface="+mn-lt"/>
          <a:ea typeface="+mn-ea"/>
          <a:cs typeface="+mn-cs"/>
        </a:defRPr>
      </a:lvl6pPr>
      <a:lvl7pPr marL="1682496" indent="-173736" algn="r" defTabSz="914400" rtl="1" eaLnBrk="1" latinLnBrk="0" hangingPunct="1">
        <a:lnSpc>
          <a:spcPct val="90000"/>
        </a:lnSpc>
        <a:spcBef>
          <a:spcPts val="600"/>
        </a:spcBef>
        <a:buFont typeface="Arial" pitchFamily="34" charset="0"/>
        <a:buChar char="•"/>
        <a:defRPr sz="1400" kern="1200">
          <a:solidFill>
            <a:schemeClr val="tx1"/>
          </a:solidFill>
          <a:latin typeface="+mn-lt"/>
          <a:ea typeface="+mn-ea"/>
          <a:cs typeface="+mn-cs"/>
        </a:defRPr>
      </a:lvl7pPr>
      <a:lvl8pPr marL="1920240" indent="-173736" algn="r" defTabSz="914400" rtl="1" eaLnBrk="1" latinLnBrk="0" hangingPunct="1">
        <a:lnSpc>
          <a:spcPct val="90000"/>
        </a:lnSpc>
        <a:spcBef>
          <a:spcPts val="600"/>
        </a:spcBef>
        <a:buFont typeface="Arial" pitchFamily="34" charset="0"/>
        <a:buChar char="–"/>
        <a:defRPr sz="1400" kern="1200">
          <a:solidFill>
            <a:schemeClr val="tx1"/>
          </a:solidFill>
          <a:latin typeface="+mn-lt"/>
          <a:ea typeface="+mn-ea"/>
          <a:cs typeface="+mn-cs"/>
        </a:defRPr>
      </a:lvl8pPr>
      <a:lvl9pPr marL="2157984" indent="-173736" algn="r" defTabSz="914400" rtl="1" eaLnBrk="1" latinLnBrk="0" hangingPunct="1">
        <a:lnSpc>
          <a:spcPct val="90000"/>
        </a:lnSpc>
        <a:spcBef>
          <a:spcPts val="600"/>
        </a:spcBef>
        <a:buFont typeface="Arial" pitchFamily="34" charset="0"/>
        <a:buChar char="•"/>
        <a:defRPr sz="1400" kern="1200">
          <a:solidFill>
            <a:schemeClr val="tx1"/>
          </a:solidFill>
          <a:latin typeface="+mn-lt"/>
          <a:ea typeface="+mn-ea"/>
          <a:cs typeface="+mn-cs"/>
        </a:defRPr>
      </a:lvl9pPr>
    </p:bodyStyle>
    <p:otherStyle>
      <a:defPPr>
        <a:defRPr/>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121CCDCC-B94C-A056-091D-6A9654CB324D}"/>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22495450-6B07-567B-DA63-B56BE25DF54A}"/>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BD3A2EE5-E49A-9CAA-B9F9-3C28DF4FC55F}"/>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a:defRPr/>
            </a:pPr>
            <a:fld id="{40E43D44-2020-4402-AAD4-63F9D8A4E187}" type="datetime1">
              <a:rPr lang="en-US"/>
              <a:pPr>
                <a:defRPr/>
              </a:pPr>
              <a:t>10/8/2025</a:t>
            </a:fld>
            <a:endParaRPr lang="en-US"/>
          </a:p>
        </p:txBody>
      </p:sp>
      <p:sp>
        <p:nvSpPr>
          <p:cNvPr id="5" name="Footer Placeholder 4">
            <a:extLst>
              <a:ext uri="{FF2B5EF4-FFF2-40B4-BE49-F238E27FC236}">
                <a16:creationId xmlns:a16="http://schemas.microsoft.com/office/drawing/2014/main" id="{2B52DCFE-42C2-4059-D636-D4AD5E67473C}"/>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r>
              <a:rPr lang="en-US"/>
              <a:t>ISMDR:BE5IT:VIII:Madhu N. PIIT</a:t>
            </a:r>
          </a:p>
        </p:txBody>
      </p:sp>
      <p:sp>
        <p:nvSpPr>
          <p:cNvPr id="6" name="Slide Number Placeholder 5">
            <a:extLst>
              <a:ext uri="{FF2B5EF4-FFF2-40B4-BE49-F238E27FC236}">
                <a16:creationId xmlns:a16="http://schemas.microsoft.com/office/drawing/2014/main" id="{6B58F38D-33FA-5D70-7225-06707801853B}"/>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smtClean="0">
                <a:solidFill>
                  <a:srgbClr val="898989"/>
                </a:solidFill>
              </a:defRPr>
            </a:lvl1pPr>
          </a:lstStyle>
          <a:p>
            <a:pPr>
              <a:defRPr/>
            </a:pPr>
            <a:fld id="{BFEADA95-C44E-4C54-A529-8315D712801F}" type="slidenum">
              <a:rPr lang="en-US" altLang="en-US"/>
              <a:pPr>
                <a:defRPr/>
              </a:pPr>
              <a:t>‹#›</a:t>
            </a:fld>
            <a:endParaRPr lang="en-US" altLang="en-US"/>
          </a:p>
        </p:txBody>
      </p:sp>
    </p:spTree>
    <p:extLst>
      <p:ext uri="{BB962C8B-B14F-4D97-AF65-F5344CB8AC3E}">
        <p14:creationId xmlns:p14="http://schemas.microsoft.com/office/powerpoint/2010/main" val="70548674"/>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672E4742-816B-4D9B-C9D2-7DE7D742E525}"/>
              </a:ext>
            </a:extLst>
          </p:cNvPr>
          <p:cNvSpPr>
            <a:spLocks noGrp="1" noChangeArrowheads="1"/>
          </p:cNvSpPr>
          <p:nvPr>
            <p:ph type="title"/>
          </p:nvPr>
        </p:nvSpPr>
        <p:spPr bwMode="auto">
          <a:xfrm>
            <a:off x="225425" y="584200"/>
            <a:ext cx="8705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D3400D0E-7C78-3854-5BA9-E2982B21AEE5}"/>
              </a:ext>
            </a:extLst>
          </p:cNvPr>
          <p:cNvSpPr>
            <a:spLocks noChangeArrowheads="1"/>
          </p:cNvSpPr>
          <p:nvPr/>
        </p:nvSpPr>
        <p:spPr bwMode="auto">
          <a:xfrm>
            <a:off x="4724400" y="5487988"/>
            <a:ext cx="1938338"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47033" anchor="b"/>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algn="r">
              <a:spcBef>
                <a:spcPct val="0"/>
              </a:spcBef>
              <a:buClrTx/>
              <a:buFontTx/>
              <a:buNone/>
            </a:pPr>
            <a:endParaRPr lang="en-US" altLang="en-US" sz="900">
              <a:solidFill>
                <a:schemeClr val="tx1"/>
              </a:solidFill>
            </a:endParaRPr>
          </a:p>
        </p:txBody>
      </p:sp>
      <p:sp>
        <p:nvSpPr>
          <p:cNvPr id="1028" name="Rectangle 4">
            <a:extLst>
              <a:ext uri="{FF2B5EF4-FFF2-40B4-BE49-F238E27FC236}">
                <a16:creationId xmlns:a16="http://schemas.microsoft.com/office/drawing/2014/main" id="{6AF2AA5A-DA1A-94B9-C50B-336FF394062C}"/>
              </a:ext>
            </a:extLst>
          </p:cNvPr>
          <p:cNvSpPr>
            <a:spLocks noGrp="1" noChangeArrowheads="1"/>
          </p:cNvSpPr>
          <p:nvPr>
            <p:ph type="body" idx="1"/>
          </p:nvPr>
        </p:nvSpPr>
        <p:spPr bwMode="auto">
          <a:xfrm>
            <a:off x="228600" y="1233488"/>
            <a:ext cx="8705850" cy="532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Text Box 5">
            <a:extLst>
              <a:ext uri="{FF2B5EF4-FFF2-40B4-BE49-F238E27FC236}">
                <a16:creationId xmlns:a16="http://schemas.microsoft.com/office/drawing/2014/main" id="{FE8AABAD-530D-12CF-158B-2ABD82D840F5}"/>
              </a:ext>
            </a:extLst>
          </p:cNvPr>
          <p:cNvSpPr txBox="1">
            <a:spLocks noChangeArrowheads="1"/>
          </p:cNvSpPr>
          <p:nvPr/>
        </p:nvSpPr>
        <p:spPr bwMode="gray">
          <a:xfrm>
            <a:off x="304800" y="6680200"/>
            <a:ext cx="2233613"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eaLnBrk="0" hangingPunct="0">
              <a:tabLst>
                <a:tab pos="9090025" algn="r"/>
              </a:tabLst>
              <a:defRPr sz="2200">
                <a:solidFill>
                  <a:srgbClr val="003580"/>
                </a:solidFill>
                <a:latin typeface="Arial" charset="0"/>
                <a:cs typeface="Arial" charset="0"/>
              </a:defRPr>
            </a:lvl1pPr>
            <a:lvl2pPr marL="742950" indent="-285750" eaLnBrk="0" hangingPunct="0">
              <a:tabLst>
                <a:tab pos="9090025" algn="r"/>
              </a:tabLst>
              <a:defRPr sz="2200">
                <a:solidFill>
                  <a:srgbClr val="003580"/>
                </a:solidFill>
                <a:latin typeface="Arial" charset="0"/>
                <a:cs typeface="Arial" charset="0"/>
              </a:defRPr>
            </a:lvl2pPr>
            <a:lvl3pPr marL="1143000" indent="-228600" eaLnBrk="0" hangingPunct="0">
              <a:tabLst>
                <a:tab pos="9090025" algn="r"/>
              </a:tabLst>
              <a:defRPr sz="2200">
                <a:solidFill>
                  <a:srgbClr val="003580"/>
                </a:solidFill>
                <a:latin typeface="Arial" charset="0"/>
                <a:cs typeface="Arial" charset="0"/>
              </a:defRPr>
            </a:lvl3pPr>
            <a:lvl4pPr marL="1600200" indent="-228600" eaLnBrk="0" hangingPunct="0">
              <a:tabLst>
                <a:tab pos="9090025" algn="r"/>
              </a:tabLst>
              <a:defRPr sz="2200">
                <a:solidFill>
                  <a:srgbClr val="003580"/>
                </a:solidFill>
                <a:latin typeface="Arial" charset="0"/>
                <a:cs typeface="Arial" charset="0"/>
              </a:defRPr>
            </a:lvl4pPr>
            <a:lvl5pPr marL="2057400" indent="-228600" eaLnBrk="0" hangingPunct="0">
              <a:tabLst>
                <a:tab pos="9090025" algn="r"/>
              </a:tabLst>
              <a:defRPr sz="2200">
                <a:solidFill>
                  <a:srgbClr val="003580"/>
                </a:solidFill>
                <a:latin typeface="Arial" charset="0"/>
                <a:cs typeface="Arial" charset="0"/>
              </a:defRPr>
            </a:lvl5pPr>
            <a:lvl6pPr marL="2514600" indent="-228600" algn="ctr" eaLnBrk="0" fontAlgn="base" hangingPunct="0">
              <a:spcBef>
                <a:spcPct val="50000"/>
              </a:spcBef>
              <a:spcAft>
                <a:spcPct val="0"/>
              </a:spcAft>
              <a:buClr>
                <a:srgbClr val="003580"/>
              </a:buClr>
              <a:buFont typeface="Wingdings" pitchFamily="2" charset="2"/>
              <a:tabLst>
                <a:tab pos="9090025" algn="r"/>
              </a:tabLst>
              <a:defRPr sz="2200">
                <a:solidFill>
                  <a:srgbClr val="003580"/>
                </a:solidFill>
                <a:latin typeface="Arial" charset="0"/>
                <a:cs typeface="Arial" charset="0"/>
              </a:defRPr>
            </a:lvl6pPr>
            <a:lvl7pPr marL="2971800" indent="-228600" algn="ctr" eaLnBrk="0" fontAlgn="base" hangingPunct="0">
              <a:spcBef>
                <a:spcPct val="50000"/>
              </a:spcBef>
              <a:spcAft>
                <a:spcPct val="0"/>
              </a:spcAft>
              <a:buClr>
                <a:srgbClr val="003580"/>
              </a:buClr>
              <a:buFont typeface="Wingdings" pitchFamily="2" charset="2"/>
              <a:tabLst>
                <a:tab pos="9090025" algn="r"/>
              </a:tabLst>
              <a:defRPr sz="2200">
                <a:solidFill>
                  <a:srgbClr val="003580"/>
                </a:solidFill>
                <a:latin typeface="Arial" charset="0"/>
                <a:cs typeface="Arial" charset="0"/>
              </a:defRPr>
            </a:lvl7pPr>
            <a:lvl8pPr marL="3429000" indent="-228600" algn="ctr" eaLnBrk="0" fontAlgn="base" hangingPunct="0">
              <a:spcBef>
                <a:spcPct val="50000"/>
              </a:spcBef>
              <a:spcAft>
                <a:spcPct val="0"/>
              </a:spcAft>
              <a:buClr>
                <a:srgbClr val="003580"/>
              </a:buClr>
              <a:buFont typeface="Wingdings" pitchFamily="2" charset="2"/>
              <a:tabLst>
                <a:tab pos="9090025" algn="r"/>
              </a:tabLst>
              <a:defRPr sz="2200">
                <a:solidFill>
                  <a:srgbClr val="003580"/>
                </a:solidFill>
                <a:latin typeface="Arial" charset="0"/>
                <a:cs typeface="Arial" charset="0"/>
              </a:defRPr>
            </a:lvl8pPr>
            <a:lvl9pPr marL="3886200" indent="-228600" algn="ctr" eaLnBrk="0" fontAlgn="base" hangingPunct="0">
              <a:spcBef>
                <a:spcPct val="50000"/>
              </a:spcBef>
              <a:spcAft>
                <a:spcPct val="0"/>
              </a:spcAft>
              <a:buClr>
                <a:srgbClr val="003580"/>
              </a:buClr>
              <a:buFont typeface="Wingdings" pitchFamily="2" charset="2"/>
              <a:tabLst>
                <a:tab pos="9090025" algn="r"/>
              </a:tabLst>
              <a:defRPr sz="2200">
                <a:solidFill>
                  <a:srgbClr val="003580"/>
                </a:solidFill>
                <a:latin typeface="Arial" charset="0"/>
                <a:cs typeface="Arial" charset="0"/>
              </a:defRPr>
            </a:lvl9pPr>
          </a:lstStyle>
          <a:p>
            <a:pPr algn="l" eaLnBrk="1" hangingPunct="1">
              <a:spcBef>
                <a:spcPct val="0"/>
              </a:spcBef>
              <a:buClrTx/>
              <a:buFontTx/>
              <a:buNone/>
              <a:defRPr/>
            </a:pPr>
            <a:r>
              <a:rPr lang="en-US" sz="800">
                <a:solidFill>
                  <a:schemeClr val="tx1"/>
                </a:solidFill>
              </a:rPr>
              <a:t>© 2009 EMC Corporation. All rights reserved.</a:t>
            </a:r>
          </a:p>
        </p:txBody>
      </p:sp>
      <p:pic>
        <p:nvPicPr>
          <p:cNvPr id="1030" name="Picture 6" descr="EES_banner06">
            <a:extLst>
              <a:ext uri="{FF2B5EF4-FFF2-40B4-BE49-F238E27FC236}">
                <a16:creationId xmlns:a16="http://schemas.microsoft.com/office/drawing/2014/main" id="{A5A1442D-3F4E-48F3-FC52-7C4CB07A3F71}"/>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1588"/>
            <a:ext cx="9144000" cy="561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47484325"/>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Lst>
  <p:transition/>
  <p:txStyles>
    <p:titleStyle>
      <a:lvl1pPr algn="l" defTabSz="941388" rtl="0" eaLnBrk="0" fontAlgn="base" hangingPunct="0">
        <a:spcBef>
          <a:spcPct val="0"/>
        </a:spcBef>
        <a:spcAft>
          <a:spcPct val="0"/>
        </a:spcAft>
        <a:defRPr sz="2800" b="1" i="1">
          <a:solidFill>
            <a:srgbClr val="003580"/>
          </a:solidFill>
          <a:latin typeface="+mj-lt"/>
          <a:ea typeface="+mj-ea"/>
          <a:cs typeface="+mj-cs"/>
        </a:defRPr>
      </a:lvl1pPr>
      <a:lvl2pPr algn="l" defTabSz="941388" rtl="0" eaLnBrk="0" fontAlgn="base" hangingPunct="0">
        <a:spcBef>
          <a:spcPct val="0"/>
        </a:spcBef>
        <a:spcAft>
          <a:spcPct val="0"/>
        </a:spcAft>
        <a:defRPr sz="2800" b="1" i="1">
          <a:solidFill>
            <a:srgbClr val="003580"/>
          </a:solidFill>
          <a:latin typeface="Calibri" pitchFamily="34" charset="0"/>
          <a:cs typeface="Arial" charset="0"/>
        </a:defRPr>
      </a:lvl2pPr>
      <a:lvl3pPr algn="l" defTabSz="941388" rtl="0" eaLnBrk="0" fontAlgn="base" hangingPunct="0">
        <a:spcBef>
          <a:spcPct val="0"/>
        </a:spcBef>
        <a:spcAft>
          <a:spcPct val="0"/>
        </a:spcAft>
        <a:defRPr sz="2800" b="1" i="1">
          <a:solidFill>
            <a:srgbClr val="003580"/>
          </a:solidFill>
          <a:latin typeface="Calibri" pitchFamily="34" charset="0"/>
          <a:cs typeface="Arial" charset="0"/>
        </a:defRPr>
      </a:lvl3pPr>
      <a:lvl4pPr algn="l" defTabSz="941388" rtl="0" eaLnBrk="0" fontAlgn="base" hangingPunct="0">
        <a:spcBef>
          <a:spcPct val="0"/>
        </a:spcBef>
        <a:spcAft>
          <a:spcPct val="0"/>
        </a:spcAft>
        <a:defRPr sz="2800" b="1" i="1">
          <a:solidFill>
            <a:srgbClr val="003580"/>
          </a:solidFill>
          <a:latin typeface="Calibri" pitchFamily="34" charset="0"/>
          <a:cs typeface="Arial" charset="0"/>
        </a:defRPr>
      </a:lvl4pPr>
      <a:lvl5pPr algn="l" defTabSz="941388" rtl="0" eaLnBrk="0" fontAlgn="base" hangingPunct="0">
        <a:spcBef>
          <a:spcPct val="0"/>
        </a:spcBef>
        <a:spcAft>
          <a:spcPct val="0"/>
        </a:spcAft>
        <a:defRPr sz="2800" b="1" i="1">
          <a:solidFill>
            <a:srgbClr val="003580"/>
          </a:solidFill>
          <a:latin typeface="Calibri" pitchFamily="34" charset="0"/>
          <a:cs typeface="Arial" charset="0"/>
        </a:defRPr>
      </a:lvl5pPr>
      <a:lvl6pPr marL="457200" algn="l" defTabSz="941388" rtl="0" fontAlgn="base">
        <a:spcBef>
          <a:spcPct val="0"/>
        </a:spcBef>
        <a:spcAft>
          <a:spcPct val="0"/>
        </a:spcAft>
        <a:defRPr sz="2800" b="1" i="1">
          <a:solidFill>
            <a:srgbClr val="003580"/>
          </a:solidFill>
          <a:latin typeface="Calibri" pitchFamily="34" charset="0"/>
          <a:cs typeface="Arial" charset="0"/>
        </a:defRPr>
      </a:lvl6pPr>
      <a:lvl7pPr marL="914400" algn="l" defTabSz="941388" rtl="0" fontAlgn="base">
        <a:spcBef>
          <a:spcPct val="0"/>
        </a:spcBef>
        <a:spcAft>
          <a:spcPct val="0"/>
        </a:spcAft>
        <a:defRPr sz="2800" b="1" i="1">
          <a:solidFill>
            <a:srgbClr val="003580"/>
          </a:solidFill>
          <a:latin typeface="Calibri" pitchFamily="34" charset="0"/>
          <a:cs typeface="Arial" charset="0"/>
        </a:defRPr>
      </a:lvl7pPr>
      <a:lvl8pPr marL="1371600" algn="l" defTabSz="941388" rtl="0" fontAlgn="base">
        <a:spcBef>
          <a:spcPct val="0"/>
        </a:spcBef>
        <a:spcAft>
          <a:spcPct val="0"/>
        </a:spcAft>
        <a:defRPr sz="2800" b="1" i="1">
          <a:solidFill>
            <a:srgbClr val="003580"/>
          </a:solidFill>
          <a:latin typeface="Calibri" pitchFamily="34" charset="0"/>
          <a:cs typeface="Arial" charset="0"/>
        </a:defRPr>
      </a:lvl8pPr>
      <a:lvl9pPr marL="1828800" algn="l" defTabSz="941388" rtl="0" fontAlgn="base">
        <a:spcBef>
          <a:spcPct val="0"/>
        </a:spcBef>
        <a:spcAft>
          <a:spcPct val="0"/>
        </a:spcAft>
        <a:defRPr sz="2800" b="1" i="1">
          <a:solidFill>
            <a:srgbClr val="003580"/>
          </a:solidFill>
          <a:latin typeface="Calibri" pitchFamily="34" charset="0"/>
          <a:cs typeface="Arial" charset="0"/>
        </a:defRPr>
      </a:lvl9pPr>
    </p:titleStyle>
    <p:bodyStyle>
      <a:lvl1pPr marL="234950" indent="-234950" algn="l" defTabSz="890588" rtl="0" eaLnBrk="0" fontAlgn="base" hangingPunct="0">
        <a:spcBef>
          <a:spcPct val="50000"/>
        </a:spcBef>
        <a:spcAft>
          <a:spcPct val="0"/>
        </a:spcAft>
        <a:buClr>
          <a:srgbClr val="003580"/>
        </a:buClr>
        <a:buChar char="o"/>
        <a:tabLst>
          <a:tab pos="6985000" algn="l"/>
          <a:tab pos="7185025" algn="l"/>
          <a:tab pos="7837488" algn="l"/>
        </a:tabLst>
        <a:defRPr sz="2600">
          <a:solidFill>
            <a:schemeClr val="tx2"/>
          </a:solidFill>
          <a:latin typeface="+mn-lt"/>
          <a:ea typeface="+mn-ea"/>
          <a:cs typeface="+mn-cs"/>
        </a:defRPr>
      </a:lvl1pPr>
      <a:lvl2pPr marL="568325" indent="-219075" algn="l" defTabSz="890588" rtl="0" eaLnBrk="0" fontAlgn="base" hangingPunct="0">
        <a:spcBef>
          <a:spcPct val="25000"/>
        </a:spcBef>
        <a:spcAft>
          <a:spcPct val="0"/>
        </a:spcAft>
        <a:buClr>
          <a:srgbClr val="003580"/>
        </a:buClr>
        <a:buChar char="o"/>
        <a:tabLst>
          <a:tab pos="6985000" algn="l"/>
          <a:tab pos="7185025" algn="l"/>
          <a:tab pos="7837488" algn="l"/>
        </a:tabLst>
        <a:defRPr sz="2100">
          <a:solidFill>
            <a:schemeClr val="tx2"/>
          </a:solidFill>
          <a:latin typeface="+mn-lt"/>
          <a:cs typeface="+mn-cs"/>
        </a:defRPr>
      </a:lvl2pPr>
      <a:lvl3pPr marL="908050" indent="-222250" algn="l" defTabSz="890588" rtl="0" eaLnBrk="0" fontAlgn="base" hangingPunct="0">
        <a:spcBef>
          <a:spcPct val="25000"/>
        </a:spcBef>
        <a:spcAft>
          <a:spcPct val="0"/>
        </a:spcAft>
        <a:buClr>
          <a:srgbClr val="003580"/>
        </a:buClr>
        <a:buChar char="o"/>
        <a:tabLst>
          <a:tab pos="6985000" algn="l"/>
          <a:tab pos="7185025" algn="l"/>
          <a:tab pos="7837488" algn="l"/>
        </a:tabLst>
        <a:defRPr sz="1900">
          <a:solidFill>
            <a:schemeClr val="tx2"/>
          </a:solidFill>
          <a:latin typeface="+mn-lt"/>
          <a:cs typeface="+mn-cs"/>
        </a:defRPr>
      </a:lvl3pPr>
      <a:lvl4pPr marL="1257300" indent="-234950" algn="l" defTabSz="890588" rtl="0" eaLnBrk="0" fontAlgn="base" hangingPunct="0">
        <a:spcBef>
          <a:spcPct val="25000"/>
        </a:spcBef>
        <a:spcAft>
          <a:spcPct val="0"/>
        </a:spcAft>
        <a:buClr>
          <a:srgbClr val="003580"/>
        </a:buClr>
        <a:buChar char="o"/>
        <a:tabLst>
          <a:tab pos="6985000" algn="l"/>
          <a:tab pos="7185025" algn="l"/>
          <a:tab pos="7837488" algn="l"/>
        </a:tabLst>
        <a:defRPr sz="1600">
          <a:solidFill>
            <a:schemeClr val="tx2"/>
          </a:solidFill>
          <a:latin typeface="+mn-lt"/>
          <a:cs typeface="+mn-cs"/>
        </a:defRPr>
      </a:lvl4pPr>
      <a:lvl5pPr marL="1606550" indent="-234950" algn="l" defTabSz="890588" rtl="0" eaLnBrk="0" fontAlgn="base" hangingPunct="0">
        <a:spcBef>
          <a:spcPct val="25000"/>
        </a:spcBef>
        <a:spcAft>
          <a:spcPct val="0"/>
        </a:spcAft>
        <a:buClr>
          <a:srgbClr val="003580"/>
        </a:buClr>
        <a:buChar char="o"/>
        <a:tabLst>
          <a:tab pos="6985000" algn="l"/>
          <a:tab pos="7185025" algn="l"/>
          <a:tab pos="7837488" algn="l"/>
        </a:tabLst>
        <a:defRPr sz="1400">
          <a:solidFill>
            <a:schemeClr val="tx2"/>
          </a:solidFill>
          <a:latin typeface="+mn-lt"/>
          <a:cs typeface="+mn-cs"/>
        </a:defRPr>
      </a:lvl5pPr>
      <a:lvl6pPr marL="2063750" indent="-234950" algn="l" defTabSz="890588" rtl="0" eaLnBrk="0" fontAlgn="base" hangingPunct="0">
        <a:spcBef>
          <a:spcPct val="25000"/>
        </a:spcBef>
        <a:spcAft>
          <a:spcPct val="0"/>
        </a:spcAft>
        <a:buClr>
          <a:srgbClr val="003580"/>
        </a:buClr>
        <a:buChar char="o"/>
        <a:tabLst>
          <a:tab pos="6985000" algn="l"/>
          <a:tab pos="7185025" algn="l"/>
          <a:tab pos="7837488" algn="l"/>
        </a:tabLst>
        <a:defRPr sz="1400">
          <a:solidFill>
            <a:schemeClr val="tx2"/>
          </a:solidFill>
          <a:latin typeface="+mn-lt"/>
          <a:cs typeface="+mn-cs"/>
        </a:defRPr>
      </a:lvl6pPr>
      <a:lvl7pPr marL="2520950" indent="-234950" algn="l" defTabSz="890588" rtl="0" eaLnBrk="0" fontAlgn="base" hangingPunct="0">
        <a:spcBef>
          <a:spcPct val="25000"/>
        </a:spcBef>
        <a:spcAft>
          <a:spcPct val="0"/>
        </a:spcAft>
        <a:buClr>
          <a:srgbClr val="003580"/>
        </a:buClr>
        <a:buChar char="o"/>
        <a:tabLst>
          <a:tab pos="6985000" algn="l"/>
          <a:tab pos="7185025" algn="l"/>
          <a:tab pos="7837488" algn="l"/>
        </a:tabLst>
        <a:defRPr sz="1400">
          <a:solidFill>
            <a:schemeClr val="tx2"/>
          </a:solidFill>
          <a:latin typeface="+mn-lt"/>
          <a:cs typeface="+mn-cs"/>
        </a:defRPr>
      </a:lvl7pPr>
      <a:lvl8pPr marL="2978150" indent="-234950" algn="l" defTabSz="890588" rtl="0" eaLnBrk="0" fontAlgn="base" hangingPunct="0">
        <a:spcBef>
          <a:spcPct val="25000"/>
        </a:spcBef>
        <a:spcAft>
          <a:spcPct val="0"/>
        </a:spcAft>
        <a:buClr>
          <a:srgbClr val="003580"/>
        </a:buClr>
        <a:buChar char="o"/>
        <a:tabLst>
          <a:tab pos="6985000" algn="l"/>
          <a:tab pos="7185025" algn="l"/>
          <a:tab pos="7837488" algn="l"/>
        </a:tabLst>
        <a:defRPr sz="1400">
          <a:solidFill>
            <a:schemeClr val="tx2"/>
          </a:solidFill>
          <a:latin typeface="+mn-lt"/>
          <a:cs typeface="+mn-cs"/>
        </a:defRPr>
      </a:lvl8pPr>
      <a:lvl9pPr marL="3435350" indent="-234950" algn="l" defTabSz="890588" rtl="0" eaLnBrk="0" fontAlgn="base" hangingPunct="0">
        <a:spcBef>
          <a:spcPct val="25000"/>
        </a:spcBef>
        <a:spcAft>
          <a:spcPct val="0"/>
        </a:spcAft>
        <a:buClr>
          <a:srgbClr val="003580"/>
        </a:buClr>
        <a:buChar char="o"/>
        <a:tabLst>
          <a:tab pos="6985000" algn="l"/>
          <a:tab pos="7185025" algn="l"/>
          <a:tab pos="7837488" algn="l"/>
        </a:tabLst>
        <a:defRPr sz="1400">
          <a:solidFill>
            <a:schemeClr val="tx2"/>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7.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7.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6.xml"/></Relationships>
</file>

<file path=ppt/slides/_rels/slide5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6.xml"/><Relationship Id="rId4" Type="http://schemas.openxmlformats.org/officeDocument/2006/relationships/image" Target="../media/image5.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6.xml"/></Relationships>
</file>

<file path=ppt/slides/_rels/slide5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6.xml"/><Relationship Id="rId5" Type="http://schemas.openxmlformats.org/officeDocument/2006/relationships/image" Target="../media/image16.png"/><Relationship Id="rId4" Type="http://schemas.openxmlformats.org/officeDocument/2006/relationships/image" Target="../media/image1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30.xml"/><Relationship Id="rId4" Type="http://schemas.openxmlformats.org/officeDocument/2006/relationships/image" Target="../media/image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36.xml"/><Relationship Id="rId4" Type="http://schemas.openxmlformats.org/officeDocument/2006/relationships/image" Target="../media/image17.png"/></Relationships>
</file>

<file path=ppt/slides/_rels/slide5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6.xml"/></Relationships>
</file>

<file path=ppt/slides/_rels/slide5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6.xml"/></Relationships>
</file>

<file path=ppt/slides/_rels/slide6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6.xml"/></Relationships>
</file>

<file path=ppt/slides/_rels/slide6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30.xml"/><Relationship Id="rId4" Type="http://schemas.openxmlformats.org/officeDocument/2006/relationships/image" Target="../media/image17.png"/></Relationships>
</file>

<file path=ppt/slides/_rels/slide6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30.xml"/><Relationship Id="rId4" Type="http://schemas.openxmlformats.org/officeDocument/2006/relationships/image" Target="../media/image17.png"/></Relationships>
</file>

<file path=ppt/slides/_rels/slide6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6.xml"/></Relationships>
</file>

<file path=ppt/slides/_rels/slide6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30.xml"/><Relationship Id="rId4" Type="http://schemas.openxmlformats.org/officeDocument/2006/relationships/image" Target="../media/image17.png"/></Relationships>
</file>

<file path=ppt/slides/_rels/slide6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30.xml"/><Relationship Id="rId4" Type="http://schemas.openxmlformats.org/officeDocument/2006/relationships/image" Target="../media/image5.png"/></Relationships>
</file>

<file path=ppt/slides/_rels/slide6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6.xml"/></Relationships>
</file>

<file path=ppt/slides/_rels/slide6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30.xml"/><Relationship Id="rId4" Type="http://schemas.openxmlformats.org/officeDocument/2006/relationships/image" Target="../media/image5.pn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6.xml"/></Relationships>
</file>

<file path=ppt/slides/_rels/slide7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6.xml"/></Relationships>
</file>

<file path=ppt/slides/_rels/slide7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30.xml"/><Relationship Id="rId4" Type="http://schemas.openxmlformats.org/officeDocument/2006/relationships/image" Target="../media/image17.png"/></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6.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2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26.xml"/><Relationship Id="rId4" Type="http://schemas.openxmlformats.org/officeDocument/2006/relationships/image" Target="../media/image17.png"/></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6.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7.xml"/></Relationships>
</file>

<file path=ppt/slides/_rels/slide8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3.xml"/><Relationship Id="rId1" Type="http://schemas.openxmlformats.org/officeDocument/2006/relationships/slideLayout" Target="../slideLayouts/slideLayout30.xml"/><Relationship Id="rId5" Type="http://schemas.openxmlformats.org/officeDocument/2006/relationships/image" Target="../media/image29.png"/><Relationship Id="rId4" Type="http://schemas.openxmlformats.org/officeDocument/2006/relationships/image" Target="../media/image28.emf"/></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6.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6.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6.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66800" y="2667000"/>
            <a:ext cx="7391401" cy="2057400"/>
          </a:xfrm>
        </p:spPr>
        <p:txBody>
          <a:bodyPr/>
          <a:lstStyle/>
          <a:p>
            <a:pPr>
              <a:lnSpc>
                <a:spcPct val="200000"/>
              </a:lnSpc>
            </a:pPr>
            <a:r>
              <a:rPr lang="en-US" sz="2100" b="1" dirty="0">
                <a:solidFill>
                  <a:schemeClr val="tx1"/>
                </a:solidFill>
                <a:effectLst>
                  <a:outerShdw blurRad="38100" dist="38100" dir="2700000" algn="tl">
                    <a:srgbClr val="000000">
                      <a:alpha val="43137"/>
                    </a:srgbClr>
                  </a:outerShdw>
                </a:effectLst>
              </a:rPr>
              <a:t>UNIT-II</a:t>
            </a:r>
            <a:br>
              <a:rPr lang="fa-IR" sz="4800" b="1" dirty="0">
                <a:solidFill>
                  <a:schemeClr val="tx1"/>
                </a:solidFill>
                <a:effectLst>
                  <a:outerShdw blurRad="38100" dist="38100" dir="2700000" algn="tl">
                    <a:srgbClr val="000000">
                      <a:alpha val="43137"/>
                    </a:srgbClr>
                  </a:outerShdw>
                </a:effectLst>
              </a:rPr>
            </a:br>
            <a:r>
              <a:rPr lang="en-US" sz="1800" dirty="0">
                <a:effectLst/>
                <a:latin typeface="Times New Roman" panose="02020603050405020304" pitchFamily="18" charset="0"/>
                <a:ea typeface="Times New Roman" panose="02020603050405020304" pitchFamily="18" charset="0"/>
              </a:rPr>
              <a:t>Data Protection, Intelligent Storage system: Implementation of RAID, RAID Array Components, RAID Levels, RAID Comparison, RAID Impact on Disk Performance, Hot Spares Components of an Intelligent Storage System, Intelligent Storage Array</a:t>
            </a:r>
            <a:br>
              <a:rPr lang="en-IN" sz="1800" dirty="0">
                <a:effectLst/>
                <a:latin typeface="Times New Roman" panose="02020603050405020304" pitchFamily="18" charset="0"/>
                <a:ea typeface="Times New Roman" panose="02020603050405020304" pitchFamily="18" charset="0"/>
              </a:rPr>
            </a:br>
            <a:endParaRPr lang="en-US" sz="1600" dirty="0">
              <a:solidFill>
                <a:schemeClr val="tx1"/>
              </a:solidFill>
            </a:endParaRPr>
          </a:p>
        </p:txBody>
      </p:sp>
      <p:sp>
        <p:nvSpPr>
          <p:cNvPr id="4" name="Slide Number Placeholder 3"/>
          <p:cNvSpPr>
            <a:spLocks noGrp="1"/>
          </p:cNvSpPr>
          <p:nvPr>
            <p:ph type="sldNum" sz="quarter" idx="12"/>
          </p:nvPr>
        </p:nvSpPr>
        <p:spPr/>
        <p:txBody>
          <a:bodyPr/>
          <a:lstStyle/>
          <a:p>
            <a:fld id="{E5137D0E-4A4F-4307-8994-C1891D747D59}" type="slidenum">
              <a:rPr lang="en-US" smtClean="0"/>
              <a:t>1</a:t>
            </a:fld>
            <a:endParaRPr lang="en-US"/>
          </a:p>
        </p:txBody>
      </p:sp>
    </p:spTree>
    <p:extLst>
      <p:ext uri="{BB962C8B-B14F-4D97-AF65-F5344CB8AC3E}">
        <p14:creationId xmlns:p14="http://schemas.microsoft.com/office/powerpoint/2010/main" val="29672666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990600"/>
            <a:ext cx="8001000" cy="5334000"/>
          </a:xfrm>
        </p:spPr>
        <p:txBody>
          <a:bodyPr>
            <a:normAutofit/>
          </a:bodyPr>
          <a:lstStyle/>
          <a:p>
            <a:pPr marL="0" indent="0" algn="just" rtl="0">
              <a:lnSpc>
                <a:spcPct val="150000"/>
              </a:lnSpc>
              <a:buNone/>
            </a:pPr>
            <a:r>
              <a:rPr lang="en-US" sz="1500" b="1" dirty="0">
                <a:solidFill>
                  <a:srgbClr val="C00000"/>
                </a:solidFill>
                <a:effectLst>
                  <a:outerShdw blurRad="38100" dist="38100" dir="2700000" algn="tl">
                    <a:srgbClr val="000000">
                      <a:alpha val="43137"/>
                    </a:srgbClr>
                  </a:outerShdw>
                </a:effectLst>
              </a:rPr>
              <a:t>B</a:t>
            </a:r>
            <a:r>
              <a:rPr lang="en-US" sz="1500" dirty="0">
                <a:latin typeface="Times New Roman" panose="02020603050405020304" pitchFamily="18" charset="0"/>
                <a:cs typeface="Times New Roman" panose="02020603050405020304" pitchFamily="18" charset="0"/>
              </a:rPr>
              <a:t>usiness-critical applications require high levels of performance, availability, security, and scalability. </a:t>
            </a:r>
          </a:p>
          <a:p>
            <a:pPr marL="0" indent="0" algn="just" rtl="0">
              <a:lnSpc>
                <a:spcPct val="150000"/>
              </a:lnSpc>
              <a:buNone/>
            </a:pPr>
            <a:r>
              <a:rPr lang="en-US" sz="1500" dirty="0">
                <a:latin typeface="Times New Roman" panose="02020603050405020304" pitchFamily="18" charset="0"/>
                <a:cs typeface="Times New Roman" panose="02020603050405020304" pitchFamily="18" charset="0"/>
              </a:rPr>
              <a:t>A hard disk drive is a core element of storage that governs the performance of any storage system. </a:t>
            </a:r>
          </a:p>
          <a:p>
            <a:pPr marL="0" indent="0" algn="just" rtl="0">
              <a:lnSpc>
                <a:spcPct val="150000"/>
              </a:lnSpc>
              <a:buNone/>
            </a:pPr>
            <a:r>
              <a:rPr lang="en-US" sz="1500" dirty="0">
                <a:latin typeface="Times New Roman" panose="02020603050405020304" pitchFamily="18" charset="0"/>
                <a:cs typeface="Times New Roman" panose="02020603050405020304" pitchFamily="18" charset="0"/>
              </a:rPr>
              <a:t>Some of the older disk array technologies could not overcome performance constraints due to the limitations of a hard disk and its mechanical components. </a:t>
            </a:r>
          </a:p>
          <a:p>
            <a:pPr marL="0" indent="0" algn="just" rtl="0">
              <a:lnSpc>
                <a:spcPct val="150000"/>
              </a:lnSpc>
              <a:buNone/>
            </a:pPr>
            <a:r>
              <a:rPr lang="en-US" sz="1500" b="1" dirty="0">
                <a:solidFill>
                  <a:srgbClr val="C00000"/>
                </a:solidFill>
                <a:effectLst>
                  <a:outerShdw blurRad="38100" dist="38100" dir="2700000" algn="tl">
                    <a:srgbClr val="000000">
                      <a:alpha val="43137"/>
                    </a:srgbClr>
                  </a:outerShdw>
                </a:effectLst>
              </a:rPr>
              <a:t>RAID</a:t>
            </a:r>
            <a:r>
              <a:rPr lang="en-US" sz="1500" dirty="0">
                <a:latin typeface="Times New Roman" panose="02020603050405020304" pitchFamily="18" charset="0"/>
                <a:cs typeface="Times New Roman" panose="02020603050405020304" pitchFamily="18" charset="0"/>
              </a:rPr>
              <a:t> technology made an important contribution to enhancing storage performance and reliability, but hard disk drives even with a RAID implementation could not meet performance requirements of today’s applications.</a:t>
            </a:r>
          </a:p>
          <a:p>
            <a:pPr marL="0" indent="0" algn="just" rtl="0">
              <a:lnSpc>
                <a:spcPct val="150000"/>
              </a:lnSpc>
              <a:buNone/>
            </a:pPr>
            <a:r>
              <a:rPr lang="en-US" sz="1500" dirty="0">
                <a:latin typeface="Times New Roman" panose="02020603050405020304" pitchFamily="18" charset="0"/>
                <a:cs typeface="Times New Roman" panose="02020603050405020304" pitchFamily="18" charset="0"/>
              </a:rPr>
              <a:t>With advancements in technology, a new breed of storage solutions known as an intelligent storage system has evolved. </a:t>
            </a:r>
          </a:p>
          <a:p>
            <a:pPr marL="0" indent="0" algn="just" rtl="0">
              <a:lnSpc>
                <a:spcPct val="150000"/>
              </a:lnSpc>
              <a:buNone/>
            </a:pPr>
            <a:r>
              <a:rPr lang="en-US" sz="1500" dirty="0">
                <a:latin typeface="Times New Roman" panose="02020603050405020304" pitchFamily="18" charset="0"/>
                <a:cs typeface="Times New Roman" panose="02020603050405020304" pitchFamily="18" charset="0"/>
              </a:rPr>
              <a:t>The intelligent storage systems detailed in this chapter are the feature-rich </a:t>
            </a:r>
            <a:r>
              <a:rPr lang="en-US" sz="1500" b="1" dirty="0">
                <a:solidFill>
                  <a:srgbClr val="C00000"/>
                </a:solidFill>
                <a:effectLst>
                  <a:outerShdw blurRad="38100" dist="38100" dir="2700000" algn="tl">
                    <a:srgbClr val="000000">
                      <a:alpha val="43137"/>
                    </a:srgbClr>
                  </a:outerShdw>
                </a:effectLst>
              </a:rPr>
              <a:t>RAID</a:t>
            </a:r>
            <a:r>
              <a:rPr lang="en-US" sz="1500" dirty="0">
                <a:latin typeface="Times New Roman" panose="02020603050405020304" pitchFamily="18" charset="0"/>
                <a:cs typeface="Times New Roman" panose="02020603050405020304" pitchFamily="18" charset="0"/>
              </a:rPr>
              <a:t> arrays that provide highly optimized </a:t>
            </a:r>
            <a:r>
              <a:rPr lang="en-US" sz="1500" b="1" dirty="0">
                <a:solidFill>
                  <a:srgbClr val="C00000"/>
                </a:solidFill>
                <a:effectLst>
                  <a:outerShdw blurRad="38100" dist="38100" dir="2700000" algn="tl">
                    <a:srgbClr val="000000">
                      <a:alpha val="43137"/>
                    </a:srgbClr>
                  </a:outerShdw>
                </a:effectLst>
              </a:rPr>
              <a:t>I/O</a:t>
            </a:r>
            <a:r>
              <a:rPr lang="en-US" sz="1500" dirty="0">
                <a:latin typeface="Times New Roman" panose="02020603050405020304" pitchFamily="18" charset="0"/>
                <a:cs typeface="Times New Roman" panose="02020603050405020304" pitchFamily="18" charset="0"/>
              </a:rPr>
              <a:t> processing capabilities.</a:t>
            </a:r>
          </a:p>
        </p:txBody>
      </p:sp>
      <p:sp>
        <p:nvSpPr>
          <p:cNvPr id="4" name="Slide Number Placeholder 3"/>
          <p:cNvSpPr>
            <a:spLocks noGrp="1"/>
          </p:cNvSpPr>
          <p:nvPr>
            <p:ph type="sldNum" sz="quarter" idx="12"/>
          </p:nvPr>
        </p:nvSpPr>
        <p:spPr/>
        <p:txBody>
          <a:bodyPr/>
          <a:lstStyle/>
          <a:p>
            <a:fld id="{E5137D0E-4A4F-4307-8994-C1891D747D59}" type="slidenum">
              <a:rPr lang="en-US" smtClean="0"/>
              <a:t>2</a:t>
            </a:fld>
            <a:endParaRPr lang="en-US"/>
          </a:p>
        </p:txBody>
      </p:sp>
    </p:spTree>
    <p:extLst>
      <p:ext uri="{BB962C8B-B14F-4D97-AF65-F5344CB8AC3E}">
        <p14:creationId xmlns:p14="http://schemas.microsoft.com/office/powerpoint/2010/main" val="2614765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762000"/>
            <a:ext cx="7810500" cy="609600"/>
          </a:xfrm>
        </p:spPr>
        <p:txBody>
          <a:bodyPr>
            <a:noAutofit/>
          </a:bodyPr>
          <a:lstStyle/>
          <a:p>
            <a:pPr algn="ctr" rtl="0"/>
            <a:r>
              <a:rPr lang="en-US" sz="3100" b="1" dirty="0">
                <a:effectLst>
                  <a:outerShdw blurRad="38100" dist="38100" dir="2700000" algn="tl">
                    <a:srgbClr val="000000">
                      <a:alpha val="43137"/>
                    </a:srgbClr>
                  </a:outerShdw>
                </a:effectLst>
              </a:rPr>
              <a:t>Components of an Intelligent Storage System</a:t>
            </a:r>
            <a:endParaRPr lang="fa-IR" sz="31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990600" y="1295400"/>
            <a:ext cx="7772400" cy="5257800"/>
          </a:xfrm>
        </p:spPr>
        <p:txBody>
          <a:bodyPr>
            <a:normAutofit/>
          </a:bodyPr>
          <a:lstStyle/>
          <a:p>
            <a:pPr marL="0" indent="0" algn="l" rtl="0">
              <a:lnSpc>
                <a:spcPct val="150000"/>
              </a:lnSpc>
              <a:buNone/>
            </a:pPr>
            <a:r>
              <a:rPr lang="en-US" sz="1900" dirty="0">
                <a:latin typeface="Times New Roman" panose="02020603050405020304" pitchFamily="18" charset="0"/>
                <a:cs typeface="Times New Roman" panose="02020603050405020304" pitchFamily="18" charset="0"/>
              </a:rPr>
              <a:t>An intelligent storage system consists of four key components:</a:t>
            </a:r>
          </a:p>
          <a:p>
            <a:pPr algn="l" rtl="0">
              <a:lnSpc>
                <a:spcPct val="100000"/>
              </a:lnSpc>
            </a:pPr>
            <a:r>
              <a:rPr lang="en-US" sz="2200" b="1" dirty="0">
                <a:solidFill>
                  <a:srgbClr val="C00000"/>
                </a:solidFill>
                <a:effectLst>
                  <a:outerShdw blurRad="38100" dist="38100" dir="2700000" algn="tl">
                    <a:srgbClr val="000000">
                      <a:alpha val="43137"/>
                    </a:srgbClr>
                  </a:outerShdw>
                </a:effectLst>
              </a:rPr>
              <a:t> front end</a:t>
            </a:r>
          </a:p>
          <a:p>
            <a:pPr algn="l" rtl="0">
              <a:lnSpc>
                <a:spcPct val="100000"/>
              </a:lnSpc>
            </a:pPr>
            <a:r>
              <a:rPr lang="en-US" sz="2200" b="1" dirty="0">
                <a:solidFill>
                  <a:srgbClr val="C00000"/>
                </a:solidFill>
                <a:effectLst>
                  <a:outerShdw blurRad="38100" dist="38100" dir="2700000" algn="tl">
                    <a:srgbClr val="000000">
                      <a:alpha val="43137"/>
                    </a:srgbClr>
                  </a:outerShdw>
                </a:effectLst>
              </a:rPr>
              <a:t> cache</a:t>
            </a:r>
          </a:p>
          <a:p>
            <a:pPr algn="l" rtl="0">
              <a:lnSpc>
                <a:spcPct val="100000"/>
              </a:lnSpc>
            </a:pPr>
            <a:r>
              <a:rPr lang="en-US" sz="2200" b="1" dirty="0">
                <a:solidFill>
                  <a:srgbClr val="C00000"/>
                </a:solidFill>
                <a:effectLst>
                  <a:outerShdw blurRad="38100" dist="38100" dir="2700000" algn="tl">
                    <a:srgbClr val="000000">
                      <a:alpha val="43137"/>
                    </a:srgbClr>
                  </a:outerShdw>
                </a:effectLst>
              </a:rPr>
              <a:t> back end</a:t>
            </a:r>
          </a:p>
          <a:p>
            <a:pPr algn="l" rtl="0">
              <a:lnSpc>
                <a:spcPct val="100000"/>
              </a:lnSpc>
            </a:pPr>
            <a:r>
              <a:rPr lang="en-US" sz="2200" b="1" dirty="0">
                <a:solidFill>
                  <a:srgbClr val="C00000"/>
                </a:solidFill>
                <a:effectLst>
                  <a:outerShdw blurRad="38100" dist="38100" dir="2700000" algn="tl">
                    <a:srgbClr val="000000">
                      <a:alpha val="43137"/>
                    </a:srgbClr>
                  </a:outerShdw>
                </a:effectLst>
              </a:rPr>
              <a:t>physical disks</a:t>
            </a:r>
          </a:p>
          <a:p>
            <a:pPr marL="0" indent="0" algn="l" rtl="0">
              <a:lnSpc>
                <a:spcPct val="150000"/>
              </a:lnSpc>
              <a:buNone/>
            </a:pPr>
            <a:r>
              <a:rPr lang="en-US" sz="1900" dirty="0">
                <a:latin typeface="Times New Roman" panose="02020603050405020304" pitchFamily="18" charset="0"/>
                <a:cs typeface="Times New Roman" panose="02020603050405020304" pitchFamily="18" charset="0"/>
              </a:rPr>
              <a:t> Figure 4-1 illustrates these components and their interconnections. An I/O request received from the host at the front-end port is processed through cache and the back end, to enable storage and retrieval of data from the physical disk. A read request can be serviced directly from cache if the requested data is found in cache.</a:t>
            </a:r>
          </a:p>
        </p:txBody>
      </p:sp>
      <p:sp>
        <p:nvSpPr>
          <p:cNvPr id="5" name="Slide Number Placeholder 4"/>
          <p:cNvSpPr>
            <a:spLocks noGrp="1"/>
          </p:cNvSpPr>
          <p:nvPr>
            <p:ph type="sldNum" sz="quarter" idx="12"/>
          </p:nvPr>
        </p:nvSpPr>
        <p:spPr/>
        <p:txBody>
          <a:bodyPr/>
          <a:lstStyle/>
          <a:p>
            <a:fld id="{E5137D0E-4A4F-4307-8994-C1891D747D59}" type="slidenum">
              <a:rPr lang="en-US" smtClean="0"/>
              <a:t>3</a:t>
            </a:fld>
            <a:endParaRPr lang="en-US"/>
          </a:p>
        </p:txBody>
      </p:sp>
    </p:spTree>
    <p:extLst>
      <p:ext uri="{BB962C8B-B14F-4D97-AF65-F5344CB8AC3E}">
        <p14:creationId xmlns:p14="http://schemas.microsoft.com/office/powerpoint/2010/main" val="1283628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5266" name="Rectangle 2">
            <a:extLst>
              <a:ext uri="{FF2B5EF4-FFF2-40B4-BE49-F238E27FC236}">
                <a16:creationId xmlns:a16="http://schemas.microsoft.com/office/drawing/2014/main" id="{88A0608D-6F60-D556-8F20-5780D9126DFD}"/>
              </a:ext>
            </a:extLst>
          </p:cNvPr>
          <p:cNvSpPr>
            <a:spLocks noGrp="1" noChangeArrowheads="1"/>
          </p:cNvSpPr>
          <p:nvPr>
            <p:ph type="title"/>
          </p:nvPr>
        </p:nvSpPr>
        <p:spPr/>
        <p:txBody>
          <a:bodyPr rtlCol="0">
            <a:normAutofit fontScale="90000"/>
          </a:bodyPr>
          <a:lstStyle/>
          <a:p>
            <a:pPr eaLnBrk="1" fontAlgn="auto" hangingPunct="1">
              <a:spcAft>
                <a:spcPts val="0"/>
              </a:spcAft>
              <a:defRPr/>
            </a:pPr>
            <a:r>
              <a:rPr lang="en-US"/>
              <a:t>Components of an Intelligent Storage System</a:t>
            </a:r>
          </a:p>
        </p:txBody>
      </p:sp>
      <p:sp>
        <p:nvSpPr>
          <p:cNvPr id="13315" name="Text Box 3">
            <a:extLst>
              <a:ext uri="{FF2B5EF4-FFF2-40B4-BE49-F238E27FC236}">
                <a16:creationId xmlns:a16="http://schemas.microsoft.com/office/drawing/2014/main" id="{4B994C87-20C9-8811-A957-AD048C1E21AC}"/>
              </a:ext>
            </a:extLst>
          </p:cNvPr>
          <p:cNvSpPr txBox="1">
            <a:spLocks noChangeArrowheads="1"/>
          </p:cNvSpPr>
          <p:nvPr/>
        </p:nvSpPr>
        <p:spPr bwMode="auto">
          <a:xfrm>
            <a:off x="533400" y="2759075"/>
            <a:ext cx="457200" cy="21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altLang="en-US" sz="1400" b="1" i="0" u="none" strike="noStrike" kern="1200" cap="none" spc="0" normalizeH="0" baseline="0" noProof="0">
                <a:ln>
                  <a:noFill/>
                </a:ln>
                <a:solidFill>
                  <a:srgbClr val="000308"/>
                </a:solidFill>
                <a:effectLst/>
                <a:uLnTx/>
                <a:uFillTx/>
                <a:latin typeface="Verdana" panose="020B0604030504040204" pitchFamily="34" charset="0"/>
                <a:ea typeface="+mn-ea"/>
                <a:cs typeface="Arial" panose="020B0604020202020204" pitchFamily="34" charset="0"/>
              </a:rPr>
              <a:t>Host</a:t>
            </a:r>
          </a:p>
        </p:txBody>
      </p:sp>
      <p:sp>
        <p:nvSpPr>
          <p:cNvPr id="13316" name="Text Box 4">
            <a:extLst>
              <a:ext uri="{FF2B5EF4-FFF2-40B4-BE49-F238E27FC236}">
                <a16:creationId xmlns:a16="http://schemas.microsoft.com/office/drawing/2014/main" id="{97DB87A8-3059-061F-3B60-BE802826FB5F}"/>
              </a:ext>
            </a:extLst>
          </p:cNvPr>
          <p:cNvSpPr txBox="1">
            <a:spLocks noChangeArrowheads="1"/>
          </p:cNvSpPr>
          <p:nvPr/>
        </p:nvSpPr>
        <p:spPr bwMode="auto">
          <a:xfrm>
            <a:off x="1349375" y="3444875"/>
            <a:ext cx="1241425" cy="21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altLang="en-US" sz="1400" b="1" i="0" u="none" strike="noStrike" kern="1200" cap="none" spc="0" normalizeH="0" baseline="0" noProof="0">
                <a:ln>
                  <a:noFill/>
                </a:ln>
                <a:solidFill>
                  <a:srgbClr val="000308"/>
                </a:solidFill>
                <a:effectLst/>
                <a:uLnTx/>
                <a:uFillTx/>
                <a:latin typeface="Verdana" panose="020B0604030504040204" pitchFamily="34" charset="0"/>
                <a:ea typeface="+mn-ea"/>
                <a:cs typeface="Arial" panose="020B0604020202020204" pitchFamily="34" charset="0"/>
              </a:rPr>
              <a:t>Connectivity</a:t>
            </a:r>
          </a:p>
        </p:txBody>
      </p:sp>
      <p:sp>
        <p:nvSpPr>
          <p:cNvPr id="13317" name="Line 5">
            <a:extLst>
              <a:ext uri="{FF2B5EF4-FFF2-40B4-BE49-F238E27FC236}">
                <a16:creationId xmlns:a16="http://schemas.microsoft.com/office/drawing/2014/main" id="{8D3FDD10-87C5-F7EA-F43E-A20E69BA1226}"/>
              </a:ext>
            </a:extLst>
          </p:cNvPr>
          <p:cNvSpPr>
            <a:spLocks noChangeShapeType="1"/>
          </p:cNvSpPr>
          <p:nvPr/>
        </p:nvSpPr>
        <p:spPr bwMode="auto">
          <a:xfrm flipH="1">
            <a:off x="1087438" y="3886200"/>
            <a:ext cx="457200"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18" name="Line 6">
            <a:extLst>
              <a:ext uri="{FF2B5EF4-FFF2-40B4-BE49-F238E27FC236}">
                <a16:creationId xmlns:a16="http://schemas.microsoft.com/office/drawing/2014/main" id="{CF7B4FD9-764E-2873-CDF2-AA84E69011C9}"/>
              </a:ext>
            </a:extLst>
          </p:cNvPr>
          <p:cNvSpPr>
            <a:spLocks noChangeShapeType="1"/>
          </p:cNvSpPr>
          <p:nvPr/>
        </p:nvSpPr>
        <p:spPr bwMode="auto">
          <a:xfrm flipH="1">
            <a:off x="1077913" y="3984625"/>
            <a:ext cx="457200"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pic>
        <p:nvPicPr>
          <p:cNvPr id="13319" name="Picture 7" descr="host12">
            <a:extLst>
              <a:ext uri="{FF2B5EF4-FFF2-40B4-BE49-F238E27FC236}">
                <a16:creationId xmlns:a16="http://schemas.microsoft.com/office/drawing/2014/main" id="{8DC15FD6-B9F3-B78F-B417-CC198F5F46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900" y="2971800"/>
            <a:ext cx="1228725"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55273" name="Freeform 9">
            <a:extLst>
              <a:ext uri="{FF2B5EF4-FFF2-40B4-BE49-F238E27FC236}">
                <a16:creationId xmlns:a16="http://schemas.microsoft.com/office/drawing/2014/main" id="{98F75A04-D26A-7CEC-A123-9C2F435E87A2}"/>
              </a:ext>
            </a:extLst>
          </p:cNvPr>
          <p:cNvSpPr>
            <a:spLocks/>
          </p:cNvSpPr>
          <p:nvPr/>
        </p:nvSpPr>
        <p:spPr bwMode="auto">
          <a:xfrm>
            <a:off x="1524000" y="3705225"/>
            <a:ext cx="752475" cy="485775"/>
          </a:xfrm>
          <a:custGeom>
            <a:avLst/>
            <a:gdLst>
              <a:gd name="T0" fmla="*/ 1157 w 1423"/>
              <a:gd name="T1" fmla="*/ 5 h 917"/>
              <a:gd name="T2" fmla="*/ 1228 w 1423"/>
              <a:gd name="T3" fmla="*/ 34 h 917"/>
              <a:gd name="T4" fmla="*/ 1287 w 1423"/>
              <a:gd name="T5" fmla="*/ 80 h 917"/>
              <a:gd name="T6" fmla="*/ 1334 w 1423"/>
              <a:gd name="T7" fmla="*/ 157 h 917"/>
              <a:gd name="T8" fmla="*/ 1346 w 1423"/>
              <a:gd name="T9" fmla="*/ 214 h 917"/>
              <a:gd name="T10" fmla="*/ 1339 w 1423"/>
              <a:gd name="T11" fmla="*/ 269 h 917"/>
              <a:gd name="T12" fmla="*/ 1371 w 1423"/>
              <a:gd name="T13" fmla="*/ 328 h 917"/>
              <a:gd name="T14" fmla="*/ 1408 w 1423"/>
              <a:gd name="T15" fmla="*/ 388 h 917"/>
              <a:gd name="T16" fmla="*/ 1423 w 1423"/>
              <a:gd name="T17" fmla="*/ 452 h 917"/>
              <a:gd name="T18" fmla="*/ 1408 w 1423"/>
              <a:gd name="T19" fmla="*/ 515 h 917"/>
              <a:gd name="T20" fmla="*/ 1371 w 1423"/>
              <a:gd name="T21" fmla="*/ 580 h 917"/>
              <a:gd name="T22" fmla="*/ 1340 w 1423"/>
              <a:gd name="T23" fmla="*/ 640 h 917"/>
              <a:gd name="T24" fmla="*/ 1342 w 1423"/>
              <a:gd name="T25" fmla="*/ 719 h 917"/>
              <a:gd name="T26" fmla="*/ 1328 w 1423"/>
              <a:gd name="T27" fmla="*/ 769 h 917"/>
              <a:gd name="T28" fmla="*/ 1298 w 1423"/>
              <a:gd name="T29" fmla="*/ 815 h 917"/>
              <a:gd name="T30" fmla="*/ 1259 w 1423"/>
              <a:gd name="T31" fmla="*/ 853 h 917"/>
              <a:gd name="T32" fmla="*/ 1228 w 1423"/>
              <a:gd name="T33" fmla="*/ 876 h 917"/>
              <a:gd name="T34" fmla="*/ 1183 w 1423"/>
              <a:gd name="T35" fmla="*/ 894 h 917"/>
              <a:gd name="T36" fmla="*/ 1157 w 1423"/>
              <a:gd name="T37" fmla="*/ 902 h 917"/>
              <a:gd name="T38" fmla="*/ 1067 w 1423"/>
              <a:gd name="T39" fmla="*/ 904 h 917"/>
              <a:gd name="T40" fmla="*/ 1016 w 1423"/>
              <a:gd name="T41" fmla="*/ 882 h 917"/>
              <a:gd name="T42" fmla="*/ 971 w 1423"/>
              <a:gd name="T43" fmla="*/ 845 h 917"/>
              <a:gd name="T44" fmla="*/ 892 w 1423"/>
              <a:gd name="T45" fmla="*/ 866 h 917"/>
              <a:gd name="T46" fmla="*/ 794 w 1423"/>
              <a:gd name="T47" fmla="*/ 902 h 917"/>
              <a:gd name="T48" fmla="*/ 701 w 1423"/>
              <a:gd name="T49" fmla="*/ 917 h 917"/>
              <a:gd name="T50" fmla="*/ 609 w 1423"/>
              <a:gd name="T51" fmla="*/ 902 h 917"/>
              <a:gd name="T52" fmla="*/ 521 w 1423"/>
              <a:gd name="T53" fmla="*/ 866 h 917"/>
              <a:gd name="T54" fmla="*/ 458 w 1423"/>
              <a:gd name="T55" fmla="*/ 836 h 917"/>
              <a:gd name="T56" fmla="*/ 452 w 1423"/>
              <a:gd name="T57" fmla="*/ 845 h 917"/>
              <a:gd name="T58" fmla="*/ 408 w 1423"/>
              <a:gd name="T59" fmla="*/ 882 h 917"/>
              <a:gd name="T60" fmla="*/ 356 w 1423"/>
              <a:gd name="T61" fmla="*/ 904 h 917"/>
              <a:gd name="T62" fmla="*/ 302 w 1423"/>
              <a:gd name="T63" fmla="*/ 907 h 917"/>
              <a:gd name="T64" fmla="*/ 231 w 1423"/>
              <a:gd name="T65" fmla="*/ 892 h 917"/>
              <a:gd name="T66" fmla="*/ 177 w 1423"/>
              <a:gd name="T67" fmla="*/ 863 h 917"/>
              <a:gd name="T68" fmla="*/ 124 w 1423"/>
              <a:gd name="T69" fmla="*/ 812 h 917"/>
              <a:gd name="T70" fmla="*/ 84 w 1423"/>
              <a:gd name="T71" fmla="*/ 731 h 917"/>
              <a:gd name="T72" fmla="*/ 81 w 1423"/>
              <a:gd name="T73" fmla="*/ 659 h 917"/>
              <a:gd name="T74" fmla="*/ 51 w 1423"/>
              <a:gd name="T75" fmla="*/ 581 h 917"/>
              <a:gd name="T76" fmla="*/ 12 w 1423"/>
              <a:gd name="T77" fmla="*/ 518 h 917"/>
              <a:gd name="T78" fmla="*/ 2 w 1423"/>
              <a:gd name="T79" fmla="*/ 476 h 917"/>
              <a:gd name="T80" fmla="*/ 5 w 1423"/>
              <a:gd name="T81" fmla="*/ 414 h 917"/>
              <a:gd name="T82" fmla="*/ 35 w 1423"/>
              <a:gd name="T83" fmla="*/ 350 h 917"/>
              <a:gd name="T84" fmla="*/ 92 w 1423"/>
              <a:gd name="T85" fmla="*/ 288 h 917"/>
              <a:gd name="T86" fmla="*/ 78 w 1423"/>
              <a:gd name="T87" fmla="*/ 214 h 917"/>
              <a:gd name="T88" fmla="*/ 114 w 1423"/>
              <a:gd name="T89" fmla="*/ 108 h 917"/>
              <a:gd name="T90" fmla="*/ 179 w 1423"/>
              <a:gd name="T91" fmla="*/ 43 h 917"/>
              <a:gd name="T92" fmla="*/ 267 w 1423"/>
              <a:gd name="T93" fmla="*/ 5 h 917"/>
              <a:gd name="T94" fmla="*/ 356 w 1423"/>
              <a:gd name="T95" fmla="*/ 5 h 917"/>
              <a:gd name="T96" fmla="*/ 408 w 1423"/>
              <a:gd name="T97" fmla="*/ 26 h 917"/>
              <a:gd name="T98" fmla="*/ 452 w 1423"/>
              <a:gd name="T99" fmla="*/ 62 h 917"/>
              <a:gd name="T100" fmla="*/ 556 w 1423"/>
              <a:gd name="T101" fmla="*/ 35 h 917"/>
              <a:gd name="T102" fmla="*/ 650 w 1423"/>
              <a:gd name="T103" fmla="*/ 12 h 917"/>
              <a:gd name="T104" fmla="*/ 803 w 1423"/>
              <a:gd name="T105" fmla="*/ 18 h 917"/>
              <a:gd name="T106" fmla="*/ 897 w 1423"/>
              <a:gd name="T107" fmla="*/ 48 h 917"/>
              <a:gd name="T108" fmla="*/ 985 w 1423"/>
              <a:gd name="T109" fmla="*/ 49 h 917"/>
              <a:gd name="T110" fmla="*/ 1031 w 1423"/>
              <a:gd name="T111" fmla="*/ 17 h 917"/>
              <a:gd name="T112" fmla="*/ 1088 w 1423"/>
              <a:gd name="T113" fmla="*/ 2 h 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23" h="917">
                <a:moveTo>
                  <a:pt x="1088" y="2"/>
                </a:moveTo>
                <a:lnTo>
                  <a:pt x="1121" y="0"/>
                </a:lnTo>
                <a:lnTo>
                  <a:pt x="1157" y="5"/>
                </a:lnTo>
                <a:lnTo>
                  <a:pt x="1174" y="8"/>
                </a:lnTo>
                <a:lnTo>
                  <a:pt x="1192" y="16"/>
                </a:lnTo>
                <a:lnTo>
                  <a:pt x="1228" y="34"/>
                </a:lnTo>
                <a:lnTo>
                  <a:pt x="1244" y="43"/>
                </a:lnTo>
                <a:lnTo>
                  <a:pt x="1259" y="55"/>
                </a:lnTo>
                <a:lnTo>
                  <a:pt x="1287" y="80"/>
                </a:lnTo>
                <a:lnTo>
                  <a:pt x="1309" y="108"/>
                </a:lnTo>
                <a:lnTo>
                  <a:pt x="1328" y="140"/>
                </a:lnTo>
                <a:lnTo>
                  <a:pt x="1334" y="157"/>
                </a:lnTo>
                <a:lnTo>
                  <a:pt x="1340" y="176"/>
                </a:lnTo>
                <a:lnTo>
                  <a:pt x="1343" y="194"/>
                </a:lnTo>
                <a:lnTo>
                  <a:pt x="1346" y="214"/>
                </a:lnTo>
                <a:lnTo>
                  <a:pt x="1345" y="230"/>
                </a:lnTo>
                <a:lnTo>
                  <a:pt x="1342" y="250"/>
                </a:lnTo>
                <a:lnTo>
                  <a:pt x="1339" y="269"/>
                </a:lnTo>
                <a:lnTo>
                  <a:pt x="1333" y="288"/>
                </a:lnTo>
                <a:lnTo>
                  <a:pt x="1353" y="307"/>
                </a:lnTo>
                <a:lnTo>
                  <a:pt x="1371" y="328"/>
                </a:lnTo>
                <a:lnTo>
                  <a:pt x="1387" y="347"/>
                </a:lnTo>
                <a:lnTo>
                  <a:pt x="1400" y="368"/>
                </a:lnTo>
                <a:lnTo>
                  <a:pt x="1408" y="388"/>
                </a:lnTo>
                <a:lnTo>
                  <a:pt x="1417" y="409"/>
                </a:lnTo>
                <a:lnTo>
                  <a:pt x="1420" y="431"/>
                </a:lnTo>
                <a:lnTo>
                  <a:pt x="1423" y="452"/>
                </a:lnTo>
                <a:lnTo>
                  <a:pt x="1420" y="472"/>
                </a:lnTo>
                <a:lnTo>
                  <a:pt x="1417" y="493"/>
                </a:lnTo>
                <a:lnTo>
                  <a:pt x="1408" y="515"/>
                </a:lnTo>
                <a:lnTo>
                  <a:pt x="1400" y="536"/>
                </a:lnTo>
                <a:lnTo>
                  <a:pt x="1387" y="558"/>
                </a:lnTo>
                <a:lnTo>
                  <a:pt x="1371" y="580"/>
                </a:lnTo>
                <a:lnTo>
                  <a:pt x="1353" y="601"/>
                </a:lnTo>
                <a:lnTo>
                  <a:pt x="1333" y="623"/>
                </a:lnTo>
                <a:lnTo>
                  <a:pt x="1340" y="640"/>
                </a:lnTo>
                <a:lnTo>
                  <a:pt x="1345" y="671"/>
                </a:lnTo>
                <a:lnTo>
                  <a:pt x="1345" y="704"/>
                </a:lnTo>
                <a:lnTo>
                  <a:pt x="1342" y="719"/>
                </a:lnTo>
                <a:lnTo>
                  <a:pt x="1339" y="736"/>
                </a:lnTo>
                <a:lnTo>
                  <a:pt x="1334" y="752"/>
                </a:lnTo>
                <a:lnTo>
                  <a:pt x="1328" y="769"/>
                </a:lnTo>
                <a:lnTo>
                  <a:pt x="1318" y="785"/>
                </a:lnTo>
                <a:lnTo>
                  <a:pt x="1309" y="800"/>
                </a:lnTo>
                <a:lnTo>
                  <a:pt x="1298" y="815"/>
                </a:lnTo>
                <a:lnTo>
                  <a:pt x="1287" y="829"/>
                </a:lnTo>
                <a:lnTo>
                  <a:pt x="1273" y="841"/>
                </a:lnTo>
                <a:lnTo>
                  <a:pt x="1259" y="853"/>
                </a:lnTo>
                <a:lnTo>
                  <a:pt x="1251" y="858"/>
                </a:lnTo>
                <a:lnTo>
                  <a:pt x="1244" y="864"/>
                </a:lnTo>
                <a:lnTo>
                  <a:pt x="1228" y="876"/>
                </a:lnTo>
                <a:lnTo>
                  <a:pt x="1209" y="884"/>
                </a:lnTo>
                <a:lnTo>
                  <a:pt x="1192" y="892"/>
                </a:lnTo>
                <a:lnTo>
                  <a:pt x="1183" y="894"/>
                </a:lnTo>
                <a:lnTo>
                  <a:pt x="1178" y="895"/>
                </a:lnTo>
                <a:lnTo>
                  <a:pt x="1174" y="898"/>
                </a:lnTo>
                <a:lnTo>
                  <a:pt x="1157" y="902"/>
                </a:lnTo>
                <a:lnTo>
                  <a:pt x="1121" y="907"/>
                </a:lnTo>
                <a:lnTo>
                  <a:pt x="1088" y="907"/>
                </a:lnTo>
                <a:lnTo>
                  <a:pt x="1067" y="904"/>
                </a:lnTo>
                <a:lnTo>
                  <a:pt x="1049" y="898"/>
                </a:lnTo>
                <a:lnTo>
                  <a:pt x="1031" y="890"/>
                </a:lnTo>
                <a:lnTo>
                  <a:pt x="1016" y="882"/>
                </a:lnTo>
                <a:lnTo>
                  <a:pt x="999" y="871"/>
                </a:lnTo>
                <a:lnTo>
                  <a:pt x="985" y="859"/>
                </a:lnTo>
                <a:lnTo>
                  <a:pt x="971" y="845"/>
                </a:lnTo>
                <a:lnTo>
                  <a:pt x="959" y="829"/>
                </a:lnTo>
                <a:lnTo>
                  <a:pt x="926" y="848"/>
                </a:lnTo>
                <a:lnTo>
                  <a:pt x="892" y="866"/>
                </a:lnTo>
                <a:lnTo>
                  <a:pt x="859" y="881"/>
                </a:lnTo>
                <a:lnTo>
                  <a:pt x="827" y="894"/>
                </a:lnTo>
                <a:lnTo>
                  <a:pt x="794" y="902"/>
                </a:lnTo>
                <a:lnTo>
                  <a:pt x="763" y="911"/>
                </a:lnTo>
                <a:lnTo>
                  <a:pt x="731" y="914"/>
                </a:lnTo>
                <a:lnTo>
                  <a:pt x="701" y="917"/>
                </a:lnTo>
                <a:lnTo>
                  <a:pt x="670" y="914"/>
                </a:lnTo>
                <a:lnTo>
                  <a:pt x="639" y="911"/>
                </a:lnTo>
                <a:lnTo>
                  <a:pt x="609" y="902"/>
                </a:lnTo>
                <a:lnTo>
                  <a:pt x="580" y="894"/>
                </a:lnTo>
                <a:lnTo>
                  <a:pt x="550" y="881"/>
                </a:lnTo>
                <a:lnTo>
                  <a:pt x="521" y="866"/>
                </a:lnTo>
                <a:lnTo>
                  <a:pt x="492" y="848"/>
                </a:lnTo>
                <a:lnTo>
                  <a:pt x="465" y="829"/>
                </a:lnTo>
                <a:lnTo>
                  <a:pt x="458" y="836"/>
                </a:lnTo>
                <a:lnTo>
                  <a:pt x="455" y="838"/>
                </a:lnTo>
                <a:lnTo>
                  <a:pt x="454" y="840"/>
                </a:lnTo>
                <a:lnTo>
                  <a:pt x="452" y="845"/>
                </a:lnTo>
                <a:lnTo>
                  <a:pt x="438" y="859"/>
                </a:lnTo>
                <a:lnTo>
                  <a:pt x="423" y="871"/>
                </a:lnTo>
                <a:lnTo>
                  <a:pt x="408" y="882"/>
                </a:lnTo>
                <a:lnTo>
                  <a:pt x="392" y="890"/>
                </a:lnTo>
                <a:lnTo>
                  <a:pt x="375" y="898"/>
                </a:lnTo>
                <a:lnTo>
                  <a:pt x="356" y="904"/>
                </a:lnTo>
                <a:lnTo>
                  <a:pt x="346" y="905"/>
                </a:lnTo>
                <a:lnTo>
                  <a:pt x="338" y="907"/>
                </a:lnTo>
                <a:lnTo>
                  <a:pt x="302" y="907"/>
                </a:lnTo>
                <a:lnTo>
                  <a:pt x="267" y="902"/>
                </a:lnTo>
                <a:lnTo>
                  <a:pt x="248" y="898"/>
                </a:lnTo>
                <a:lnTo>
                  <a:pt x="231" y="892"/>
                </a:lnTo>
                <a:lnTo>
                  <a:pt x="214" y="884"/>
                </a:lnTo>
                <a:lnTo>
                  <a:pt x="197" y="876"/>
                </a:lnTo>
                <a:lnTo>
                  <a:pt x="177" y="863"/>
                </a:lnTo>
                <a:lnTo>
                  <a:pt x="160" y="850"/>
                </a:lnTo>
                <a:lnTo>
                  <a:pt x="140" y="832"/>
                </a:lnTo>
                <a:lnTo>
                  <a:pt x="124" y="812"/>
                </a:lnTo>
                <a:lnTo>
                  <a:pt x="108" y="791"/>
                </a:lnTo>
                <a:lnTo>
                  <a:pt x="98" y="769"/>
                </a:lnTo>
                <a:lnTo>
                  <a:pt x="84" y="731"/>
                </a:lnTo>
                <a:lnTo>
                  <a:pt x="78" y="695"/>
                </a:lnTo>
                <a:lnTo>
                  <a:pt x="77" y="676"/>
                </a:lnTo>
                <a:lnTo>
                  <a:pt x="81" y="659"/>
                </a:lnTo>
                <a:lnTo>
                  <a:pt x="92" y="623"/>
                </a:lnTo>
                <a:lnTo>
                  <a:pt x="69" y="601"/>
                </a:lnTo>
                <a:lnTo>
                  <a:pt x="51" y="581"/>
                </a:lnTo>
                <a:lnTo>
                  <a:pt x="35" y="559"/>
                </a:lnTo>
                <a:lnTo>
                  <a:pt x="23" y="540"/>
                </a:lnTo>
                <a:lnTo>
                  <a:pt x="12" y="518"/>
                </a:lnTo>
                <a:lnTo>
                  <a:pt x="8" y="508"/>
                </a:lnTo>
                <a:lnTo>
                  <a:pt x="5" y="498"/>
                </a:lnTo>
                <a:lnTo>
                  <a:pt x="2" y="476"/>
                </a:lnTo>
                <a:lnTo>
                  <a:pt x="0" y="457"/>
                </a:lnTo>
                <a:lnTo>
                  <a:pt x="2" y="436"/>
                </a:lnTo>
                <a:lnTo>
                  <a:pt x="5" y="414"/>
                </a:lnTo>
                <a:lnTo>
                  <a:pt x="12" y="392"/>
                </a:lnTo>
                <a:lnTo>
                  <a:pt x="23" y="372"/>
                </a:lnTo>
                <a:lnTo>
                  <a:pt x="35" y="350"/>
                </a:lnTo>
                <a:lnTo>
                  <a:pt x="51" y="329"/>
                </a:lnTo>
                <a:lnTo>
                  <a:pt x="69" y="307"/>
                </a:lnTo>
                <a:lnTo>
                  <a:pt x="92" y="288"/>
                </a:lnTo>
                <a:lnTo>
                  <a:pt x="81" y="250"/>
                </a:lnTo>
                <a:lnTo>
                  <a:pt x="77" y="230"/>
                </a:lnTo>
                <a:lnTo>
                  <a:pt x="78" y="214"/>
                </a:lnTo>
                <a:lnTo>
                  <a:pt x="84" y="176"/>
                </a:lnTo>
                <a:lnTo>
                  <a:pt x="98" y="140"/>
                </a:lnTo>
                <a:lnTo>
                  <a:pt x="114" y="108"/>
                </a:lnTo>
                <a:lnTo>
                  <a:pt x="137" y="80"/>
                </a:lnTo>
                <a:lnTo>
                  <a:pt x="164" y="55"/>
                </a:lnTo>
                <a:lnTo>
                  <a:pt x="179" y="43"/>
                </a:lnTo>
                <a:lnTo>
                  <a:pt x="197" y="34"/>
                </a:lnTo>
                <a:lnTo>
                  <a:pt x="231" y="16"/>
                </a:lnTo>
                <a:lnTo>
                  <a:pt x="267" y="5"/>
                </a:lnTo>
                <a:lnTo>
                  <a:pt x="302" y="0"/>
                </a:lnTo>
                <a:lnTo>
                  <a:pt x="338" y="2"/>
                </a:lnTo>
                <a:lnTo>
                  <a:pt x="356" y="5"/>
                </a:lnTo>
                <a:lnTo>
                  <a:pt x="375" y="11"/>
                </a:lnTo>
                <a:lnTo>
                  <a:pt x="392" y="17"/>
                </a:lnTo>
                <a:lnTo>
                  <a:pt x="408" y="26"/>
                </a:lnTo>
                <a:lnTo>
                  <a:pt x="423" y="36"/>
                </a:lnTo>
                <a:lnTo>
                  <a:pt x="438" y="49"/>
                </a:lnTo>
                <a:lnTo>
                  <a:pt x="452" y="62"/>
                </a:lnTo>
                <a:lnTo>
                  <a:pt x="465" y="80"/>
                </a:lnTo>
                <a:lnTo>
                  <a:pt x="525" y="48"/>
                </a:lnTo>
                <a:lnTo>
                  <a:pt x="556" y="35"/>
                </a:lnTo>
                <a:lnTo>
                  <a:pt x="587" y="26"/>
                </a:lnTo>
                <a:lnTo>
                  <a:pt x="618" y="18"/>
                </a:lnTo>
                <a:lnTo>
                  <a:pt x="650" y="12"/>
                </a:lnTo>
                <a:lnTo>
                  <a:pt x="712" y="8"/>
                </a:lnTo>
                <a:lnTo>
                  <a:pt x="772" y="12"/>
                </a:lnTo>
                <a:lnTo>
                  <a:pt x="803" y="18"/>
                </a:lnTo>
                <a:lnTo>
                  <a:pt x="835" y="26"/>
                </a:lnTo>
                <a:lnTo>
                  <a:pt x="866" y="35"/>
                </a:lnTo>
                <a:lnTo>
                  <a:pt x="897" y="48"/>
                </a:lnTo>
                <a:lnTo>
                  <a:pt x="959" y="80"/>
                </a:lnTo>
                <a:lnTo>
                  <a:pt x="971" y="62"/>
                </a:lnTo>
                <a:lnTo>
                  <a:pt x="985" y="49"/>
                </a:lnTo>
                <a:lnTo>
                  <a:pt x="999" y="36"/>
                </a:lnTo>
                <a:lnTo>
                  <a:pt x="1016" y="26"/>
                </a:lnTo>
                <a:lnTo>
                  <a:pt x="1031" y="17"/>
                </a:lnTo>
                <a:lnTo>
                  <a:pt x="1049" y="11"/>
                </a:lnTo>
                <a:lnTo>
                  <a:pt x="1067" y="5"/>
                </a:lnTo>
                <a:lnTo>
                  <a:pt x="1088" y="2"/>
                </a:lnTo>
              </a:path>
            </a:pathLst>
          </a:custGeom>
          <a:gradFill rotWithShape="1">
            <a:gsLst>
              <a:gs pos="0">
                <a:srgbClr val="E28700"/>
              </a:gs>
              <a:gs pos="50000">
                <a:srgbClr val="FF9900">
                  <a:alpha val="59000"/>
                </a:srgbClr>
              </a:gs>
              <a:gs pos="100000">
                <a:srgbClr val="E28700"/>
              </a:gs>
            </a:gsLst>
            <a:lin ang="5400000" scaled="1"/>
          </a:gradFill>
          <a:ln w="12700">
            <a:solidFill>
              <a:srgbClr val="993300"/>
            </a:solidFill>
            <a:prstDash val="solid"/>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Arial" panose="020B0604020202020204" pitchFamily="34" charset="0"/>
            </a:endParaRPr>
          </a:p>
        </p:txBody>
      </p:sp>
      <p:sp>
        <p:nvSpPr>
          <p:cNvPr id="13323" name="Rectangle 10">
            <a:extLst>
              <a:ext uri="{FF2B5EF4-FFF2-40B4-BE49-F238E27FC236}">
                <a16:creationId xmlns:a16="http://schemas.microsoft.com/office/drawing/2014/main" id="{004060AC-17DE-3CA1-56DE-5B391E7B78C1}"/>
              </a:ext>
            </a:extLst>
          </p:cNvPr>
          <p:cNvSpPr>
            <a:spLocks noChangeArrowheads="1"/>
          </p:cNvSpPr>
          <p:nvPr/>
        </p:nvSpPr>
        <p:spPr bwMode="auto">
          <a:xfrm>
            <a:off x="1600200" y="3857625"/>
            <a:ext cx="5715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FC SAN</a:t>
            </a: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24" name="AutoShape 12">
            <a:extLst>
              <a:ext uri="{FF2B5EF4-FFF2-40B4-BE49-F238E27FC236}">
                <a16:creationId xmlns:a16="http://schemas.microsoft.com/office/drawing/2014/main" id="{ACF294C7-5658-B172-D06E-D75B49DC2A82}"/>
              </a:ext>
            </a:extLst>
          </p:cNvPr>
          <p:cNvSpPr>
            <a:spLocks noChangeArrowheads="1"/>
          </p:cNvSpPr>
          <p:nvPr/>
        </p:nvSpPr>
        <p:spPr bwMode="auto">
          <a:xfrm>
            <a:off x="3090863" y="2359025"/>
            <a:ext cx="5822950" cy="3244850"/>
          </a:xfrm>
          <a:prstGeom prst="roundRect">
            <a:avLst>
              <a:gd name="adj" fmla="val 5528"/>
            </a:avLst>
          </a:prstGeom>
          <a:gradFill rotWithShape="1">
            <a:gsLst>
              <a:gs pos="0">
                <a:srgbClr val="EAF3F2"/>
              </a:gs>
              <a:gs pos="100000">
                <a:srgbClr val="D1E5E4"/>
              </a:gs>
            </a:gsLst>
            <a:lin ang="2700000" scaled="1"/>
          </a:gradFill>
          <a:ln w="12700" algn="ctr">
            <a:solidFill>
              <a:srgbClr val="88B8B6"/>
            </a:solidFill>
            <a:round/>
            <a:headEnd/>
            <a:tailEnd type="none" w="lg" len="med"/>
          </a:ln>
          <a:effectLst>
            <a:outerShdw dist="35921" dir="2700000" algn="ctr" rotWithShape="0">
              <a:srgbClr val="000000"/>
            </a:outerShdw>
          </a:effec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25" name="AutoShape 13">
            <a:extLst>
              <a:ext uri="{FF2B5EF4-FFF2-40B4-BE49-F238E27FC236}">
                <a16:creationId xmlns:a16="http://schemas.microsoft.com/office/drawing/2014/main" id="{DD822CD1-5BF3-E5CD-8F6C-BDFCC2A7098A}"/>
              </a:ext>
            </a:extLst>
          </p:cNvPr>
          <p:cNvSpPr>
            <a:spLocks noChangeArrowheads="1"/>
          </p:cNvSpPr>
          <p:nvPr/>
        </p:nvSpPr>
        <p:spPr bwMode="auto">
          <a:xfrm>
            <a:off x="7526338" y="3046413"/>
            <a:ext cx="1298575" cy="1868487"/>
          </a:xfrm>
          <a:prstGeom prst="roundRect">
            <a:avLst>
              <a:gd name="adj" fmla="val 11657"/>
            </a:avLst>
          </a:prstGeom>
          <a:gradFill rotWithShape="1">
            <a:gsLst>
              <a:gs pos="0">
                <a:srgbClr val="E2EAEA"/>
              </a:gs>
              <a:gs pos="100000">
                <a:srgbClr val="F8FAFA"/>
              </a:gs>
            </a:gsLst>
            <a:lin ang="2700000" scaled="1"/>
          </a:gradFill>
          <a:ln w="6350" algn="ctr">
            <a:solidFill>
              <a:srgbClr val="6F9995"/>
            </a:solidFill>
            <a:round/>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26" name="Text Box 14">
            <a:extLst>
              <a:ext uri="{FF2B5EF4-FFF2-40B4-BE49-F238E27FC236}">
                <a16:creationId xmlns:a16="http://schemas.microsoft.com/office/drawing/2014/main" id="{DFB09B99-3B82-3778-B683-9C04CE42DD4F}"/>
              </a:ext>
            </a:extLst>
          </p:cNvPr>
          <p:cNvSpPr txBox="1">
            <a:spLocks noChangeArrowheads="1"/>
          </p:cNvSpPr>
          <p:nvPr/>
        </p:nvSpPr>
        <p:spPr bwMode="auto">
          <a:xfrm>
            <a:off x="3498850" y="2794000"/>
            <a:ext cx="968375" cy="1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ctr" defTabSz="941388" rtl="0" eaLnBrk="1" fontAlgn="base" latinLnBrk="0" hangingPunct="1">
              <a:lnSpc>
                <a:spcPct val="90000"/>
              </a:lnSpc>
              <a:spcBef>
                <a:spcPct val="50000"/>
              </a:spcBef>
              <a:spcAft>
                <a:spcPct val="0"/>
              </a:spcAft>
              <a:buClrTx/>
              <a:buSzTx/>
              <a:buFontTx/>
              <a:buNone/>
              <a:tabLst/>
              <a:defRPr/>
            </a:pPr>
            <a:r>
              <a:rPr kumimoji="0" lang="en-US" altLang="en-US" sz="1400" b="1" i="0" u="none" strike="noStrike" kern="1200" cap="none" spc="0" normalizeH="0" baseline="0" noProof="0">
                <a:ln>
                  <a:noFill/>
                </a:ln>
                <a:solidFill>
                  <a:srgbClr val="000308"/>
                </a:solidFill>
                <a:effectLst/>
                <a:uLnTx/>
                <a:uFillTx/>
                <a:latin typeface="Verdana" panose="020B0604030504040204" pitchFamily="34" charset="0"/>
                <a:ea typeface="+mn-ea"/>
                <a:cs typeface="Arial" panose="020B0604020202020204" pitchFamily="34" charset="0"/>
              </a:rPr>
              <a:t>Front End</a:t>
            </a:r>
          </a:p>
        </p:txBody>
      </p:sp>
      <p:sp>
        <p:nvSpPr>
          <p:cNvPr id="13327" name="Text Box 15">
            <a:extLst>
              <a:ext uri="{FF2B5EF4-FFF2-40B4-BE49-F238E27FC236}">
                <a16:creationId xmlns:a16="http://schemas.microsoft.com/office/drawing/2014/main" id="{02D676B4-B220-2B51-CB69-2515B44722CF}"/>
              </a:ext>
            </a:extLst>
          </p:cNvPr>
          <p:cNvSpPr txBox="1">
            <a:spLocks noChangeArrowheads="1"/>
          </p:cNvSpPr>
          <p:nvPr/>
        </p:nvSpPr>
        <p:spPr bwMode="auto">
          <a:xfrm>
            <a:off x="5848350" y="2794000"/>
            <a:ext cx="911225" cy="1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ctr" defTabSz="941388" rtl="0" eaLnBrk="1" fontAlgn="base" latinLnBrk="0" hangingPunct="1">
              <a:lnSpc>
                <a:spcPct val="90000"/>
              </a:lnSpc>
              <a:spcBef>
                <a:spcPct val="50000"/>
              </a:spcBef>
              <a:spcAft>
                <a:spcPct val="0"/>
              </a:spcAft>
              <a:buClrTx/>
              <a:buSzTx/>
              <a:buFontTx/>
              <a:buNone/>
              <a:tabLst/>
              <a:defRPr/>
            </a:pPr>
            <a:r>
              <a:rPr kumimoji="0" lang="en-US" altLang="en-US" sz="1400" b="1" i="0" u="none" strike="noStrike" kern="1200" cap="none" spc="0" normalizeH="0" baseline="0" noProof="0">
                <a:ln>
                  <a:noFill/>
                </a:ln>
                <a:solidFill>
                  <a:srgbClr val="000308"/>
                </a:solidFill>
                <a:effectLst/>
                <a:uLnTx/>
                <a:uFillTx/>
                <a:latin typeface="Verdana" panose="020B0604030504040204" pitchFamily="34" charset="0"/>
                <a:ea typeface="+mn-ea"/>
                <a:cs typeface="Arial" panose="020B0604020202020204" pitchFamily="34" charset="0"/>
              </a:rPr>
              <a:t>Back End</a:t>
            </a:r>
          </a:p>
        </p:txBody>
      </p:sp>
      <p:sp>
        <p:nvSpPr>
          <p:cNvPr id="13328" name="Text Box 16">
            <a:extLst>
              <a:ext uri="{FF2B5EF4-FFF2-40B4-BE49-F238E27FC236}">
                <a16:creationId xmlns:a16="http://schemas.microsoft.com/office/drawing/2014/main" id="{5EB0735B-345B-14E7-3E9A-EC7F4FA4503B}"/>
              </a:ext>
            </a:extLst>
          </p:cNvPr>
          <p:cNvSpPr txBox="1">
            <a:spLocks noChangeArrowheads="1"/>
          </p:cNvSpPr>
          <p:nvPr/>
        </p:nvSpPr>
        <p:spPr bwMode="auto">
          <a:xfrm>
            <a:off x="4822825" y="3225800"/>
            <a:ext cx="596900" cy="1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ctr" defTabSz="941388" rtl="0" eaLnBrk="1" fontAlgn="base" latinLnBrk="0" hangingPunct="1">
              <a:lnSpc>
                <a:spcPct val="90000"/>
              </a:lnSpc>
              <a:spcBef>
                <a:spcPct val="50000"/>
              </a:spcBef>
              <a:spcAft>
                <a:spcPct val="0"/>
              </a:spcAft>
              <a:buClrTx/>
              <a:buSzTx/>
              <a:buFontTx/>
              <a:buNone/>
              <a:tabLst/>
              <a:defRPr/>
            </a:pPr>
            <a:r>
              <a:rPr kumimoji="0" lang="en-US" altLang="en-US" sz="1400" b="1" i="0" u="none" strike="noStrike" kern="1200" cap="none" spc="0" normalizeH="0" baseline="0" noProof="0" dirty="0">
                <a:ln>
                  <a:noFill/>
                </a:ln>
                <a:solidFill>
                  <a:srgbClr val="000308"/>
                </a:solidFill>
                <a:effectLst/>
                <a:uLnTx/>
                <a:uFillTx/>
                <a:latin typeface="Verdana" panose="020B0604030504040204" pitchFamily="34" charset="0"/>
                <a:ea typeface="+mn-ea"/>
                <a:cs typeface="Arial" panose="020B0604020202020204" pitchFamily="34" charset="0"/>
              </a:rPr>
              <a:t>Cache</a:t>
            </a:r>
          </a:p>
        </p:txBody>
      </p:sp>
      <p:sp>
        <p:nvSpPr>
          <p:cNvPr id="13329" name="Text Box 17">
            <a:extLst>
              <a:ext uri="{FF2B5EF4-FFF2-40B4-BE49-F238E27FC236}">
                <a16:creationId xmlns:a16="http://schemas.microsoft.com/office/drawing/2014/main" id="{1FFBB96A-EA44-FBC3-9762-B0824B46926E}"/>
              </a:ext>
            </a:extLst>
          </p:cNvPr>
          <p:cNvSpPr txBox="1">
            <a:spLocks noChangeArrowheads="1"/>
          </p:cNvSpPr>
          <p:nvPr/>
        </p:nvSpPr>
        <p:spPr bwMode="auto">
          <a:xfrm>
            <a:off x="7456488" y="2794000"/>
            <a:ext cx="1419225" cy="1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ctr" defTabSz="941388" rtl="0" eaLnBrk="1" fontAlgn="base" latinLnBrk="0" hangingPunct="1">
              <a:lnSpc>
                <a:spcPct val="90000"/>
              </a:lnSpc>
              <a:spcBef>
                <a:spcPct val="50000"/>
              </a:spcBef>
              <a:spcAft>
                <a:spcPct val="0"/>
              </a:spcAft>
              <a:buClrTx/>
              <a:buSzTx/>
              <a:buFontTx/>
              <a:buNone/>
              <a:tabLst/>
              <a:defRPr/>
            </a:pPr>
            <a:r>
              <a:rPr kumimoji="0" lang="en-US" altLang="en-US" sz="1400" b="1" i="0" u="none" strike="noStrike" kern="1200" cap="none" spc="0" normalizeH="0" baseline="0" noProof="0">
                <a:ln>
                  <a:noFill/>
                </a:ln>
                <a:solidFill>
                  <a:srgbClr val="000308"/>
                </a:solidFill>
                <a:effectLst/>
                <a:uLnTx/>
                <a:uFillTx/>
                <a:latin typeface="Verdana" panose="020B0604030504040204" pitchFamily="34" charset="0"/>
                <a:ea typeface="+mn-ea"/>
                <a:cs typeface="Arial" panose="020B0604020202020204" pitchFamily="34" charset="0"/>
              </a:rPr>
              <a:t>Physical Disks</a:t>
            </a:r>
          </a:p>
        </p:txBody>
      </p:sp>
      <p:sp>
        <p:nvSpPr>
          <p:cNvPr id="13330" name="Text Box 18">
            <a:extLst>
              <a:ext uri="{FF2B5EF4-FFF2-40B4-BE49-F238E27FC236}">
                <a16:creationId xmlns:a16="http://schemas.microsoft.com/office/drawing/2014/main" id="{29553576-606C-31FB-02A4-89A1398507A8}"/>
              </a:ext>
            </a:extLst>
          </p:cNvPr>
          <p:cNvSpPr txBox="1">
            <a:spLocks noChangeArrowheads="1"/>
          </p:cNvSpPr>
          <p:nvPr/>
        </p:nvSpPr>
        <p:spPr bwMode="auto">
          <a:xfrm>
            <a:off x="4408488" y="2001838"/>
            <a:ext cx="3186112" cy="3048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12700" algn="ctr">
                <a:solidFill>
                  <a:srgbClr val="080808"/>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altLang="en-US" sz="2000" b="1" i="0" u="none" strike="noStrike" kern="1200" cap="none" spc="0" normalizeH="0" baseline="0" noProof="0">
                <a:ln>
                  <a:noFill/>
                </a:ln>
                <a:solidFill>
                  <a:srgbClr val="3A7A77"/>
                </a:solidFill>
                <a:effectLst/>
                <a:uLnTx/>
                <a:uFillTx/>
                <a:latin typeface="Arial" panose="020B0604020202020204" pitchFamily="34" charset="0"/>
                <a:ea typeface="+mn-ea"/>
                <a:cs typeface="Arial" panose="020B0604020202020204" pitchFamily="34" charset="0"/>
              </a:rPr>
              <a:t>Intelligent Storage System</a:t>
            </a:r>
          </a:p>
        </p:txBody>
      </p:sp>
      <p:sp>
        <p:nvSpPr>
          <p:cNvPr id="13331" name="Line 19">
            <a:extLst>
              <a:ext uri="{FF2B5EF4-FFF2-40B4-BE49-F238E27FC236}">
                <a16:creationId xmlns:a16="http://schemas.microsoft.com/office/drawing/2014/main" id="{2EE90602-B76F-43C5-3A60-D48ADB4F63EF}"/>
              </a:ext>
            </a:extLst>
          </p:cNvPr>
          <p:cNvSpPr>
            <a:spLocks noChangeShapeType="1"/>
          </p:cNvSpPr>
          <p:nvPr/>
        </p:nvSpPr>
        <p:spPr bwMode="auto">
          <a:xfrm flipH="1">
            <a:off x="4267200" y="3886200"/>
            <a:ext cx="1676400" cy="0"/>
          </a:xfrm>
          <a:prstGeom prst="line">
            <a:avLst/>
          </a:prstGeom>
          <a:noFill/>
          <a:ln w="3810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32" name="Line 20">
            <a:extLst>
              <a:ext uri="{FF2B5EF4-FFF2-40B4-BE49-F238E27FC236}">
                <a16:creationId xmlns:a16="http://schemas.microsoft.com/office/drawing/2014/main" id="{D37AC44A-551C-1FAC-AC03-821AE331BBB6}"/>
              </a:ext>
            </a:extLst>
          </p:cNvPr>
          <p:cNvSpPr>
            <a:spLocks noChangeShapeType="1"/>
          </p:cNvSpPr>
          <p:nvPr/>
        </p:nvSpPr>
        <p:spPr bwMode="auto">
          <a:xfrm flipH="1">
            <a:off x="2247900" y="3962400"/>
            <a:ext cx="647700" cy="0"/>
          </a:xfrm>
          <a:prstGeom prst="line">
            <a:avLst/>
          </a:prstGeom>
          <a:noFill/>
          <a:ln w="3810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33" name="Line 21">
            <a:extLst>
              <a:ext uri="{FF2B5EF4-FFF2-40B4-BE49-F238E27FC236}">
                <a16:creationId xmlns:a16="http://schemas.microsoft.com/office/drawing/2014/main" id="{C7277A89-6667-E5E0-31A9-A0C25441CD8D}"/>
              </a:ext>
            </a:extLst>
          </p:cNvPr>
          <p:cNvSpPr>
            <a:spLocks noChangeShapeType="1"/>
          </p:cNvSpPr>
          <p:nvPr/>
        </p:nvSpPr>
        <p:spPr bwMode="auto">
          <a:xfrm flipH="1">
            <a:off x="3060700" y="4572000"/>
            <a:ext cx="381000" cy="0"/>
          </a:xfrm>
          <a:prstGeom prst="line">
            <a:avLst/>
          </a:prstGeom>
          <a:noFill/>
          <a:ln w="3810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34" name="Line 22">
            <a:extLst>
              <a:ext uri="{FF2B5EF4-FFF2-40B4-BE49-F238E27FC236}">
                <a16:creationId xmlns:a16="http://schemas.microsoft.com/office/drawing/2014/main" id="{7EF6758B-E58B-2CD8-1092-C5A099121F8D}"/>
              </a:ext>
            </a:extLst>
          </p:cNvPr>
          <p:cNvSpPr>
            <a:spLocks noChangeShapeType="1"/>
          </p:cNvSpPr>
          <p:nvPr/>
        </p:nvSpPr>
        <p:spPr bwMode="auto">
          <a:xfrm flipH="1">
            <a:off x="3048000" y="3352800"/>
            <a:ext cx="381000"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35" name="Line 23">
            <a:extLst>
              <a:ext uri="{FF2B5EF4-FFF2-40B4-BE49-F238E27FC236}">
                <a16:creationId xmlns:a16="http://schemas.microsoft.com/office/drawing/2014/main" id="{08A80BD8-445C-FAE4-85B2-A65562FDC0E3}"/>
              </a:ext>
            </a:extLst>
          </p:cNvPr>
          <p:cNvSpPr>
            <a:spLocks noChangeShapeType="1"/>
          </p:cNvSpPr>
          <p:nvPr/>
        </p:nvSpPr>
        <p:spPr bwMode="auto">
          <a:xfrm flipH="1">
            <a:off x="2220913" y="3810000"/>
            <a:ext cx="533400"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36" name="Line 24">
            <a:extLst>
              <a:ext uri="{FF2B5EF4-FFF2-40B4-BE49-F238E27FC236}">
                <a16:creationId xmlns:a16="http://schemas.microsoft.com/office/drawing/2014/main" id="{60BDEBB0-A659-8A0D-5402-30F1E2C0BC08}"/>
              </a:ext>
            </a:extLst>
          </p:cNvPr>
          <p:cNvSpPr>
            <a:spLocks noChangeShapeType="1"/>
          </p:cNvSpPr>
          <p:nvPr/>
        </p:nvSpPr>
        <p:spPr bwMode="auto">
          <a:xfrm flipH="1">
            <a:off x="2238375" y="3886200"/>
            <a:ext cx="657225"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37" name="Line 25">
            <a:extLst>
              <a:ext uri="{FF2B5EF4-FFF2-40B4-BE49-F238E27FC236}">
                <a16:creationId xmlns:a16="http://schemas.microsoft.com/office/drawing/2014/main" id="{0C3C2A62-15A5-7D00-021C-292A3BA41B57}"/>
              </a:ext>
            </a:extLst>
          </p:cNvPr>
          <p:cNvSpPr>
            <a:spLocks noChangeShapeType="1"/>
          </p:cNvSpPr>
          <p:nvPr/>
        </p:nvSpPr>
        <p:spPr bwMode="auto">
          <a:xfrm flipH="1">
            <a:off x="2238375" y="4038600"/>
            <a:ext cx="533400"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38" name="Line 26">
            <a:extLst>
              <a:ext uri="{FF2B5EF4-FFF2-40B4-BE49-F238E27FC236}">
                <a16:creationId xmlns:a16="http://schemas.microsoft.com/office/drawing/2014/main" id="{FE9E83F5-A084-F84A-C0D6-B10F9B19D6E0}"/>
              </a:ext>
            </a:extLst>
          </p:cNvPr>
          <p:cNvSpPr>
            <a:spLocks noChangeShapeType="1"/>
          </p:cNvSpPr>
          <p:nvPr/>
        </p:nvSpPr>
        <p:spPr bwMode="auto">
          <a:xfrm flipH="1">
            <a:off x="2895600" y="3733800"/>
            <a:ext cx="533400"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39" name="Line 27">
            <a:extLst>
              <a:ext uri="{FF2B5EF4-FFF2-40B4-BE49-F238E27FC236}">
                <a16:creationId xmlns:a16="http://schemas.microsoft.com/office/drawing/2014/main" id="{7D186BC6-1252-BF06-E09C-38977431CA95}"/>
              </a:ext>
            </a:extLst>
          </p:cNvPr>
          <p:cNvSpPr>
            <a:spLocks noChangeShapeType="1"/>
          </p:cNvSpPr>
          <p:nvPr/>
        </p:nvSpPr>
        <p:spPr bwMode="auto">
          <a:xfrm flipH="1" flipV="1">
            <a:off x="2895600" y="4191000"/>
            <a:ext cx="533400" cy="1270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40" name="Line 28">
            <a:extLst>
              <a:ext uri="{FF2B5EF4-FFF2-40B4-BE49-F238E27FC236}">
                <a16:creationId xmlns:a16="http://schemas.microsoft.com/office/drawing/2014/main" id="{77985EC1-656B-FA32-45BD-02586E5A78B3}"/>
              </a:ext>
            </a:extLst>
          </p:cNvPr>
          <p:cNvSpPr>
            <a:spLocks noChangeShapeType="1"/>
          </p:cNvSpPr>
          <p:nvPr/>
        </p:nvSpPr>
        <p:spPr bwMode="auto">
          <a:xfrm flipH="1">
            <a:off x="2373313" y="3962400"/>
            <a:ext cx="533400"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41" name="Freeform 29">
            <a:extLst>
              <a:ext uri="{FF2B5EF4-FFF2-40B4-BE49-F238E27FC236}">
                <a16:creationId xmlns:a16="http://schemas.microsoft.com/office/drawing/2014/main" id="{9B2A2F06-B4BF-CF97-A816-82D3DF4A5E6E}"/>
              </a:ext>
            </a:extLst>
          </p:cNvPr>
          <p:cNvSpPr>
            <a:spLocks/>
          </p:cNvSpPr>
          <p:nvPr/>
        </p:nvSpPr>
        <p:spPr bwMode="auto">
          <a:xfrm>
            <a:off x="2743200" y="4038600"/>
            <a:ext cx="3175" cy="533400"/>
          </a:xfrm>
          <a:custGeom>
            <a:avLst/>
            <a:gdLst>
              <a:gd name="T0" fmla="*/ 2147483646 w 2"/>
              <a:gd name="T1" fmla="*/ 0 h 336"/>
              <a:gd name="T2" fmla="*/ 0 w 2"/>
              <a:gd name="T3" fmla="*/ 2147483646 h 336"/>
              <a:gd name="T4" fmla="*/ 0 60000 65536"/>
              <a:gd name="T5" fmla="*/ 0 60000 65536"/>
            </a:gdLst>
            <a:ahLst/>
            <a:cxnLst>
              <a:cxn ang="T4">
                <a:pos x="T0" y="T1"/>
              </a:cxn>
              <a:cxn ang="T5">
                <a:pos x="T2" y="T3"/>
              </a:cxn>
            </a:cxnLst>
            <a:rect l="0" t="0" r="r" b="b"/>
            <a:pathLst>
              <a:path w="2" h="336">
                <a:moveTo>
                  <a:pt x="2" y="0"/>
                </a:moveTo>
                <a:lnTo>
                  <a:pt x="0" y="336"/>
                </a:lnTo>
              </a:path>
            </a:pathLst>
          </a:custGeom>
          <a:solidFill>
            <a:srgbClr val="FFFFFF"/>
          </a:solidFill>
          <a:ln w="31750">
            <a:solidFill>
              <a:srgbClr val="FF9900"/>
            </a:solidFill>
            <a:round/>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42" name="Line 30">
            <a:extLst>
              <a:ext uri="{FF2B5EF4-FFF2-40B4-BE49-F238E27FC236}">
                <a16:creationId xmlns:a16="http://schemas.microsoft.com/office/drawing/2014/main" id="{04D42A1A-717C-AD80-D97F-85D340DEFD0C}"/>
              </a:ext>
            </a:extLst>
          </p:cNvPr>
          <p:cNvSpPr>
            <a:spLocks noChangeShapeType="1"/>
          </p:cNvSpPr>
          <p:nvPr/>
        </p:nvSpPr>
        <p:spPr bwMode="auto">
          <a:xfrm flipH="1">
            <a:off x="2743200" y="4572000"/>
            <a:ext cx="381000"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43" name="Line 31">
            <a:extLst>
              <a:ext uri="{FF2B5EF4-FFF2-40B4-BE49-F238E27FC236}">
                <a16:creationId xmlns:a16="http://schemas.microsoft.com/office/drawing/2014/main" id="{C6CF6133-4A09-D8BF-2996-A878CC330571}"/>
              </a:ext>
            </a:extLst>
          </p:cNvPr>
          <p:cNvSpPr>
            <a:spLocks noChangeShapeType="1"/>
          </p:cNvSpPr>
          <p:nvPr/>
        </p:nvSpPr>
        <p:spPr bwMode="auto">
          <a:xfrm flipH="1">
            <a:off x="2743200" y="3352800"/>
            <a:ext cx="381000"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44" name="Line 32">
            <a:extLst>
              <a:ext uri="{FF2B5EF4-FFF2-40B4-BE49-F238E27FC236}">
                <a16:creationId xmlns:a16="http://schemas.microsoft.com/office/drawing/2014/main" id="{7E6DF7E6-8F0A-79C0-3AA2-2D707AFBD052}"/>
              </a:ext>
            </a:extLst>
          </p:cNvPr>
          <p:cNvSpPr>
            <a:spLocks noChangeShapeType="1"/>
          </p:cNvSpPr>
          <p:nvPr/>
        </p:nvSpPr>
        <p:spPr bwMode="auto">
          <a:xfrm flipH="1">
            <a:off x="2743200" y="3344863"/>
            <a:ext cx="0" cy="45720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45" name="Line 33">
            <a:extLst>
              <a:ext uri="{FF2B5EF4-FFF2-40B4-BE49-F238E27FC236}">
                <a16:creationId xmlns:a16="http://schemas.microsoft.com/office/drawing/2014/main" id="{7248005E-E09B-3F15-76BA-91EE89D24061}"/>
              </a:ext>
            </a:extLst>
          </p:cNvPr>
          <p:cNvSpPr>
            <a:spLocks noChangeShapeType="1"/>
          </p:cNvSpPr>
          <p:nvPr/>
        </p:nvSpPr>
        <p:spPr bwMode="auto">
          <a:xfrm flipH="1">
            <a:off x="2895600" y="3733800"/>
            <a:ext cx="0" cy="15240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46" name="Line 34">
            <a:extLst>
              <a:ext uri="{FF2B5EF4-FFF2-40B4-BE49-F238E27FC236}">
                <a16:creationId xmlns:a16="http://schemas.microsoft.com/office/drawing/2014/main" id="{930C7469-4FDA-855D-A4E7-96FBC2C54B2D}"/>
              </a:ext>
            </a:extLst>
          </p:cNvPr>
          <p:cNvSpPr>
            <a:spLocks noChangeShapeType="1"/>
          </p:cNvSpPr>
          <p:nvPr/>
        </p:nvSpPr>
        <p:spPr bwMode="auto">
          <a:xfrm flipH="1">
            <a:off x="2895600" y="3962400"/>
            <a:ext cx="0" cy="22860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47" name="Line 35">
            <a:extLst>
              <a:ext uri="{FF2B5EF4-FFF2-40B4-BE49-F238E27FC236}">
                <a16:creationId xmlns:a16="http://schemas.microsoft.com/office/drawing/2014/main" id="{5E828CAB-9E74-CDD4-13F4-1A79DF333952}"/>
              </a:ext>
            </a:extLst>
          </p:cNvPr>
          <p:cNvSpPr>
            <a:spLocks noChangeShapeType="1"/>
          </p:cNvSpPr>
          <p:nvPr/>
        </p:nvSpPr>
        <p:spPr bwMode="auto">
          <a:xfrm flipH="1">
            <a:off x="4267200" y="4038600"/>
            <a:ext cx="1676400" cy="0"/>
          </a:xfrm>
          <a:prstGeom prst="line">
            <a:avLst/>
          </a:prstGeom>
          <a:noFill/>
          <a:ln w="3810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48" name="Rectangle 38">
            <a:extLst>
              <a:ext uri="{FF2B5EF4-FFF2-40B4-BE49-F238E27FC236}">
                <a16:creationId xmlns:a16="http://schemas.microsoft.com/office/drawing/2014/main" id="{BA716DF7-69DF-635A-A78F-D6DB468AAFE2}"/>
              </a:ext>
            </a:extLst>
          </p:cNvPr>
          <p:cNvSpPr>
            <a:spLocks noChangeArrowheads="1"/>
          </p:cNvSpPr>
          <p:nvPr/>
        </p:nvSpPr>
        <p:spPr bwMode="auto">
          <a:xfrm>
            <a:off x="4624388" y="3467100"/>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49" name="Rectangle 39">
            <a:extLst>
              <a:ext uri="{FF2B5EF4-FFF2-40B4-BE49-F238E27FC236}">
                <a16:creationId xmlns:a16="http://schemas.microsoft.com/office/drawing/2014/main" id="{E7C5164D-299C-5DEE-1FE3-B0474687A58A}"/>
              </a:ext>
            </a:extLst>
          </p:cNvPr>
          <p:cNvSpPr>
            <a:spLocks noChangeArrowheads="1"/>
          </p:cNvSpPr>
          <p:nvPr/>
        </p:nvSpPr>
        <p:spPr bwMode="auto">
          <a:xfrm>
            <a:off x="4752975" y="3467100"/>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50" name="Rectangle 40">
            <a:extLst>
              <a:ext uri="{FF2B5EF4-FFF2-40B4-BE49-F238E27FC236}">
                <a16:creationId xmlns:a16="http://schemas.microsoft.com/office/drawing/2014/main" id="{295DF22D-9161-E4B4-38F4-225CA00D2864}"/>
              </a:ext>
            </a:extLst>
          </p:cNvPr>
          <p:cNvSpPr>
            <a:spLocks noChangeArrowheads="1"/>
          </p:cNvSpPr>
          <p:nvPr/>
        </p:nvSpPr>
        <p:spPr bwMode="auto">
          <a:xfrm>
            <a:off x="4881563" y="3467100"/>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51" name="Rectangle 41">
            <a:extLst>
              <a:ext uri="{FF2B5EF4-FFF2-40B4-BE49-F238E27FC236}">
                <a16:creationId xmlns:a16="http://schemas.microsoft.com/office/drawing/2014/main" id="{5F0E0345-AF6F-6D3D-AA64-035F2F05AFF3}"/>
              </a:ext>
            </a:extLst>
          </p:cNvPr>
          <p:cNvSpPr>
            <a:spLocks noChangeArrowheads="1"/>
          </p:cNvSpPr>
          <p:nvPr/>
        </p:nvSpPr>
        <p:spPr bwMode="auto">
          <a:xfrm>
            <a:off x="5010150" y="3467100"/>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52" name="Rectangle 42">
            <a:extLst>
              <a:ext uri="{FF2B5EF4-FFF2-40B4-BE49-F238E27FC236}">
                <a16:creationId xmlns:a16="http://schemas.microsoft.com/office/drawing/2014/main" id="{36665715-609A-1932-B083-EB9298FC938F}"/>
              </a:ext>
            </a:extLst>
          </p:cNvPr>
          <p:cNvSpPr>
            <a:spLocks noChangeArrowheads="1"/>
          </p:cNvSpPr>
          <p:nvPr/>
        </p:nvSpPr>
        <p:spPr bwMode="auto">
          <a:xfrm>
            <a:off x="5138738" y="3467100"/>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53" name="Rectangle 43">
            <a:extLst>
              <a:ext uri="{FF2B5EF4-FFF2-40B4-BE49-F238E27FC236}">
                <a16:creationId xmlns:a16="http://schemas.microsoft.com/office/drawing/2014/main" id="{EF04D4BB-8327-4604-A46C-D437614FEA3D}"/>
              </a:ext>
            </a:extLst>
          </p:cNvPr>
          <p:cNvSpPr>
            <a:spLocks noChangeArrowheads="1"/>
          </p:cNvSpPr>
          <p:nvPr/>
        </p:nvSpPr>
        <p:spPr bwMode="auto">
          <a:xfrm>
            <a:off x="5267325" y="3467100"/>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54" name="Rectangle 44">
            <a:extLst>
              <a:ext uri="{FF2B5EF4-FFF2-40B4-BE49-F238E27FC236}">
                <a16:creationId xmlns:a16="http://schemas.microsoft.com/office/drawing/2014/main" id="{C0F5325A-345E-54A7-354E-D0C8DCA0F0FD}"/>
              </a:ext>
            </a:extLst>
          </p:cNvPr>
          <p:cNvSpPr>
            <a:spLocks noChangeArrowheads="1"/>
          </p:cNvSpPr>
          <p:nvPr/>
        </p:nvSpPr>
        <p:spPr bwMode="auto">
          <a:xfrm>
            <a:off x="5395913" y="3467100"/>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55" name="Rectangle 45">
            <a:extLst>
              <a:ext uri="{FF2B5EF4-FFF2-40B4-BE49-F238E27FC236}">
                <a16:creationId xmlns:a16="http://schemas.microsoft.com/office/drawing/2014/main" id="{AB8BDB9F-3528-28AC-FA2D-39C8F85A6E28}"/>
              </a:ext>
            </a:extLst>
          </p:cNvPr>
          <p:cNvSpPr>
            <a:spLocks noChangeArrowheads="1"/>
          </p:cNvSpPr>
          <p:nvPr/>
        </p:nvSpPr>
        <p:spPr bwMode="auto">
          <a:xfrm>
            <a:off x="5524500" y="3467100"/>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56" name="Rectangle 47">
            <a:extLst>
              <a:ext uri="{FF2B5EF4-FFF2-40B4-BE49-F238E27FC236}">
                <a16:creationId xmlns:a16="http://schemas.microsoft.com/office/drawing/2014/main" id="{88626484-1B61-D561-0A54-35B768B461E7}"/>
              </a:ext>
            </a:extLst>
          </p:cNvPr>
          <p:cNvSpPr>
            <a:spLocks noChangeArrowheads="1"/>
          </p:cNvSpPr>
          <p:nvPr/>
        </p:nvSpPr>
        <p:spPr bwMode="auto">
          <a:xfrm>
            <a:off x="4624388" y="3595688"/>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57" name="Rectangle 48">
            <a:extLst>
              <a:ext uri="{FF2B5EF4-FFF2-40B4-BE49-F238E27FC236}">
                <a16:creationId xmlns:a16="http://schemas.microsoft.com/office/drawing/2014/main" id="{C6D1B1F5-ABE5-5E5D-535C-798BB299B6D9}"/>
              </a:ext>
            </a:extLst>
          </p:cNvPr>
          <p:cNvSpPr>
            <a:spLocks noChangeArrowheads="1"/>
          </p:cNvSpPr>
          <p:nvPr/>
        </p:nvSpPr>
        <p:spPr bwMode="auto">
          <a:xfrm>
            <a:off x="4752975" y="3595688"/>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58" name="Rectangle 49">
            <a:extLst>
              <a:ext uri="{FF2B5EF4-FFF2-40B4-BE49-F238E27FC236}">
                <a16:creationId xmlns:a16="http://schemas.microsoft.com/office/drawing/2014/main" id="{239C9745-5BC5-779B-34A9-562D6185E6A5}"/>
              </a:ext>
            </a:extLst>
          </p:cNvPr>
          <p:cNvSpPr>
            <a:spLocks noChangeArrowheads="1"/>
          </p:cNvSpPr>
          <p:nvPr/>
        </p:nvSpPr>
        <p:spPr bwMode="auto">
          <a:xfrm>
            <a:off x="4881563" y="3595688"/>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59" name="Rectangle 50">
            <a:extLst>
              <a:ext uri="{FF2B5EF4-FFF2-40B4-BE49-F238E27FC236}">
                <a16:creationId xmlns:a16="http://schemas.microsoft.com/office/drawing/2014/main" id="{C0BC4F37-008D-4E84-3DCC-4FC7454B668D}"/>
              </a:ext>
            </a:extLst>
          </p:cNvPr>
          <p:cNvSpPr>
            <a:spLocks noChangeArrowheads="1"/>
          </p:cNvSpPr>
          <p:nvPr/>
        </p:nvSpPr>
        <p:spPr bwMode="auto">
          <a:xfrm>
            <a:off x="5010150" y="3595688"/>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60" name="Rectangle 51">
            <a:extLst>
              <a:ext uri="{FF2B5EF4-FFF2-40B4-BE49-F238E27FC236}">
                <a16:creationId xmlns:a16="http://schemas.microsoft.com/office/drawing/2014/main" id="{9268E167-2571-18BD-8BCB-98A61411F81C}"/>
              </a:ext>
            </a:extLst>
          </p:cNvPr>
          <p:cNvSpPr>
            <a:spLocks noChangeArrowheads="1"/>
          </p:cNvSpPr>
          <p:nvPr/>
        </p:nvSpPr>
        <p:spPr bwMode="auto">
          <a:xfrm>
            <a:off x="5138738" y="3595688"/>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61" name="Rectangle 52">
            <a:extLst>
              <a:ext uri="{FF2B5EF4-FFF2-40B4-BE49-F238E27FC236}">
                <a16:creationId xmlns:a16="http://schemas.microsoft.com/office/drawing/2014/main" id="{ACCA618A-A3D7-5835-6CEC-45B708A6EA00}"/>
              </a:ext>
            </a:extLst>
          </p:cNvPr>
          <p:cNvSpPr>
            <a:spLocks noChangeArrowheads="1"/>
          </p:cNvSpPr>
          <p:nvPr/>
        </p:nvSpPr>
        <p:spPr bwMode="auto">
          <a:xfrm>
            <a:off x="5267325" y="3595688"/>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62" name="Rectangle 53">
            <a:extLst>
              <a:ext uri="{FF2B5EF4-FFF2-40B4-BE49-F238E27FC236}">
                <a16:creationId xmlns:a16="http://schemas.microsoft.com/office/drawing/2014/main" id="{1CAF7959-BA52-80C9-0C75-F5378B562DBC}"/>
              </a:ext>
            </a:extLst>
          </p:cNvPr>
          <p:cNvSpPr>
            <a:spLocks noChangeArrowheads="1"/>
          </p:cNvSpPr>
          <p:nvPr/>
        </p:nvSpPr>
        <p:spPr bwMode="auto">
          <a:xfrm>
            <a:off x="5395913" y="3595688"/>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63" name="Rectangle 54">
            <a:extLst>
              <a:ext uri="{FF2B5EF4-FFF2-40B4-BE49-F238E27FC236}">
                <a16:creationId xmlns:a16="http://schemas.microsoft.com/office/drawing/2014/main" id="{E98E67D1-2F3B-A4AF-7AC6-42BA68976005}"/>
              </a:ext>
            </a:extLst>
          </p:cNvPr>
          <p:cNvSpPr>
            <a:spLocks noChangeArrowheads="1"/>
          </p:cNvSpPr>
          <p:nvPr/>
        </p:nvSpPr>
        <p:spPr bwMode="auto">
          <a:xfrm>
            <a:off x="5524500" y="3595688"/>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64" name="Rectangle 56">
            <a:extLst>
              <a:ext uri="{FF2B5EF4-FFF2-40B4-BE49-F238E27FC236}">
                <a16:creationId xmlns:a16="http://schemas.microsoft.com/office/drawing/2014/main" id="{43C3E887-BDE3-F050-A70A-0C4275998E2C}"/>
              </a:ext>
            </a:extLst>
          </p:cNvPr>
          <p:cNvSpPr>
            <a:spLocks noChangeArrowheads="1"/>
          </p:cNvSpPr>
          <p:nvPr/>
        </p:nvSpPr>
        <p:spPr bwMode="auto">
          <a:xfrm>
            <a:off x="4624388" y="3724275"/>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65" name="Rectangle 57">
            <a:extLst>
              <a:ext uri="{FF2B5EF4-FFF2-40B4-BE49-F238E27FC236}">
                <a16:creationId xmlns:a16="http://schemas.microsoft.com/office/drawing/2014/main" id="{02FBCB34-6562-3E39-E27F-E11E1F36FAD6}"/>
              </a:ext>
            </a:extLst>
          </p:cNvPr>
          <p:cNvSpPr>
            <a:spLocks noChangeArrowheads="1"/>
          </p:cNvSpPr>
          <p:nvPr/>
        </p:nvSpPr>
        <p:spPr bwMode="auto">
          <a:xfrm>
            <a:off x="4752975" y="3724275"/>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66" name="Rectangle 58">
            <a:extLst>
              <a:ext uri="{FF2B5EF4-FFF2-40B4-BE49-F238E27FC236}">
                <a16:creationId xmlns:a16="http://schemas.microsoft.com/office/drawing/2014/main" id="{4F22DF7C-EA3D-2B8B-DA52-DF53AA7B3F03}"/>
              </a:ext>
            </a:extLst>
          </p:cNvPr>
          <p:cNvSpPr>
            <a:spLocks noChangeArrowheads="1"/>
          </p:cNvSpPr>
          <p:nvPr/>
        </p:nvSpPr>
        <p:spPr bwMode="auto">
          <a:xfrm>
            <a:off x="4881563" y="3724275"/>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67" name="Rectangle 59">
            <a:extLst>
              <a:ext uri="{FF2B5EF4-FFF2-40B4-BE49-F238E27FC236}">
                <a16:creationId xmlns:a16="http://schemas.microsoft.com/office/drawing/2014/main" id="{D2F56432-7187-B6E4-720E-0E604849F2D2}"/>
              </a:ext>
            </a:extLst>
          </p:cNvPr>
          <p:cNvSpPr>
            <a:spLocks noChangeArrowheads="1"/>
          </p:cNvSpPr>
          <p:nvPr/>
        </p:nvSpPr>
        <p:spPr bwMode="auto">
          <a:xfrm>
            <a:off x="5010150" y="3724275"/>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68" name="Rectangle 60">
            <a:extLst>
              <a:ext uri="{FF2B5EF4-FFF2-40B4-BE49-F238E27FC236}">
                <a16:creationId xmlns:a16="http://schemas.microsoft.com/office/drawing/2014/main" id="{70D1C7FF-1F03-50E5-B421-F98E5E5707B4}"/>
              </a:ext>
            </a:extLst>
          </p:cNvPr>
          <p:cNvSpPr>
            <a:spLocks noChangeArrowheads="1"/>
          </p:cNvSpPr>
          <p:nvPr/>
        </p:nvSpPr>
        <p:spPr bwMode="auto">
          <a:xfrm>
            <a:off x="5138738" y="3724275"/>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69" name="Rectangle 61">
            <a:extLst>
              <a:ext uri="{FF2B5EF4-FFF2-40B4-BE49-F238E27FC236}">
                <a16:creationId xmlns:a16="http://schemas.microsoft.com/office/drawing/2014/main" id="{D7E0AB06-D295-4A71-B07B-691D577373A9}"/>
              </a:ext>
            </a:extLst>
          </p:cNvPr>
          <p:cNvSpPr>
            <a:spLocks noChangeArrowheads="1"/>
          </p:cNvSpPr>
          <p:nvPr/>
        </p:nvSpPr>
        <p:spPr bwMode="auto">
          <a:xfrm>
            <a:off x="5267325" y="3724275"/>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70" name="Rectangle 62">
            <a:extLst>
              <a:ext uri="{FF2B5EF4-FFF2-40B4-BE49-F238E27FC236}">
                <a16:creationId xmlns:a16="http://schemas.microsoft.com/office/drawing/2014/main" id="{FC41788F-895C-5D83-6792-8E5CAFA6C1E6}"/>
              </a:ext>
            </a:extLst>
          </p:cNvPr>
          <p:cNvSpPr>
            <a:spLocks noChangeArrowheads="1"/>
          </p:cNvSpPr>
          <p:nvPr/>
        </p:nvSpPr>
        <p:spPr bwMode="auto">
          <a:xfrm>
            <a:off x="5395913" y="3724275"/>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71" name="Rectangle 63">
            <a:extLst>
              <a:ext uri="{FF2B5EF4-FFF2-40B4-BE49-F238E27FC236}">
                <a16:creationId xmlns:a16="http://schemas.microsoft.com/office/drawing/2014/main" id="{09B370A1-D917-CDB6-5ADA-DDA610428D77}"/>
              </a:ext>
            </a:extLst>
          </p:cNvPr>
          <p:cNvSpPr>
            <a:spLocks noChangeArrowheads="1"/>
          </p:cNvSpPr>
          <p:nvPr/>
        </p:nvSpPr>
        <p:spPr bwMode="auto">
          <a:xfrm>
            <a:off x="5524500" y="3724275"/>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72" name="Rectangle 65">
            <a:extLst>
              <a:ext uri="{FF2B5EF4-FFF2-40B4-BE49-F238E27FC236}">
                <a16:creationId xmlns:a16="http://schemas.microsoft.com/office/drawing/2014/main" id="{10039E29-201F-591E-4F91-64B13ADAA844}"/>
              </a:ext>
            </a:extLst>
          </p:cNvPr>
          <p:cNvSpPr>
            <a:spLocks noChangeArrowheads="1"/>
          </p:cNvSpPr>
          <p:nvPr/>
        </p:nvSpPr>
        <p:spPr bwMode="auto">
          <a:xfrm>
            <a:off x="4624388" y="3852863"/>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73" name="Rectangle 66">
            <a:extLst>
              <a:ext uri="{FF2B5EF4-FFF2-40B4-BE49-F238E27FC236}">
                <a16:creationId xmlns:a16="http://schemas.microsoft.com/office/drawing/2014/main" id="{13FF27E5-4B35-0F21-FDCA-B6A056D2275A}"/>
              </a:ext>
            </a:extLst>
          </p:cNvPr>
          <p:cNvSpPr>
            <a:spLocks noChangeArrowheads="1"/>
          </p:cNvSpPr>
          <p:nvPr/>
        </p:nvSpPr>
        <p:spPr bwMode="auto">
          <a:xfrm>
            <a:off x="4752975" y="3852863"/>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74" name="Rectangle 67">
            <a:extLst>
              <a:ext uri="{FF2B5EF4-FFF2-40B4-BE49-F238E27FC236}">
                <a16:creationId xmlns:a16="http://schemas.microsoft.com/office/drawing/2014/main" id="{217AB6E4-2BCD-00CE-802F-226841D0B07A}"/>
              </a:ext>
            </a:extLst>
          </p:cNvPr>
          <p:cNvSpPr>
            <a:spLocks noChangeArrowheads="1"/>
          </p:cNvSpPr>
          <p:nvPr/>
        </p:nvSpPr>
        <p:spPr bwMode="auto">
          <a:xfrm>
            <a:off x="4881563" y="3852863"/>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75" name="Rectangle 68">
            <a:extLst>
              <a:ext uri="{FF2B5EF4-FFF2-40B4-BE49-F238E27FC236}">
                <a16:creationId xmlns:a16="http://schemas.microsoft.com/office/drawing/2014/main" id="{70FFBD11-1B2E-006C-9B47-A66AE72ADA9A}"/>
              </a:ext>
            </a:extLst>
          </p:cNvPr>
          <p:cNvSpPr>
            <a:spLocks noChangeArrowheads="1"/>
          </p:cNvSpPr>
          <p:nvPr/>
        </p:nvSpPr>
        <p:spPr bwMode="auto">
          <a:xfrm>
            <a:off x="5010150" y="3852863"/>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76" name="Rectangle 69">
            <a:extLst>
              <a:ext uri="{FF2B5EF4-FFF2-40B4-BE49-F238E27FC236}">
                <a16:creationId xmlns:a16="http://schemas.microsoft.com/office/drawing/2014/main" id="{C7F52EA1-9040-9A1D-6627-2C9BA0976A4A}"/>
              </a:ext>
            </a:extLst>
          </p:cNvPr>
          <p:cNvSpPr>
            <a:spLocks noChangeArrowheads="1"/>
          </p:cNvSpPr>
          <p:nvPr/>
        </p:nvSpPr>
        <p:spPr bwMode="auto">
          <a:xfrm>
            <a:off x="5138738" y="3852863"/>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77" name="Rectangle 70">
            <a:extLst>
              <a:ext uri="{FF2B5EF4-FFF2-40B4-BE49-F238E27FC236}">
                <a16:creationId xmlns:a16="http://schemas.microsoft.com/office/drawing/2014/main" id="{B3816AC0-0113-E21E-771E-601334E2100F}"/>
              </a:ext>
            </a:extLst>
          </p:cNvPr>
          <p:cNvSpPr>
            <a:spLocks noChangeArrowheads="1"/>
          </p:cNvSpPr>
          <p:nvPr/>
        </p:nvSpPr>
        <p:spPr bwMode="auto">
          <a:xfrm>
            <a:off x="5267325" y="3852863"/>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78" name="Rectangle 71">
            <a:extLst>
              <a:ext uri="{FF2B5EF4-FFF2-40B4-BE49-F238E27FC236}">
                <a16:creationId xmlns:a16="http://schemas.microsoft.com/office/drawing/2014/main" id="{3A35EAB9-CF5A-2EAD-635E-8086DBBAFDCA}"/>
              </a:ext>
            </a:extLst>
          </p:cNvPr>
          <p:cNvSpPr>
            <a:spLocks noChangeArrowheads="1"/>
          </p:cNvSpPr>
          <p:nvPr/>
        </p:nvSpPr>
        <p:spPr bwMode="auto">
          <a:xfrm>
            <a:off x="5395913" y="3852863"/>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79" name="Rectangle 72">
            <a:extLst>
              <a:ext uri="{FF2B5EF4-FFF2-40B4-BE49-F238E27FC236}">
                <a16:creationId xmlns:a16="http://schemas.microsoft.com/office/drawing/2014/main" id="{C0812794-FFE8-1F73-CF4D-F9BB140EB705}"/>
              </a:ext>
            </a:extLst>
          </p:cNvPr>
          <p:cNvSpPr>
            <a:spLocks noChangeArrowheads="1"/>
          </p:cNvSpPr>
          <p:nvPr/>
        </p:nvSpPr>
        <p:spPr bwMode="auto">
          <a:xfrm>
            <a:off x="5524500" y="3852863"/>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80" name="Rectangle 74">
            <a:extLst>
              <a:ext uri="{FF2B5EF4-FFF2-40B4-BE49-F238E27FC236}">
                <a16:creationId xmlns:a16="http://schemas.microsoft.com/office/drawing/2014/main" id="{F8600B7E-C1EA-A81A-A3BB-37CB2AA64895}"/>
              </a:ext>
            </a:extLst>
          </p:cNvPr>
          <p:cNvSpPr>
            <a:spLocks noChangeArrowheads="1"/>
          </p:cNvSpPr>
          <p:nvPr/>
        </p:nvSpPr>
        <p:spPr bwMode="auto">
          <a:xfrm>
            <a:off x="4624388" y="3981450"/>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81" name="Rectangle 75">
            <a:extLst>
              <a:ext uri="{FF2B5EF4-FFF2-40B4-BE49-F238E27FC236}">
                <a16:creationId xmlns:a16="http://schemas.microsoft.com/office/drawing/2014/main" id="{6BCFEB24-D140-864A-BDB7-A5DFC763DC52}"/>
              </a:ext>
            </a:extLst>
          </p:cNvPr>
          <p:cNvSpPr>
            <a:spLocks noChangeArrowheads="1"/>
          </p:cNvSpPr>
          <p:nvPr/>
        </p:nvSpPr>
        <p:spPr bwMode="auto">
          <a:xfrm>
            <a:off x="4752975" y="3981450"/>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82" name="Rectangle 76">
            <a:extLst>
              <a:ext uri="{FF2B5EF4-FFF2-40B4-BE49-F238E27FC236}">
                <a16:creationId xmlns:a16="http://schemas.microsoft.com/office/drawing/2014/main" id="{95275B38-05F2-8B1D-DBD5-2617B69CC9ED}"/>
              </a:ext>
            </a:extLst>
          </p:cNvPr>
          <p:cNvSpPr>
            <a:spLocks noChangeArrowheads="1"/>
          </p:cNvSpPr>
          <p:nvPr/>
        </p:nvSpPr>
        <p:spPr bwMode="auto">
          <a:xfrm>
            <a:off x="4881563" y="3981450"/>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83" name="Rectangle 77">
            <a:extLst>
              <a:ext uri="{FF2B5EF4-FFF2-40B4-BE49-F238E27FC236}">
                <a16:creationId xmlns:a16="http://schemas.microsoft.com/office/drawing/2014/main" id="{5E23A8C0-B753-B14E-660C-8894313605F9}"/>
              </a:ext>
            </a:extLst>
          </p:cNvPr>
          <p:cNvSpPr>
            <a:spLocks noChangeArrowheads="1"/>
          </p:cNvSpPr>
          <p:nvPr/>
        </p:nvSpPr>
        <p:spPr bwMode="auto">
          <a:xfrm>
            <a:off x="5010150" y="3981450"/>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84" name="Rectangle 78">
            <a:extLst>
              <a:ext uri="{FF2B5EF4-FFF2-40B4-BE49-F238E27FC236}">
                <a16:creationId xmlns:a16="http://schemas.microsoft.com/office/drawing/2014/main" id="{3F2A63CA-6FA2-DA8B-3E12-A3DD2158C18F}"/>
              </a:ext>
            </a:extLst>
          </p:cNvPr>
          <p:cNvSpPr>
            <a:spLocks noChangeArrowheads="1"/>
          </p:cNvSpPr>
          <p:nvPr/>
        </p:nvSpPr>
        <p:spPr bwMode="auto">
          <a:xfrm>
            <a:off x="5138738" y="3981450"/>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85" name="Rectangle 79">
            <a:extLst>
              <a:ext uri="{FF2B5EF4-FFF2-40B4-BE49-F238E27FC236}">
                <a16:creationId xmlns:a16="http://schemas.microsoft.com/office/drawing/2014/main" id="{252081A6-A445-3C24-7753-2D0B7D469345}"/>
              </a:ext>
            </a:extLst>
          </p:cNvPr>
          <p:cNvSpPr>
            <a:spLocks noChangeArrowheads="1"/>
          </p:cNvSpPr>
          <p:nvPr/>
        </p:nvSpPr>
        <p:spPr bwMode="auto">
          <a:xfrm>
            <a:off x="5267325" y="3981450"/>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86" name="Rectangle 80">
            <a:extLst>
              <a:ext uri="{FF2B5EF4-FFF2-40B4-BE49-F238E27FC236}">
                <a16:creationId xmlns:a16="http://schemas.microsoft.com/office/drawing/2014/main" id="{09C8612F-4B6D-BAC9-6974-0129754C3E49}"/>
              </a:ext>
            </a:extLst>
          </p:cNvPr>
          <p:cNvSpPr>
            <a:spLocks noChangeArrowheads="1"/>
          </p:cNvSpPr>
          <p:nvPr/>
        </p:nvSpPr>
        <p:spPr bwMode="auto">
          <a:xfrm>
            <a:off x="5395913" y="3981450"/>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87" name="Rectangle 81">
            <a:extLst>
              <a:ext uri="{FF2B5EF4-FFF2-40B4-BE49-F238E27FC236}">
                <a16:creationId xmlns:a16="http://schemas.microsoft.com/office/drawing/2014/main" id="{C6D7F2B8-CA84-83C3-D77A-8EF603D591D9}"/>
              </a:ext>
            </a:extLst>
          </p:cNvPr>
          <p:cNvSpPr>
            <a:spLocks noChangeArrowheads="1"/>
          </p:cNvSpPr>
          <p:nvPr/>
        </p:nvSpPr>
        <p:spPr bwMode="auto">
          <a:xfrm>
            <a:off x="5524500" y="3981450"/>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88" name="Rectangle 83">
            <a:extLst>
              <a:ext uri="{FF2B5EF4-FFF2-40B4-BE49-F238E27FC236}">
                <a16:creationId xmlns:a16="http://schemas.microsoft.com/office/drawing/2014/main" id="{09BC8E1A-F56D-D325-854B-3FE769DEB0F5}"/>
              </a:ext>
            </a:extLst>
          </p:cNvPr>
          <p:cNvSpPr>
            <a:spLocks noChangeArrowheads="1"/>
          </p:cNvSpPr>
          <p:nvPr/>
        </p:nvSpPr>
        <p:spPr bwMode="auto">
          <a:xfrm>
            <a:off x="4624388" y="4110038"/>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89" name="Rectangle 84">
            <a:extLst>
              <a:ext uri="{FF2B5EF4-FFF2-40B4-BE49-F238E27FC236}">
                <a16:creationId xmlns:a16="http://schemas.microsoft.com/office/drawing/2014/main" id="{5FD14EFB-65FA-5E20-3D7B-164FA9868239}"/>
              </a:ext>
            </a:extLst>
          </p:cNvPr>
          <p:cNvSpPr>
            <a:spLocks noChangeArrowheads="1"/>
          </p:cNvSpPr>
          <p:nvPr/>
        </p:nvSpPr>
        <p:spPr bwMode="auto">
          <a:xfrm>
            <a:off x="4752975" y="4110038"/>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90" name="Rectangle 85">
            <a:extLst>
              <a:ext uri="{FF2B5EF4-FFF2-40B4-BE49-F238E27FC236}">
                <a16:creationId xmlns:a16="http://schemas.microsoft.com/office/drawing/2014/main" id="{FA1A5E4A-7484-5058-1DBF-5A039FF5301D}"/>
              </a:ext>
            </a:extLst>
          </p:cNvPr>
          <p:cNvSpPr>
            <a:spLocks noChangeArrowheads="1"/>
          </p:cNvSpPr>
          <p:nvPr/>
        </p:nvSpPr>
        <p:spPr bwMode="auto">
          <a:xfrm>
            <a:off x="4881563" y="4110038"/>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91" name="Rectangle 86">
            <a:extLst>
              <a:ext uri="{FF2B5EF4-FFF2-40B4-BE49-F238E27FC236}">
                <a16:creationId xmlns:a16="http://schemas.microsoft.com/office/drawing/2014/main" id="{5A7B64EF-0DF4-3045-2DCE-1EAEBC8ABFC6}"/>
              </a:ext>
            </a:extLst>
          </p:cNvPr>
          <p:cNvSpPr>
            <a:spLocks noChangeArrowheads="1"/>
          </p:cNvSpPr>
          <p:nvPr/>
        </p:nvSpPr>
        <p:spPr bwMode="auto">
          <a:xfrm>
            <a:off x="5010150" y="4110038"/>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92" name="Rectangle 87">
            <a:extLst>
              <a:ext uri="{FF2B5EF4-FFF2-40B4-BE49-F238E27FC236}">
                <a16:creationId xmlns:a16="http://schemas.microsoft.com/office/drawing/2014/main" id="{9DB5D2F6-93BF-96AB-9DCD-CBE63AE41499}"/>
              </a:ext>
            </a:extLst>
          </p:cNvPr>
          <p:cNvSpPr>
            <a:spLocks noChangeArrowheads="1"/>
          </p:cNvSpPr>
          <p:nvPr/>
        </p:nvSpPr>
        <p:spPr bwMode="auto">
          <a:xfrm>
            <a:off x="5138738" y="4110038"/>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93" name="Rectangle 88">
            <a:extLst>
              <a:ext uri="{FF2B5EF4-FFF2-40B4-BE49-F238E27FC236}">
                <a16:creationId xmlns:a16="http://schemas.microsoft.com/office/drawing/2014/main" id="{86BADD1E-811F-A4C3-7582-EFFCCFD9BAD8}"/>
              </a:ext>
            </a:extLst>
          </p:cNvPr>
          <p:cNvSpPr>
            <a:spLocks noChangeArrowheads="1"/>
          </p:cNvSpPr>
          <p:nvPr/>
        </p:nvSpPr>
        <p:spPr bwMode="auto">
          <a:xfrm>
            <a:off x="5267325" y="4110038"/>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94" name="Rectangle 89">
            <a:extLst>
              <a:ext uri="{FF2B5EF4-FFF2-40B4-BE49-F238E27FC236}">
                <a16:creationId xmlns:a16="http://schemas.microsoft.com/office/drawing/2014/main" id="{4A2EF843-47F4-A21C-C35B-C314BBDD0562}"/>
              </a:ext>
            </a:extLst>
          </p:cNvPr>
          <p:cNvSpPr>
            <a:spLocks noChangeArrowheads="1"/>
          </p:cNvSpPr>
          <p:nvPr/>
        </p:nvSpPr>
        <p:spPr bwMode="auto">
          <a:xfrm>
            <a:off x="5395913" y="4110038"/>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95" name="Rectangle 90">
            <a:extLst>
              <a:ext uri="{FF2B5EF4-FFF2-40B4-BE49-F238E27FC236}">
                <a16:creationId xmlns:a16="http://schemas.microsoft.com/office/drawing/2014/main" id="{41A452FD-6F8D-7D11-6B1E-1C2140204085}"/>
              </a:ext>
            </a:extLst>
          </p:cNvPr>
          <p:cNvSpPr>
            <a:spLocks noChangeArrowheads="1"/>
          </p:cNvSpPr>
          <p:nvPr/>
        </p:nvSpPr>
        <p:spPr bwMode="auto">
          <a:xfrm>
            <a:off x="5524500" y="4110038"/>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96" name="Rectangle 92">
            <a:extLst>
              <a:ext uri="{FF2B5EF4-FFF2-40B4-BE49-F238E27FC236}">
                <a16:creationId xmlns:a16="http://schemas.microsoft.com/office/drawing/2014/main" id="{CBB84B4E-C064-0D25-0183-FFD604765364}"/>
              </a:ext>
            </a:extLst>
          </p:cNvPr>
          <p:cNvSpPr>
            <a:spLocks noChangeArrowheads="1"/>
          </p:cNvSpPr>
          <p:nvPr/>
        </p:nvSpPr>
        <p:spPr bwMode="auto">
          <a:xfrm>
            <a:off x="4624388" y="4238625"/>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97" name="Rectangle 93">
            <a:extLst>
              <a:ext uri="{FF2B5EF4-FFF2-40B4-BE49-F238E27FC236}">
                <a16:creationId xmlns:a16="http://schemas.microsoft.com/office/drawing/2014/main" id="{B9F7D1C9-63F9-5C28-9033-043979B194F1}"/>
              </a:ext>
            </a:extLst>
          </p:cNvPr>
          <p:cNvSpPr>
            <a:spLocks noChangeArrowheads="1"/>
          </p:cNvSpPr>
          <p:nvPr/>
        </p:nvSpPr>
        <p:spPr bwMode="auto">
          <a:xfrm>
            <a:off x="4752975" y="4238625"/>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98" name="Rectangle 94">
            <a:extLst>
              <a:ext uri="{FF2B5EF4-FFF2-40B4-BE49-F238E27FC236}">
                <a16:creationId xmlns:a16="http://schemas.microsoft.com/office/drawing/2014/main" id="{315FBFCA-8733-D47E-F633-A8A53647D835}"/>
              </a:ext>
            </a:extLst>
          </p:cNvPr>
          <p:cNvSpPr>
            <a:spLocks noChangeArrowheads="1"/>
          </p:cNvSpPr>
          <p:nvPr/>
        </p:nvSpPr>
        <p:spPr bwMode="auto">
          <a:xfrm>
            <a:off x="4881563" y="4238625"/>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399" name="Rectangle 95">
            <a:extLst>
              <a:ext uri="{FF2B5EF4-FFF2-40B4-BE49-F238E27FC236}">
                <a16:creationId xmlns:a16="http://schemas.microsoft.com/office/drawing/2014/main" id="{D881AD41-BC6E-14BA-7824-0E272F4DC0CB}"/>
              </a:ext>
            </a:extLst>
          </p:cNvPr>
          <p:cNvSpPr>
            <a:spLocks noChangeArrowheads="1"/>
          </p:cNvSpPr>
          <p:nvPr/>
        </p:nvSpPr>
        <p:spPr bwMode="auto">
          <a:xfrm>
            <a:off x="5010150" y="4238625"/>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400" name="Rectangle 96">
            <a:extLst>
              <a:ext uri="{FF2B5EF4-FFF2-40B4-BE49-F238E27FC236}">
                <a16:creationId xmlns:a16="http://schemas.microsoft.com/office/drawing/2014/main" id="{953350BA-7136-42E4-50CA-A72486A5D241}"/>
              </a:ext>
            </a:extLst>
          </p:cNvPr>
          <p:cNvSpPr>
            <a:spLocks noChangeArrowheads="1"/>
          </p:cNvSpPr>
          <p:nvPr/>
        </p:nvSpPr>
        <p:spPr bwMode="auto">
          <a:xfrm>
            <a:off x="5138738" y="4238625"/>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401" name="Rectangle 97">
            <a:extLst>
              <a:ext uri="{FF2B5EF4-FFF2-40B4-BE49-F238E27FC236}">
                <a16:creationId xmlns:a16="http://schemas.microsoft.com/office/drawing/2014/main" id="{A8300E99-FB62-79C9-89D9-3BD8BC7F9C86}"/>
              </a:ext>
            </a:extLst>
          </p:cNvPr>
          <p:cNvSpPr>
            <a:spLocks noChangeArrowheads="1"/>
          </p:cNvSpPr>
          <p:nvPr/>
        </p:nvSpPr>
        <p:spPr bwMode="auto">
          <a:xfrm>
            <a:off x="5267325" y="4238625"/>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402" name="Rectangle 98">
            <a:extLst>
              <a:ext uri="{FF2B5EF4-FFF2-40B4-BE49-F238E27FC236}">
                <a16:creationId xmlns:a16="http://schemas.microsoft.com/office/drawing/2014/main" id="{7ADB0708-EB2F-B656-D981-ABA07F9F18E5}"/>
              </a:ext>
            </a:extLst>
          </p:cNvPr>
          <p:cNvSpPr>
            <a:spLocks noChangeArrowheads="1"/>
          </p:cNvSpPr>
          <p:nvPr/>
        </p:nvSpPr>
        <p:spPr bwMode="auto">
          <a:xfrm>
            <a:off x="5395913" y="4238625"/>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403" name="Rectangle 99">
            <a:extLst>
              <a:ext uri="{FF2B5EF4-FFF2-40B4-BE49-F238E27FC236}">
                <a16:creationId xmlns:a16="http://schemas.microsoft.com/office/drawing/2014/main" id="{7B7824CB-D832-F6E4-63AB-13E8CD86EA6C}"/>
              </a:ext>
            </a:extLst>
          </p:cNvPr>
          <p:cNvSpPr>
            <a:spLocks noChangeArrowheads="1"/>
          </p:cNvSpPr>
          <p:nvPr/>
        </p:nvSpPr>
        <p:spPr bwMode="auto">
          <a:xfrm>
            <a:off x="5524500" y="4238625"/>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404" name="Rectangle 101">
            <a:extLst>
              <a:ext uri="{FF2B5EF4-FFF2-40B4-BE49-F238E27FC236}">
                <a16:creationId xmlns:a16="http://schemas.microsoft.com/office/drawing/2014/main" id="{62EFCAA3-456E-86AF-2A5A-454E5479C5F2}"/>
              </a:ext>
            </a:extLst>
          </p:cNvPr>
          <p:cNvSpPr>
            <a:spLocks noChangeArrowheads="1"/>
          </p:cNvSpPr>
          <p:nvPr/>
        </p:nvSpPr>
        <p:spPr bwMode="auto">
          <a:xfrm>
            <a:off x="4624388" y="4367213"/>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405" name="Rectangle 102">
            <a:extLst>
              <a:ext uri="{FF2B5EF4-FFF2-40B4-BE49-F238E27FC236}">
                <a16:creationId xmlns:a16="http://schemas.microsoft.com/office/drawing/2014/main" id="{0711F931-62C8-1C1C-0393-77C780EF3D8A}"/>
              </a:ext>
            </a:extLst>
          </p:cNvPr>
          <p:cNvSpPr>
            <a:spLocks noChangeArrowheads="1"/>
          </p:cNvSpPr>
          <p:nvPr/>
        </p:nvSpPr>
        <p:spPr bwMode="auto">
          <a:xfrm>
            <a:off x="4752975" y="4367213"/>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406" name="Rectangle 103">
            <a:extLst>
              <a:ext uri="{FF2B5EF4-FFF2-40B4-BE49-F238E27FC236}">
                <a16:creationId xmlns:a16="http://schemas.microsoft.com/office/drawing/2014/main" id="{27DFF0DD-0F4F-3CC9-9D16-7C5A8A034FF4}"/>
              </a:ext>
            </a:extLst>
          </p:cNvPr>
          <p:cNvSpPr>
            <a:spLocks noChangeArrowheads="1"/>
          </p:cNvSpPr>
          <p:nvPr/>
        </p:nvSpPr>
        <p:spPr bwMode="auto">
          <a:xfrm>
            <a:off x="4881563" y="4367213"/>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407" name="Rectangle 104">
            <a:extLst>
              <a:ext uri="{FF2B5EF4-FFF2-40B4-BE49-F238E27FC236}">
                <a16:creationId xmlns:a16="http://schemas.microsoft.com/office/drawing/2014/main" id="{32664073-4B94-BBEC-910C-165FF644626D}"/>
              </a:ext>
            </a:extLst>
          </p:cNvPr>
          <p:cNvSpPr>
            <a:spLocks noChangeArrowheads="1"/>
          </p:cNvSpPr>
          <p:nvPr/>
        </p:nvSpPr>
        <p:spPr bwMode="auto">
          <a:xfrm>
            <a:off x="5010150" y="4367213"/>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408" name="Rectangle 105">
            <a:extLst>
              <a:ext uri="{FF2B5EF4-FFF2-40B4-BE49-F238E27FC236}">
                <a16:creationId xmlns:a16="http://schemas.microsoft.com/office/drawing/2014/main" id="{DD45D914-9F28-AF43-973D-A0E8C46A2FD2}"/>
              </a:ext>
            </a:extLst>
          </p:cNvPr>
          <p:cNvSpPr>
            <a:spLocks noChangeArrowheads="1"/>
          </p:cNvSpPr>
          <p:nvPr/>
        </p:nvSpPr>
        <p:spPr bwMode="auto">
          <a:xfrm>
            <a:off x="5138738" y="4367213"/>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409" name="Rectangle 106">
            <a:extLst>
              <a:ext uri="{FF2B5EF4-FFF2-40B4-BE49-F238E27FC236}">
                <a16:creationId xmlns:a16="http://schemas.microsoft.com/office/drawing/2014/main" id="{94EC93A3-358C-CEA1-F5E0-374B419A7BF5}"/>
              </a:ext>
            </a:extLst>
          </p:cNvPr>
          <p:cNvSpPr>
            <a:spLocks noChangeArrowheads="1"/>
          </p:cNvSpPr>
          <p:nvPr/>
        </p:nvSpPr>
        <p:spPr bwMode="auto">
          <a:xfrm>
            <a:off x="5267325" y="4367213"/>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410" name="Rectangle 107">
            <a:extLst>
              <a:ext uri="{FF2B5EF4-FFF2-40B4-BE49-F238E27FC236}">
                <a16:creationId xmlns:a16="http://schemas.microsoft.com/office/drawing/2014/main" id="{DB474EE7-EF19-3842-CA62-F97C452052F6}"/>
              </a:ext>
            </a:extLst>
          </p:cNvPr>
          <p:cNvSpPr>
            <a:spLocks noChangeArrowheads="1"/>
          </p:cNvSpPr>
          <p:nvPr/>
        </p:nvSpPr>
        <p:spPr bwMode="auto">
          <a:xfrm>
            <a:off x="5395913" y="4367213"/>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411" name="Rectangle 108">
            <a:extLst>
              <a:ext uri="{FF2B5EF4-FFF2-40B4-BE49-F238E27FC236}">
                <a16:creationId xmlns:a16="http://schemas.microsoft.com/office/drawing/2014/main" id="{957B9C44-EC17-5AAB-C294-D292802C300D}"/>
              </a:ext>
            </a:extLst>
          </p:cNvPr>
          <p:cNvSpPr>
            <a:spLocks noChangeArrowheads="1"/>
          </p:cNvSpPr>
          <p:nvPr/>
        </p:nvSpPr>
        <p:spPr bwMode="auto">
          <a:xfrm>
            <a:off x="5524500" y="4367213"/>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412" name="Line 110">
            <a:extLst>
              <a:ext uri="{FF2B5EF4-FFF2-40B4-BE49-F238E27FC236}">
                <a16:creationId xmlns:a16="http://schemas.microsoft.com/office/drawing/2014/main" id="{B6D49535-37FB-8231-7E15-F683DF52D7BD}"/>
              </a:ext>
            </a:extLst>
          </p:cNvPr>
          <p:cNvSpPr>
            <a:spLocks noChangeShapeType="1"/>
          </p:cNvSpPr>
          <p:nvPr/>
        </p:nvSpPr>
        <p:spPr bwMode="auto">
          <a:xfrm>
            <a:off x="7037388" y="4572000"/>
            <a:ext cx="212725"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413" name="Line 111">
            <a:extLst>
              <a:ext uri="{FF2B5EF4-FFF2-40B4-BE49-F238E27FC236}">
                <a16:creationId xmlns:a16="http://schemas.microsoft.com/office/drawing/2014/main" id="{1B3BE1AC-3838-CF92-DA63-750D46B8F615}"/>
              </a:ext>
            </a:extLst>
          </p:cNvPr>
          <p:cNvSpPr>
            <a:spLocks noChangeShapeType="1"/>
          </p:cNvSpPr>
          <p:nvPr/>
        </p:nvSpPr>
        <p:spPr bwMode="auto">
          <a:xfrm>
            <a:off x="7165975" y="3733800"/>
            <a:ext cx="0" cy="15240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414" name="Line 113">
            <a:extLst>
              <a:ext uri="{FF2B5EF4-FFF2-40B4-BE49-F238E27FC236}">
                <a16:creationId xmlns:a16="http://schemas.microsoft.com/office/drawing/2014/main" id="{E3239A90-65C3-568D-5CE3-300F7B2A4541}"/>
              </a:ext>
            </a:extLst>
          </p:cNvPr>
          <p:cNvSpPr>
            <a:spLocks noChangeShapeType="1"/>
          </p:cNvSpPr>
          <p:nvPr/>
        </p:nvSpPr>
        <p:spPr bwMode="auto">
          <a:xfrm>
            <a:off x="6859588" y="4572000"/>
            <a:ext cx="214312" cy="0"/>
          </a:xfrm>
          <a:prstGeom prst="line">
            <a:avLst/>
          </a:prstGeom>
          <a:noFill/>
          <a:ln w="3810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415" name="Line 114">
            <a:extLst>
              <a:ext uri="{FF2B5EF4-FFF2-40B4-BE49-F238E27FC236}">
                <a16:creationId xmlns:a16="http://schemas.microsoft.com/office/drawing/2014/main" id="{625F30C7-18E0-674E-6857-AC220EB256CB}"/>
              </a:ext>
            </a:extLst>
          </p:cNvPr>
          <p:cNvSpPr>
            <a:spLocks noChangeShapeType="1"/>
          </p:cNvSpPr>
          <p:nvPr/>
        </p:nvSpPr>
        <p:spPr bwMode="auto">
          <a:xfrm>
            <a:off x="6858000" y="3352800"/>
            <a:ext cx="222250"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416" name="Line 115">
            <a:extLst>
              <a:ext uri="{FF2B5EF4-FFF2-40B4-BE49-F238E27FC236}">
                <a16:creationId xmlns:a16="http://schemas.microsoft.com/office/drawing/2014/main" id="{614F7C41-001B-495F-675D-727110D6338C}"/>
              </a:ext>
            </a:extLst>
          </p:cNvPr>
          <p:cNvSpPr>
            <a:spLocks noChangeShapeType="1"/>
          </p:cNvSpPr>
          <p:nvPr/>
        </p:nvSpPr>
        <p:spPr bwMode="auto">
          <a:xfrm>
            <a:off x="7243763" y="3810000"/>
            <a:ext cx="300037"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417" name="Line 116">
            <a:extLst>
              <a:ext uri="{FF2B5EF4-FFF2-40B4-BE49-F238E27FC236}">
                <a16:creationId xmlns:a16="http://schemas.microsoft.com/office/drawing/2014/main" id="{EAA039B1-7674-3EC8-72C9-582E9A011546}"/>
              </a:ext>
            </a:extLst>
          </p:cNvPr>
          <p:cNvSpPr>
            <a:spLocks noChangeShapeType="1"/>
          </p:cNvSpPr>
          <p:nvPr/>
        </p:nvSpPr>
        <p:spPr bwMode="auto">
          <a:xfrm>
            <a:off x="7165975" y="3886200"/>
            <a:ext cx="368300"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418" name="Line 117">
            <a:extLst>
              <a:ext uri="{FF2B5EF4-FFF2-40B4-BE49-F238E27FC236}">
                <a16:creationId xmlns:a16="http://schemas.microsoft.com/office/drawing/2014/main" id="{C7BFC096-B3E5-4FEA-F0E1-D76E84F91448}"/>
              </a:ext>
            </a:extLst>
          </p:cNvPr>
          <p:cNvSpPr>
            <a:spLocks noChangeShapeType="1"/>
          </p:cNvSpPr>
          <p:nvPr/>
        </p:nvSpPr>
        <p:spPr bwMode="auto">
          <a:xfrm>
            <a:off x="7234238" y="4038600"/>
            <a:ext cx="300037"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419" name="Line 118">
            <a:extLst>
              <a:ext uri="{FF2B5EF4-FFF2-40B4-BE49-F238E27FC236}">
                <a16:creationId xmlns:a16="http://schemas.microsoft.com/office/drawing/2014/main" id="{B9343002-AF00-2C8A-2323-2DDE1D2873A8}"/>
              </a:ext>
            </a:extLst>
          </p:cNvPr>
          <p:cNvSpPr>
            <a:spLocks noChangeShapeType="1"/>
          </p:cNvSpPr>
          <p:nvPr/>
        </p:nvSpPr>
        <p:spPr bwMode="auto">
          <a:xfrm>
            <a:off x="6858000" y="3733800"/>
            <a:ext cx="307975"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420" name="Line 119">
            <a:extLst>
              <a:ext uri="{FF2B5EF4-FFF2-40B4-BE49-F238E27FC236}">
                <a16:creationId xmlns:a16="http://schemas.microsoft.com/office/drawing/2014/main" id="{9DE4A37E-1B5E-EE39-84F0-FC6CB4EC3B9A}"/>
              </a:ext>
            </a:extLst>
          </p:cNvPr>
          <p:cNvSpPr>
            <a:spLocks noChangeShapeType="1"/>
          </p:cNvSpPr>
          <p:nvPr/>
        </p:nvSpPr>
        <p:spPr bwMode="auto">
          <a:xfrm flipV="1">
            <a:off x="6858000" y="4191000"/>
            <a:ext cx="307975"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421" name="Line 120">
            <a:extLst>
              <a:ext uri="{FF2B5EF4-FFF2-40B4-BE49-F238E27FC236}">
                <a16:creationId xmlns:a16="http://schemas.microsoft.com/office/drawing/2014/main" id="{0DEDFB9B-7DC1-163C-38B9-07B9494016F5}"/>
              </a:ext>
            </a:extLst>
          </p:cNvPr>
          <p:cNvSpPr>
            <a:spLocks noChangeShapeType="1"/>
          </p:cNvSpPr>
          <p:nvPr/>
        </p:nvSpPr>
        <p:spPr bwMode="auto">
          <a:xfrm>
            <a:off x="7159625" y="3962400"/>
            <a:ext cx="384175"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422" name="Freeform 121">
            <a:extLst>
              <a:ext uri="{FF2B5EF4-FFF2-40B4-BE49-F238E27FC236}">
                <a16:creationId xmlns:a16="http://schemas.microsoft.com/office/drawing/2014/main" id="{877A1B18-B519-E469-A3B2-9A3184784673}"/>
              </a:ext>
            </a:extLst>
          </p:cNvPr>
          <p:cNvSpPr>
            <a:spLocks/>
          </p:cNvSpPr>
          <p:nvPr/>
        </p:nvSpPr>
        <p:spPr bwMode="auto">
          <a:xfrm flipH="1">
            <a:off x="7248525" y="4038600"/>
            <a:ext cx="1588" cy="533400"/>
          </a:xfrm>
          <a:custGeom>
            <a:avLst/>
            <a:gdLst>
              <a:gd name="T0" fmla="*/ 1001132368 w 2"/>
              <a:gd name="T1" fmla="*/ 0 h 336"/>
              <a:gd name="T2" fmla="*/ 0 w 2"/>
              <a:gd name="T3" fmla="*/ 2147483646 h 336"/>
              <a:gd name="T4" fmla="*/ 0 60000 65536"/>
              <a:gd name="T5" fmla="*/ 0 60000 65536"/>
            </a:gdLst>
            <a:ahLst/>
            <a:cxnLst>
              <a:cxn ang="T4">
                <a:pos x="T0" y="T1"/>
              </a:cxn>
              <a:cxn ang="T5">
                <a:pos x="T2" y="T3"/>
              </a:cxn>
            </a:cxnLst>
            <a:rect l="0" t="0" r="r" b="b"/>
            <a:pathLst>
              <a:path w="2" h="336">
                <a:moveTo>
                  <a:pt x="2" y="0"/>
                </a:moveTo>
                <a:lnTo>
                  <a:pt x="0" y="336"/>
                </a:lnTo>
              </a:path>
            </a:pathLst>
          </a:custGeom>
          <a:solidFill>
            <a:srgbClr val="FFFFFF"/>
          </a:solidFill>
          <a:ln w="31750">
            <a:solidFill>
              <a:srgbClr val="FF9900"/>
            </a:solidFill>
            <a:round/>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423" name="Line 122">
            <a:extLst>
              <a:ext uri="{FF2B5EF4-FFF2-40B4-BE49-F238E27FC236}">
                <a16:creationId xmlns:a16="http://schemas.microsoft.com/office/drawing/2014/main" id="{5754F55F-E98F-8B79-0F99-C11C77C664BA}"/>
              </a:ext>
            </a:extLst>
          </p:cNvPr>
          <p:cNvSpPr>
            <a:spLocks noChangeShapeType="1"/>
          </p:cNvSpPr>
          <p:nvPr/>
        </p:nvSpPr>
        <p:spPr bwMode="auto">
          <a:xfrm>
            <a:off x="7037388" y="3352800"/>
            <a:ext cx="212725"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424" name="Line 123">
            <a:extLst>
              <a:ext uri="{FF2B5EF4-FFF2-40B4-BE49-F238E27FC236}">
                <a16:creationId xmlns:a16="http://schemas.microsoft.com/office/drawing/2014/main" id="{DB489C87-DF46-C925-BC31-CD270BF11CB5}"/>
              </a:ext>
            </a:extLst>
          </p:cNvPr>
          <p:cNvSpPr>
            <a:spLocks noChangeShapeType="1"/>
          </p:cNvSpPr>
          <p:nvPr/>
        </p:nvSpPr>
        <p:spPr bwMode="auto">
          <a:xfrm>
            <a:off x="7250113" y="3352800"/>
            <a:ext cx="0" cy="45720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425" name="Line 124">
            <a:extLst>
              <a:ext uri="{FF2B5EF4-FFF2-40B4-BE49-F238E27FC236}">
                <a16:creationId xmlns:a16="http://schemas.microsoft.com/office/drawing/2014/main" id="{82131872-5B5A-8C75-1222-CC732620600F}"/>
              </a:ext>
            </a:extLst>
          </p:cNvPr>
          <p:cNvSpPr>
            <a:spLocks noChangeShapeType="1"/>
          </p:cNvSpPr>
          <p:nvPr/>
        </p:nvSpPr>
        <p:spPr bwMode="auto">
          <a:xfrm>
            <a:off x="7165975" y="3962400"/>
            <a:ext cx="0" cy="22860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426" name="Rectangle 126">
            <a:extLst>
              <a:ext uri="{FF2B5EF4-FFF2-40B4-BE49-F238E27FC236}">
                <a16:creationId xmlns:a16="http://schemas.microsoft.com/office/drawing/2014/main" id="{4BB0E483-BD47-6977-594C-2D59E30741A1}"/>
              </a:ext>
            </a:extLst>
          </p:cNvPr>
          <p:cNvSpPr>
            <a:spLocks noChangeArrowheads="1"/>
          </p:cNvSpPr>
          <p:nvPr/>
        </p:nvSpPr>
        <p:spPr bwMode="auto">
          <a:xfrm>
            <a:off x="5949950" y="3024188"/>
            <a:ext cx="784225" cy="1871662"/>
          </a:xfrm>
          <a:prstGeom prst="rect">
            <a:avLst/>
          </a:prstGeom>
          <a:gradFill rotWithShape="1">
            <a:gsLst>
              <a:gs pos="0">
                <a:srgbClr val="6F9995"/>
              </a:gs>
              <a:gs pos="100000">
                <a:srgbClr val="52716E"/>
              </a:gs>
            </a:gsLst>
            <a:lin ang="2700000" scaled="1"/>
          </a:gradFill>
          <a:ln w="12700" algn="ctr">
            <a:solidFill>
              <a:srgbClr val="88B8B6"/>
            </a:solidFill>
            <a:miter lim="800000"/>
            <a:headEnd/>
            <a:tailEnd type="none" w="lg" len="me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427" name="Rectangle 127">
            <a:extLst>
              <a:ext uri="{FF2B5EF4-FFF2-40B4-BE49-F238E27FC236}">
                <a16:creationId xmlns:a16="http://schemas.microsoft.com/office/drawing/2014/main" id="{706A0B60-A79A-117E-01E4-274A223ED2B2}"/>
              </a:ext>
            </a:extLst>
          </p:cNvPr>
          <p:cNvSpPr>
            <a:spLocks noChangeArrowheads="1"/>
          </p:cNvSpPr>
          <p:nvPr/>
        </p:nvSpPr>
        <p:spPr bwMode="auto">
          <a:xfrm>
            <a:off x="6338888" y="3167063"/>
            <a:ext cx="395287" cy="720725"/>
          </a:xfrm>
          <a:prstGeom prst="rect">
            <a:avLst/>
          </a:prstGeom>
          <a:gradFill rotWithShape="1">
            <a:gsLst>
              <a:gs pos="0">
                <a:srgbClr val="86BAB5"/>
              </a:gs>
              <a:gs pos="100000">
                <a:srgbClr val="5B7E7B"/>
              </a:gs>
            </a:gsLst>
            <a:lin ang="2700000" scaled="1"/>
          </a:gradFill>
          <a:ln w="12700" algn="ctr">
            <a:solidFill>
              <a:srgbClr val="88B8B6"/>
            </a:solidFill>
            <a:miter lim="800000"/>
            <a:headEnd/>
            <a:tailEnd type="none" w="lg" len="me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428" name="Rectangle 128">
            <a:extLst>
              <a:ext uri="{FF2B5EF4-FFF2-40B4-BE49-F238E27FC236}">
                <a16:creationId xmlns:a16="http://schemas.microsoft.com/office/drawing/2014/main" id="{36D794BD-C2D6-EB16-F2A2-2D8BE05D5B24}"/>
              </a:ext>
            </a:extLst>
          </p:cNvPr>
          <p:cNvSpPr>
            <a:spLocks noChangeArrowheads="1"/>
          </p:cNvSpPr>
          <p:nvPr/>
        </p:nvSpPr>
        <p:spPr bwMode="auto">
          <a:xfrm>
            <a:off x="6338888" y="4030663"/>
            <a:ext cx="395287" cy="720725"/>
          </a:xfrm>
          <a:prstGeom prst="rect">
            <a:avLst/>
          </a:prstGeom>
          <a:gradFill rotWithShape="1">
            <a:gsLst>
              <a:gs pos="0">
                <a:srgbClr val="86BAB5"/>
              </a:gs>
              <a:gs pos="100000">
                <a:srgbClr val="5B7E7B"/>
              </a:gs>
            </a:gsLst>
            <a:lin ang="2700000" scaled="1"/>
          </a:gradFill>
          <a:ln w="12700" algn="ctr">
            <a:solidFill>
              <a:srgbClr val="88B8B6"/>
            </a:solidFill>
            <a:miter lim="800000"/>
            <a:headEnd/>
            <a:tailEnd type="none" w="lg" len="me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429" name="Rectangle 130">
            <a:extLst>
              <a:ext uri="{FF2B5EF4-FFF2-40B4-BE49-F238E27FC236}">
                <a16:creationId xmlns:a16="http://schemas.microsoft.com/office/drawing/2014/main" id="{B3E3684D-9CDA-B1C9-221B-E4CE105EA928}"/>
              </a:ext>
            </a:extLst>
          </p:cNvPr>
          <p:cNvSpPr>
            <a:spLocks noChangeArrowheads="1"/>
          </p:cNvSpPr>
          <p:nvPr/>
        </p:nvSpPr>
        <p:spPr bwMode="auto">
          <a:xfrm>
            <a:off x="6734175" y="3267075"/>
            <a:ext cx="150813" cy="150813"/>
          </a:xfrm>
          <a:prstGeom prst="rect">
            <a:avLst/>
          </a:prstGeom>
          <a:gradFill rotWithShape="1">
            <a:gsLst>
              <a:gs pos="0">
                <a:srgbClr val="86BAB5"/>
              </a:gs>
              <a:gs pos="100000">
                <a:srgbClr val="5B7E7B"/>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430" name="Rectangle 131">
            <a:extLst>
              <a:ext uri="{FF2B5EF4-FFF2-40B4-BE49-F238E27FC236}">
                <a16:creationId xmlns:a16="http://schemas.microsoft.com/office/drawing/2014/main" id="{B7ABECC3-B7EF-8197-2B63-D739C8D962A9}"/>
              </a:ext>
            </a:extLst>
          </p:cNvPr>
          <p:cNvSpPr>
            <a:spLocks noChangeArrowheads="1"/>
          </p:cNvSpPr>
          <p:nvPr/>
        </p:nvSpPr>
        <p:spPr bwMode="auto">
          <a:xfrm>
            <a:off x="6734175" y="3635375"/>
            <a:ext cx="150813" cy="150813"/>
          </a:xfrm>
          <a:prstGeom prst="rect">
            <a:avLst/>
          </a:prstGeom>
          <a:gradFill rotWithShape="1">
            <a:gsLst>
              <a:gs pos="0">
                <a:srgbClr val="86BAB5"/>
              </a:gs>
              <a:gs pos="100000">
                <a:srgbClr val="5B7E7B"/>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431" name="Rectangle 133">
            <a:extLst>
              <a:ext uri="{FF2B5EF4-FFF2-40B4-BE49-F238E27FC236}">
                <a16:creationId xmlns:a16="http://schemas.microsoft.com/office/drawing/2014/main" id="{327951F2-C156-4334-D982-EF87BB16EC54}"/>
              </a:ext>
            </a:extLst>
          </p:cNvPr>
          <p:cNvSpPr>
            <a:spLocks noChangeArrowheads="1"/>
          </p:cNvSpPr>
          <p:nvPr/>
        </p:nvSpPr>
        <p:spPr bwMode="auto">
          <a:xfrm>
            <a:off x="6734175" y="4132263"/>
            <a:ext cx="150813" cy="150812"/>
          </a:xfrm>
          <a:prstGeom prst="rect">
            <a:avLst/>
          </a:prstGeom>
          <a:gradFill rotWithShape="1">
            <a:gsLst>
              <a:gs pos="0">
                <a:srgbClr val="86BAB5"/>
              </a:gs>
              <a:gs pos="100000">
                <a:srgbClr val="5B7E7B"/>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432" name="Rectangle 134">
            <a:extLst>
              <a:ext uri="{FF2B5EF4-FFF2-40B4-BE49-F238E27FC236}">
                <a16:creationId xmlns:a16="http://schemas.microsoft.com/office/drawing/2014/main" id="{979A4B56-E513-B0F8-EA81-DF4D8DFBD6C1}"/>
              </a:ext>
            </a:extLst>
          </p:cNvPr>
          <p:cNvSpPr>
            <a:spLocks noChangeArrowheads="1"/>
          </p:cNvSpPr>
          <p:nvPr/>
        </p:nvSpPr>
        <p:spPr bwMode="auto">
          <a:xfrm>
            <a:off x="6734175" y="4500563"/>
            <a:ext cx="150813" cy="150812"/>
          </a:xfrm>
          <a:prstGeom prst="rect">
            <a:avLst/>
          </a:prstGeom>
          <a:gradFill rotWithShape="1">
            <a:gsLst>
              <a:gs pos="0">
                <a:srgbClr val="86BAB5"/>
              </a:gs>
              <a:gs pos="100000">
                <a:srgbClr val="5B7E7B"/>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433" name="Rectangle 136">
            <a:extLst>
              <a:ext uri="{FF2B5EF4-FFF2-40B4-BE49-F238E27FC236}">
                <a16:creationId xmlns:a16="http://schemas.microsoft.com/office/drawing/2014/main" id="{388212C9-9199-F8BD-1902-F3AB5A74935A}"/>
              </a:ext>
            </a:extLst>
          </p:cNvPr>
          <p:cNvSpPr>
            <a:spLocks noChangeArrowheads="1"/>
          </p:cNvSpPr>
          <p:nvPr/>
        </p:nvSpPr>
        <p:spPr bwMode="auto">
          <a:xfrm>
            <a:off x="3503613" y="3189288"/>
            <a:ext cx="395287" cy="720725"/>
          </a:xfrm>
          <a:prstGeom prst="rect">
            <a:avLst/>
          </a:prstGeom>
          <a:gradFill rotWithShape="1">
            <a:gsLst>
              <a:gs pos="0">
                <a:srgbClr val="86BAB5"/>
              </a:gs>
              <a:gs pos="100000">
                <a:srgbClr val="5B7E7B"/>
              </a:gs>
            </a:gsLst>
            <a:lin ang="2700000" scaled="1"/>
          </a:gradFill>
          <a:ln w="12700" algn="ctr">
            <a:solidFill>
              <a:srgbClr val="88B8B6"/>
            </a:solidFill>
            <a:miter lim="800000"/>
            <a:headEnd/>
            <a:tailEnd type="none" w="lg" len="me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434" name="Rectangle 137">
            <a:extLst>
              <a:ext uri="{FF2B5EF4-FFF2-40B4-BE49-F238E27FC236}">
                <a16:creationId xmlns:a16="http://schemas.microsoft.com/office/drawing/2014/main" id="{77517F6C-CFC1-D631-498D-982BE1F9F956}"/>
              </a:ext>
            </a:extLst>
          </p:cNvPr>
          <p:cNvSpPr>
            <a:spLocks noChangeArrowheads="1"/>
          </p:cNvSpPr>
          <p:nvPr/>
        </p:nvSpPr>
        <p:spPr bwMode="auto">
          <a:xfrm>
            <a:off x="3503613" y="4052888"/>
            <a:ext cx="395287" cy="720725"/>
          </a:xfrm>
          <a:prstGeom prst="rect">
            <a:avLst/>
          </a:prstGeom>
          <a:gradFill rotWithShape="1">
            <a:gsLst>
              <a:gs pos="0">
                <a:srgbClr val="86BAB5"/>
              </a:gs>
              <a:gs pos="100000">
                <a:srgbClr val="5B7E7B"/>
              </a:gs>
            </a:gsLst>
            <a:lin ang="2700000" scaled="1"/>
          </a:gradFill>
          <a:ln w="12700" algn="ctr">
            <a:solidFill>
              <a:srgbClr val="88B8B6"/>
            </a:solidFill>
            <a:miter lim="800000"/>
            <a:headEnd/>
            <a:tailEnd type="none" w="lg" len="me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435" name="Rectangle 138">
            <a:extLst>
              <a:ext uri="{FF2B5EF4-FFF2-40B4-BE49-F238E27FC236}">
                <a16:creationId xmlns:a16="http://schemas.microsoft.com/office/drawing/2014/main" id="{E70BC005-BF61-BF7B-321A-259E0D1370D9}"/>
              </a:ext>
            </a:extLst>
          </p:cNvPr>
          <p:cNvSpPr>
            <a:spLocks noChangeArrowheads="1"/>
          </p:cNvSpPr>
          <p:nvPr/>
        </p:nvSpPr>
        <p:spPr bwMode="auto">
          <a:xfrm>
            <a:off x="3352800" y="3289300"/>
            <a:ext cx="150813" cy="150813"/>
          </a:xfrm>
          <a:prstGeom prst="rect">
            <a:avLst/>
          </a:prstGeom>
          <a:gradFill rotWithShape="1">
            <a:gsLst>
              <a:gs pos="0">
                <a:srgbClr val="86BAB5"/>
              </a:gs>
              <a:gs pos="100000">
                <a:srgbClr val="5B7E7B"/>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436" name="Rectangle 139">
            <a:extLst>
              <a:ext uri="{FF2B5EF4-FFF2-40B4-BE49-F238E27FC236}">
                <a16:creationId xmlns:a16="http://schemas.microsoft.com/office/drawing/2014/main" id="{59FB2A26-EB30-E40B-421A-99352886ADAC}"/>
              </a:ext>
            </a:extLst>
          </p:cNvPr>
          <p:cNvSpPr>
            <a:spLocks noChangeArrowheads="1"/>
          </p:cNvSpPr>
          <p:nvPr/>
        </p:nvSpPr>
        <p:spPr bwMode="auto">
          <a:xfrm>
            <a:off x="3352800" y="3657600"/>
            <a:ext cx="150813" cy="150813"/>
          </a:xfrm>
          <a:prstGeom prst="rect">
            <a:avLst/>
          </a:prstGeom>
          <a:gradFill rotWithShape="1">
            <a:gsLst>
              <a:gs pos="0">
                <a:srgbClr val="86BAB5"/>
              </a:gs>
              <a:gs pos="100000">
                <a:srgbClr val="5B7E7B"/>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437" name="Rectangle 141">
            <a:extLst>
              <a:ext uri="{FF2B5EF4-FFF2-40B4-BE49-F238E27FC236}">
                <a16:creationId xmlns:a16="http://schemas.microsoft.com/office/drawing/2014/main" id="{6416243C-9E7E-66EC-AE55-BAB11F4D90E4}"/>
              </a:ext>
            </a:extLst>
          </p:cNvPr>
          <p:cNvSpPr>
            <a:spLocks noChangeArrowheads="1"/>
          </p:cNvSpPr>
          <p:nvPr/>
        </p:nvSpPr>
        <p:spPr bwMode="auto">
          <a:xfrm>
            <a:off x="3352800" y="4154488"/>
            <a:ext cx="150813" cy="150812"/>
          </a:xfrm>
          <a:prstGeom prst="rect">
            <a:avLst/>
          </a:prstGeom>
          <a:gradFill rotWithShape="1">
            <a:gsLst>
              <a:gs pos="0">
                <a:srgbClr val="86BAB5"/>
              </a:gs>
              <a:gs pos="100000">
                <a:srgbClr val="5B7E7B"/>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438" name="Rectangle 142">
            <a:extLst>
              <a:ext uri="{FF2B5EF4-FFF2-40B4-BE49-F238E27FC236}">
                <a16:creationId xmlns:a16="http://schemas.microsoft.com/office/drawing/2014/main" id="{63A8A154-73A1-115F-EE4A-6933B015E394}"/>
              </a:ext>
            </a:extLst>
          </p:cNvPr>
          <p:cNvSpPr>
            <a:spLocks noChangeArrowheads="1"/>
          </p:cNvSpPr>
          <p:nvPr/>
        </p:nvSpPr>
        <p:spPr bwMode="auto">
          <a:xfrm>
            <a:off x="3352800" y="4522788"/>
            <a:ext cx="150813" cy="150812"/>
          </a:xfrm>
          <a:prstGeom prst="rect">
            <a:avLst/>
          </a:prstGeom>
          <a:gradFill rotWithShape="1">
            <a:gsLst>
              <a:gs pos="0">
                <a:srgbClr val="86BAB5"/>
              </a:gs>
              <a:gs pos="100000">
                <a:srgbClr val="5B7E7B"/>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439" name="Rectangle 143">
            <a:extLst>
              <a:ext uri="{FF2B5EF4-FFF2-40B4-BE49-F238E27FC236}">
                <a16:creationId xmlns:a16="http://schemas.microsoft.com/office/drawing/2014/main" id="{12384498-3E0F-6A86-8CF4-87941BC304AE}"/>
              </a:ext>
            </a:extLst>
          </p:cNvPr>
          <p:cNvSpPr>
            <a:spLocks noChangeArrowheads="1"/>
          </p:cNvSpPr>
          <p:nvPr/>
        </p:nvSpPr>
        <p:spPr bwMode="auto">
          <a:xfrm>
            <a:off x="3503613" y="3046413"/>
            <a:ext cx="784225" cy="1871662"/>
          </a:xfrm>
          <a:prstGeom prst="rect">
            <a:avLst/>
          </a:prstGeom>
          <a:gradFill rotWithShape="1">
            <a:gsLst>
              <a:gs pos="0">
                <a:srgbClr val="6F9995"/>
              </a:gs>
              <a:gs pos="100000">
                <a:srgbClr val="52716E"/>
              </a:gs>
            </a:gsLst>
            <a:lin ang="2700000" scaled="1"/>
          </a:gradFill>
          <a:ln w="12700" algn="ctr">
            <a:solidFill>
              <a:srgbClr val="88B8B6"/>
            </a:solidFill>
            <a:miter lim="800000"/>
            <a:headEnd/>
            <a:tailEnd type="none" w="lg" len="me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440" name="Rectangle 144">
            <a:extLst>
              <a:ext uri="{FF2B5EF4-FFF2-40B4-BE49-F238E27FC236}">
                <a16:creationId xmlns:a16="http://schemas.microsoft.com/office/drawing/2014/main" id="{0A84A7C9-9C87-55AB-816E-4560676AECFF}"/>
              </a:ext>
            </a:extLst>
          </p:cNvPr>
          <p:cNvSpPr>
            <a:spLocks noChangeArrowheads="1"/>
          </p:cNvSpPr>
          <p:nvPr/>
        </p:nvSpPr>
        <p:spPr bwMode="auto">
          <a:xfrm>
            <a:off x="3500438" y="4038600"/>
            <a:ext cx="395287" cy="720725"/>
          </a:xfrm>
          <a:prstGeom prst="rect">
            <a:avLst/>
          </a:prstGeom>
          <a:gradFill rotWithShape="1">
            <a:gsLst>
              <a:gs pos="0">
                <a:srgbClr val="86BAB5"/>
              </a:gs>
              <a:gs pos="100000">
                <a:srgbClr val="5B7E7B"/>
              </a:gs>
            </a:gsLst>
            <a:lin ang="2700000" scaled="1"/>
          </a:gradFill>
          <a:ln w="12700" algn="ctr">
            <a:solidFill>
              <a:srgbClr val="88B8B6"/>
            </a:solidFill>
            <a:miter lim="800000"/>
            <a:headEnd/>
            <a:tailEnd type="none" w="lg" len="me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3441" name="Rectangle 145">
            <a:extLst>
              <a:ext uri="{FF2B5EF4-FFF2-40B4-BE49-F238E27FC236}">
                <a16:creationId xmlns:a16="http://schemas.microsoft.com/office/drawing/2014/main" id="{72B66631-13EE-BEDF-56B6-AE27AF1B93D9}"/>
              </a:ext>
            </a:extLst>
          </p:cNvPr>
          <p:cNvSpPr>
            <a:spLocks noChangeArrowheads="1"/>
          </p:cNvSpPr>
          <p:nvPr/>
        </p:nvSpPr>
        <p:spPr bwMode="auto">
          <a:xfrm>
            <a:off x="3500438" y="3165475"/>
            <a:ext cx="395287" cy="720725"/>
          </a:xfrm>
          <a:prstGeom prst="rect">
            <a:avLst/>
          </a:prstGeom>
          <a:gradFill rotWithShape="1">
            <a:gsLst>
              <a:gs pos="0">
                <a:srgbClr val="86BAB5"/>
              </a:gs>
              <a:gs pos="100000">
                <a:srgbClr val="5B7E7B"/>
              </a:gs>
            </a:gsLst>
            <a:lin ang="2700000" scaled="1"/>
          </a:gradFill>
          <a:ln w="12700" algn="ctr">
            <a:solidFill>
              <a:srgbClr val="88B8B6"/>
            </a:solidFill>
            <a:miter lim="800000"/>
            <a:headEnd/>
            <a:tailEnd type="none" w="lg" len="me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pic>
        <p:nvPicPr>
          <p:cNvPr id="13442" name="Picture 147" descr="strippeddisk">
            <a:extLst>
              <a:ext uri="{FF2B5EF4-FFF2-40B4-BE49-F238E27FC236}">
                <a16:creationId xmlns:a16="http://schemas.microsoft.com/office/drawing/2014/main" id="{C8DFCA8A-B17E-A1D0-A012-4FDAA5C0E0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04125" y="33528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443" name="Picture 148" descr="strippeddisk">
            <a:extLst>
              <a:ext uri="{FF2B5EF4-FFF2-40B4-BE49-F238E27FC236}">
                <a16:creationId xmlns:a16="http://schemas.microsoft.com/office/drawing/2014/main" id="{3EA6822C-89CE-A482-7089-2EAFDEA286B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56525" y="35052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444" name="Picture 149" descr="strippeddisk">
            <a:extLst>
              <a:ext uri="{FF2B5EF4-FFF2-40B4-BE49-F238E27FC236}">
                <a16:creationId xmlns:a16="http://schemas.microsoft.com/office/drawing/2014/main" id="{0F69C91D-054A-E251-366A-82671C5113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08925" y="36576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445" name="Picture 150" descr="strippeddisk">
            <a:extLst>
              <a:ext uri="{FF2B5EF4-FFF2-40B4-BE49-F238E27FC236}">
                <a16:creationId xmlns:a16="http://schemas.microsoft.com/office/drawing/2014/main" id="{9FB55559-E919-A7BC-332C-560F4DC786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61325" y="38100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446" name="Picture 151" descr="strippeddisk">
            <a:extLst>
              <a:ext uri="{FF2B5EF4-FFF2-40B4-BE49-F238E27FC236}">
                <a16:creationId xmlns:a16="http://schemas.microsoft.com/office/drawing/2014/main" id="{8C0848AD-2DAD-2039-40A7-535B24B4FF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13725" y="39624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7314" name="Rectangle 2">
            <a:extLst>
              <a:ext uri="{FF2B5EF4-FFF2-40B4-BE49-F238E27FC236}">
                <a16:creationId xmlns:a16="http://schemas.microsoft.com/office/drawing/2014/main" id="{D1710C54-0531-8141-1F4D-E4311C23E5A3}"/>
              </a:ext>
            </a:extLst>
          </p:cNvPr>
          <p:cNvSpPr>
            <a:spLocks noGrp="1" noChangeArrowheads="1"/>
          </p:cNvSpPr>
          <p:nvPr>
            <p:ph type="title"/>
          </p:nvPr>
        </p:nvSpPr>
        <p:spPr/>
        <p:txBody>
          <a:bodyPr rtlCol="0">
            <a:normAutofit fontScale="90000"/>
          </a:bodyPr>
          <a:lstStyle/>
          <a:p>
            <a:pPr eaLnBrk="1" fontAlgn="auto" hangingPunct="1">
              <a:spcAft>
                <a:spcPts val="0"/>
              </a:spcAft>
              <a:defRPr/>
            </a:pPr>
            <a:r>
              <a:rPr lang="en-US"/>
              <a:t>Intelligent Storage System: Front End</a:t>
            </a:r>
          </a:p>
        </p:txBody>
      </p:sp>
      <p:sp>
        <p:nvSpPr>
          <p:cNvPr id="15363" name="AutoShape 3">
            <a:extLst>
              <a:ext uri="{FF2B5EF4-FFF2-40B4-BE49-F238E27FC236}">
                <a16:creationId xmlns:a16="http://schemas.microsoft.com/office/drawing/2014/main" id="{EB22FD25-6CDB-0CE7-2BA6-52271ED3E4B4}"/>
              </a:ext>
            </a:extLst>
          </p:cNvPr>
          <p:cNvSpPr>
            <a:spLocks noChangeArrowheads="1"/>
          </p:cNvSpPr>
          <p:nvPr/>
        </p:nvSpPr>
        <p:spPr bwMode="auto">
          <a:xfrm>
            <a:off x="3090863" y="2359025"/>
            <a:ext cx="5822950" cy="3244850"/>
          </a:xfrm>
          <a:prstGeom prst="roundRect">
            <a:avLst>
              <a:gd name="adj" fmla="val 5528"/>
            </a:avLst>
          </a:prstGeom>
          <a:gradFill rotWithShape="1">
            <a:gsLst>
              <a:gs pos="0">
                <a:srgbClr val="EAF3F2"/>
              </a:gs>
              <a:gs pos="100000">
                <a:srgbClr val="D1E5E4"/>
              </a:gs>
            </a:gsLst>
            <a:lin ang="2700000" scaled="1"/>
          </a:gradFill>
          <a:ln w="12700" algn="ctr">
            <a:solidFill>
              <a:srgbClr val="88B8B6"/>
            </a:solidFill>
            <a:round/>
            <a:headEnd/>
            <a:tailEnd type="none" w="lg" len="med"/>
          </a:ln>
          <a:effectLst>
            <a:outerShdw dist="35921" dir="2700000" algn="ctr" rotWithShape="0">
              <a:srgbClr val="000000"/>
            </a:outerShdw>
          </a:effec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364" name="Text Box 4">
            <a:extLst>
              <a:ext uri="{FF2B5EF4-FFF2-40B4-BE49-F238E27FC236}">
                <a16:creationId xmlns:a16="http://schemas.microsoft.com/office/drawing/2014/main" id="{D44CA175-1E04-CB74-EC52-CC69F997D7B8}"/>
              </a:ext>
            </a:extLst>
          </p:cNvPr>
          <p:cNvSpPr txBox="1">
            <a:spLocks noChangeArrowheads="1"/>
          </p:cNvSpPr>
          <p:nvPr/>
        </p:nvSpPr>
        <p:spPr bwMode="auto">
          <a:xfrm>
            <a:off x="533400" y="2759075"/>
            <a:ext cx="457200" cy="21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altLang="en-US" sz="1400" b="1" i="0" u="none" strike="noStrike" kern="1200" cap="none" spc="0" normalizeH="0" baseline="0" noProof="0">
                <a:ln>
                  <a:noFill/>
                </a:ln>
                <a:solidFill>
                  <a:srgbClr val="000308"/>
                </a:solidFill>
                <a:effectLst/>
                <a:uLnTx/>
                <a:uFillTx/>
                <a:latin typeface="Verdana" panose="020B0604030504040204" pitchFamily="34" charset="0"/>
                <a:ea typeface="+mn-ea"/>
                <a:cs typeface="Arial" panose="020B0604020202020204" pitchFamily="34" charset="0"/>
              </a:rPr>
              <a:t>Host</a:t>
            </a:r>
          </a:p>
        </p:txBody>
      </p:sp>
      <p:sp>
        <p:nvSpPr>
          <p:cNvPr id="15365" name="Text Box 5">
            <a:extLst>
              <a:ext uri="{FF2B5EF4-FFF2-40B4-BE49-F238E27FC236}">
                <a16:creationId xmlns:a16="http://schemas.microsoft.com/office/drawing/2014/main" id="{57C9C25A-99F0-5569-C6B1-8F711A87555B}"/>
              </a:ext>
            </a:extLst>
          </p:cNvPr>
          <p:cNvSpPr txBox="1">
            <a:spLocks noChangeArrowheads="1"/>
          </p:cNvSpPr>
          <p:nvPr/>
        </p:nvSpPr>
        <p:spPr bwMode="auto">
          <a:xfrm>
            <a:off x="1349375" y="3444875"/>
            <a:ext cx="1241425" cy="21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altLang="en-US" sz="1400" b="1" i="0" u="none" strike="noStrike" kern="1200" cap="none" spc="0" normalizeH="0" baseline="0" noProof="0">
                <a:ln>
                  <a:noFill/>
                </a:ln>
                <a:solidFill>
                  <a:srgbClr val="000308"/>
                </a:solidFill>
                <a:effectLst/>
                <a:uLnTx/>
                <a:uFillTx/>
                <a:latin typeface="Verdana" panose="020B0604030504040204" pitchFamily="34" charset="0"/>
                <a:ea typeface="+mn-ea"/>
                <a:cs typeface="Arial" panose="020B0604020202020204" pitchFamily="34" charset="0"/>
              </a:rPr>
              <a:t>Connectivity</a:t>
            </a:r>
          </a:p>
        </p:txBody>
      </p:sp>
      <p:sp>
        <p:nvSpPr>
          <p:cNvPr id="15366" name="AutoShape 6">
            <a:extLst>
              <a:ext uri="{FF2B5EF4-FFF2-40B4-BE49-F238E27FC236}">
                <a16:creationId xmlns:a16="http://schemas.microsoft.com/office/drawing/2014/main" id="{E2491380-EECB-5C8F-4644-7AB2A77A3920}"/>
              </a:ext>
            </a:extLst>
          </p:cNvPr>
          <p:cNvSpPr>
            <a:spLocks noChangeArrowheads="1"/>
          </p:cNvSpPr>
          <p:nvPr/>
        </p:nvSpPr>
        <p:spPr bwMode="auto">
          <a:xfrm>
            <a:off x="7526338" y="3046413"/>
            <a:ext cx="1298575" cy="1868487"/>
          </a:xfrm>
          <a:prstGeom prst="roundRect">
            <a:avLst>
              <a:gd name="adj" fmla="val 11657"/>
            </a:avLst>
          </a:prstGeom>
          <a:gradFill rotWithShape="1">
            <a:gsLst>
              <a:gs pos="0">
                <a:srgbClr val="E2EAEA"/>
              </a:gs>
              <a:gs pos="100000">
                <a:srgbClr val="F8FAFA"/>
              </a:gs>
            </a:gsLst>
            <a:lin ang="2700000" scaled="1"/>
          </a:gradFill>
          <a:ln w="6350" algn="ctr">
            <a:solidFill>
              <a:srgbClr val="6F9995"/>
            </a:solidFill>
            <a:round/>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367" name="Text Box 7">
            <a:extLst>
              <a:ext uri="{FF2B5EF4-FFF2-40B4-BE49-F238E27FC236}">
                <a16:creationId xmlns:a16="http://schemas.microsoft.com/office/drawing/2014/main" id="{3541264C-E1EF-318E-85C7-0B22887C5F64}"/>
              </a:ext>
            </a:extLst>
          </p:cNvPr>
          <p:cNvSpPr txBox="1">
            <a:spLocks noChangeArrowheads="1"/>
          </p:cNvSpPr>
          <p:nvPr/>
        </p:nvSpPr>
        <p:spPr bwMode="auto">
          <a:xfrm>
            <a:off x="3429000" y="2794000"/>
            <a:ext cx="968375" cy="1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ctr" defTabSz="941388" rtl="0" eaLnBrk="1" fontAlgn="base" latinLnBrk="0" hangingPunct="1">
              <a:lnSpc>
                <a:spcPct val="90000"/>
              </a:lnSpc>
              <a:spcBef>
                <a:spcPct val="50000"/>
              </a:spcBef>
              <a:spcAft>
                <a:spcPct val="0"/>
              </a:spcAft>
              <a:buClrTx/>
              <a:buSzTx/>
              <a:buFontTx/>
              <a:buNone/>
              <a:tabLst/>
              <a:defRPr/>
            </a:pPr>
            <a:r>
              <a:rPr kumimoji="0" lang="en-US" altLang="en-US" sz="1400" b="1" i="0" u="none" strike="noStrike" kern="1200" cap="none" spc="0" normalizeH="0" baseline="0" noProof="0">
                <a:ln>
                  <a:noFill/>
                </a:ln>
                <a:solidFill>
                  <a:srgbClr val="000308"/>
                </a:solidFill>
                <a:effectLst/>
                <a:uLnTx/>
                <a:uFillTx/>
                <a:latin typeface="Verdana" panose="020B0604030504040204" pitchFamily="34" charset="0"/>
                <a:ea typeface="+mn-ea"/>
                <a:cs typeface="Arial" panose="020B0604020202020204" pitchFamily="34" charset="0"/>
              </a:rPr>
              <a:t>Front End</a:t>
            </a:r>
          </a:p>
        </p:txBody>
      </p:sp>
      <p:sp>
        <p:nvSpPr>
          <p:cNvPr id="15368" name="Text Box 8">
            <a:extLst>
              <a:ext uri="{FF2B5EF4-FFF2-40B4-BE49-F238E27FC236}">
                <a16:creationId xmlns:a16="http://schemas.microsoft.com/office/drawing/2014/main" id="{9E86BE02-778E-C481-FE6A-C4E696ED840A}"/>
              </a:ext>
            </a:extLst>
          </p:cNvPr>
          <p:cNvSpPr txBox="1">
            <a:spLocks noChangeArrowheads="1"/>
          </p:cNvSpPr>
          <p:nvPr/>
        </p:nvSpPr>
        <p:spPr bwMode="auto">
          <a:xfrm>
            <a:off x="5848350" y="2794000"/>
            <a:ext cx="911225" cy="1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ctr" defTabSz="941388" rtl="0" eaLnBrk="1" fontAlgn="base" latinLnBrk="0" hangingPunct="1">
              <a:lnSpc>
                <a:spcPct val="90000"/>
              </a:lnSpc>
              <a:spcBef>
                <a:spcPct val="50000"/>
              </a:spcBef>
              <a:spcAft>
                <a:spcPct val="0"/>
              </a:spcAft>
              <a:buClrTx/>
              <a:buSzTx/>
              <a:buFontTx/>
              <a:buNone/>
              <a:tabLst/>
              <a:defRPr/>
            </a:pPr>
            <a:r>
              <a:rPr kumimoji="0" lang="en-US" altLang="en-US" sz="1400" b="1" i="0" u="none" strike="noStrike" kern="1200" cap="none" spc="0" normalizeH="0" baseline="0" noProof="0">
                <a:ln>
                  <a:noFill/>
                </a:ln>
                <a:solidFill>
                  <a:srgbClr val="000308"/>
                </a:solidFill>
                <a:effectLst/>
                <a:uLnTx/>
                <a:uFillTx/>
                <a:latin typeface="Verdana" panose="020B0604030504040204" pitchFamily="34" charset="0"/>
                <a:ea typeface="+mn-ea"/>
                <a:cs typeface="Arial" panose="020B0604020202020204" pitchFamily="34" charset="0"/>
              </a:rPr>
              <a:t>Back End</a:t>
            </a:r>
          </a:p>
        </p:txBody>
      </p:sp>
      <p:sp>
        <p:nvSpPr>
          <p:cNvPr id="15369" name="Text Box 9">
            <a:extLst>
              <a:ext uri="{FF2B5EF4-FFF2-40B4-BE49-F238E27FC236}">
                <a16:creationId xmlns:a16="http://schemas.microsoft.com/office/drawing/2014/main" id="{732645E1-38C3-B1A2-27CA-45136E9F5A56}"/>
              </a:ext>
            </a:extLst>
          </p:cNvPr>
          <p:cNvSpPr txBox="1">
            <a:spLocks noChangeArrowheads="1"/>
          </p:cNvSpPr>
          <p:nvPr/>
        </p:nvSpPr>
        <p:spPr bwMode="auto">
          <a:xfrm>
            <a:off x="4822825" y="3225800"/>
            <a:ext cx="596900" cy="1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ctr" defTabSz="941388" rtl="0" eaLnBrk="1" fontAlgn="base" latinLnBrk="0" hangingPunct="1">
              <a:lnSpc>
                <a:spcPct val="90000"/>
              </a:lnSpc>
              <a:spcBef>
                <a:spcPct val="50000"/>
              </a:spcBef>
              <a:spcAft>
                <a:spcPct val="0"/>
              </a:spcAft>
              <a:buClrTx/>
              <a:buSzTx/>
              <a:buFontTx/>
              <a:buNone/>
              <a:tabLst/>
              <a:defRPr/>
            </a:pPr>
            <a:r>
              <a:rPr kumimoji="0" lang="en-US" altLang="en-US" sz="1400" b="1" i="0" u="none" strike="noStrike" kern="1200" cap="none" spc="0" normalizeH="0" baseline="0" noProof="0" dirty="0">
                <a:ln>
                  <a:noFill/>
                </a:ln>
                <a:solidFill>
                  <a:srgbClr val="000308"/>
                </a:solidFill>
                <a:effectLst/>
                <a:uLnTx/>
                <a:uFillTx/>
                <a:latin typeface="Verdana" panose="020B0604030504040204" pitchFamily="34" charset="0"/>
                <a:ea typeface="+mn-ea"/>
                <a:cs typeface="Arial" panose="020B0604020202020204" pitchFamily="34" charset="0"/>
              </a:rPr>
              <a:t>Cache</a:t>
            </a:r>
          </a:p>
        </p:txBody>
      </p:sp>
      <p:sp>
        <p:nvSpPr>
          <p:cNvPr id="15370" name="Text Box 10">
            <a:extLst>
              <a:ext uri="{FF2B5EF4-FFF2-40B4-BE49-F238E27FC236}">
                <a16:creationId xmlns:a16="http://schemas.microsoft.com/office/drawing/2014/main" id="{6C27098C-289F-464E-13D6-2BE09CCEF6D3}"/>
              </a:ext>
            </a:extLst>
          </p:cNvPr>
          <p:cNvSpPr txBox="1">
            <a:spLocks noChangeArrowheads="1"/>
          </p:cNvSpPr>
          <p:nvPr/>
        </p:nvSpPr>
        <p:spPr bwMode="auto">
          <a:xfrm>
            <a:off x="7456488" y="2794000"/>
            <a:ext cx="1419225" cy="1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ctr" defTabSz="941388" rtl="0" eaLnBrk="1" fontAlgn="base" latinLnBrk="0" hangingPunct="1">
              <a:lnSpc>
                <a:spcPct val="90000"/>
              </a:lnSpc>
              <a:spcBef>
                <a:spcPct val="50000"/>
              </a:spcBef>
              <a:spcAft>
                <a:spcPct val="0"/>
              </a:spcAft>
              <a:buClrTx/>
              <a:buSzTx/>
              <a:buFontTx/>
              <a:buNone/>
              <a:tabLst/>
              <a:defRPr/>
            </a:pPr>
            <a:r>
              <a:rPr kumimoji="0" lang="en-US" altLang="en-US" sz="1400" b="1" i="0" u="none" strike="noStrike" kern="1200" cap="none" spc="0" normalizeH="0" baseline="0" noProof="0">
                <a:ln>
                  <a:noFill/>
                </a:ln>
                <a:solidFill>
                  <a:srgbClr val="000308"/>
                </a:solidFill>
                <a:effectLst/>
                <a:uLnTx/>
                <a:uFillTx/>
                <a:latin typeface="Verdana" panose="020B0604030504040204" pitchFamily="34" charset="0"/>
                <a:ea typeface="+mn-ea"/>
                <a:cs typeface="Arial" panose="020B0604020202020204" pitchFamily="34" charset="0"/>
              </a:rPr>
              <a:t>Physical Disks</a:t>
            </a:r>
          </a:p>
        </p:txBody>
      </p:sp>
      <p:sp>
        <p:nvSpPr>
          <p:cNvPr id="15371" name="Text Box 11">
            <a:extLst>
              <a:ext uri="{FF2B5EF4-FFF2-40B4-BE49-F238E27FC236}">
                <a16:creationId xmlns:a16="http://schemas.microsoft.com/office/drawing/2014/main" id="{80D11834-9CFC-4334-0C88-AF646E7CD687}"/>
              </a:ext>
            </a:extLst>
          </p:cNvPr>
          <p:cNvSpPr txBox="1">
            <a:spLocks noChangeArrowheads="1"/>
          </p:cNvSpPr>
          <p:nvPr/>
        </p:nvSpPr>
        <p:spPr bwMode="auto">
          <a:xfrm>
            <a:off x="4408488" y="2001838"/>
            <a:ext cx="3186112" cy="3048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12700" algn="ctr">
                <a:solidFill>
                  <a:srgbClr val="080808"/>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altLang="en-US" sz="2000" b="1" i="0" u="none" strike="noStrike" kern="1200" cap="none" spc="0" normalizeH="0" baseline="0" noProof="0">
                <a:ln>
                  <a:noFill/>
                </a:ln>
                <a:solidFill>
                  <a:srgbClr val="3A7A77"/>
                </a:solidFill>
                <a:effectLst/>
                <a:uLnTx/>
                <a:uFillTx/>
                <a:latin typeface="Arial" panose="020B0604020202020204" pitchFamily="34" charset="0"/>
                <a:ea typeface="+mn-ea"/>
                <a:cs typeface="Arial" panose="020B0604020202020204" pitchFamily="34" charset="0"/>
              </a:rPr>
              <a:t>Intelligent Storage System</a:t>
            </a:r>
          </a:p>
        </p:txBody>
      </p:sp>
      <p:sp>
        <p:nvSpPr>
          <p:cNvPr id="15372" name="Line 12">
            <a:extLst>
              <a:ext uri="{FF2B5EF4-FFF2-40B4-BE49-F238E27FC236}">
                <a16:creationId xmlns:a16="http://schemas.microsoft.com/office/drawing/2014/main" id="{EA688F6D-0FB0-0817-84B4-30CDCE41599C}"/>
              </a:ext>
            </a:extLst>
          </p:cNvPr>
          <p:cNvSpPr>
            <a:spLocks noChangeShapeType="1"/>
          </p:cNvSpPr>
          <p:nvPr/>
        </p:nvSpPr>
        <p:spPr bwMode="auto">
          <a:xfrm flipH="1">
            <a:off x="1087438" y="3886200"/>
            <a:ext cx="457200"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373" name="Line 13">
            <a:extLst>
              <a:ext uri="{FF2B5EF4-FFF2-40B4-BE49-F238E27FC236}">
                <a16:creationId xmlns:a16="http://schemas.microsoft.com/office/drawing/2014/main" id="{4465CFEC-5195-B662-BEA6-D4E5C4E4E11F}"/>
              </a:ext>
            </a:extLst>
          </p:cNvPr>
          <p:cNvSpPr>
            <a:spLocks noChangeShapeType="1"/>
          </p:cNvSpPr>
          <p:nvPr/>
        </p:nvSpPr>
        <p:spPr bwMode="auto">
          <a:xfrm flipH="1">
            <a:off x="1077913" y="3984625"/>
            <a:ext cx="457200"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374" name="Line 14">
            <a:extLst>
              <a:ext uri="{FF2B5EF4-FFF2-40B4-BE49-F238E27FC236}">
                <a16:creationId xmlns:a16="http://schemas.microsoft.com/office/drawing/2014/main" id="{4576BE82-D237-4BA6-6D9A-6BC874F1BDDC}"/>
              </a:ext>
            </a:extLst>
          </p:cNvPr>
          <p:cNvSpPr>
            <a:spLocks noChangeShapeType="1"/>
          </p:cNvSpPr>
          <p:nvPr/>
        </p:nvSpPr>
        <p:spPr bwMode="auto">
          <a:xfrm flipH="1">
            <a:off x="4267200" y="3886200"/>
            <a:ext cx="1676400" cy="0"/>
          </a:xfrm>
          <a:prstGeom prst="line">
            <a:avLst/>
          </a:prstGeom>
          <a:noFill/>
          <a:ln w="3810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375" name="Line 15">
            <a:extLst>
              <a:ext uri="{FF2B5EF4-FFF2-40B4-BE49-F238E27FC236}">
                <a16:creationId xmlns:a16="http://schemas.microsoft.com/office/drawing/2014/main" id="{9DF18392-0487-272C-1750-0396BC1FC691}"/>
              </a:ext>
            </a:extLst>
          </p:cNvPr>
          <p:cNvSpPr>
            <a:spLocks noChangeShapeType="1"/>
          </p:cNvSpPr>
          <p:nvPr/>
        </p:nvSpPr>
        <p:spPr bwMode="auto">
          <a:xfrm flipH="1">
            <a:off x="2247900" y="3962400"/>
            <a:ext cx="647700" cy="0"/>
          </a:xfrm>
          <a:prstGeom prst="line">
            <a:avLst/>
          </a:prstGeom>
          <a:noFill/>
          <a:ln w="3810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57329" name="Freeform 17">
            <a:extLst>
              <a:ext uri="{FF2B5EF4-FFF2-40B4-BE49-F238E27FC236}">
                <a16:creationId xmlns:a16="http://schemas.microsoft.com/office/drawing/2014/main" id="{66E84E7A-93BA-03EB-D2CC-75786522E87D}"/>
              </a:ext>
            </a:extLst>
          </p:cNvPr>
          <p:cNvSpPr>
            <a:spLocks/>
          </p:cNvSpPr>
          <p:nvPr/>
        </p:nvSpPr>
        <p:spPr bwMode="auto">
          <a:xfrm>
            <a:off x="1524000" y="3705225"/>
            <a:ext cx="752475" cy="485775"/>
          </a:xfrm>
          <a:custGeom>
            <a:avLst/>
            <a:gdLst>
              <a:gd name="T0" fmla="*/ 1157 w 1423"/>
              <a:gd name="T1" fmla="*/ 5 h 917"/>
              <a:gd name="T2" fmla="*/ 1228 w 1423"/>
              <a:gd name="T3" fmla="*/ 34 h 917"/>
              <a:gd name="T4" fmla="*/ 1287 w 1423"/>
              <a:gd name="T5" fmla="*/ 80 h 917"/>
              <a:gd name="T6" fmla="*/ 1334 w 1423"/>
              <a:gd name="T7" fmla="*/ 157 h 917"/>
              <a:gd name="T8" fmla="*/ 1346 w 1423"/>
              <a:gd name="T9" fmla="*/ 214 h 917"/>
              <a:gd name="T10" fmla="*/ 1339 w 1423"/>
              <a:gd name="T11" fmla="*/ 269 h 917"/>
              <a:gd name="T12" fmla="*/ 1371 w 1423"/>
              <a:gd name="T13" fmla="*/ 328 h 917"/>
              <a:gd name="T14" fmla="*/ 1408 w 1423"/>
              <a:gd name="T15" fmla="*/ 388 h 917"/>
              <a:gd name="T16" fmla="*/ 1423 w 1423"/>
              <a:gd name="T17" fmla="*/ 452 h 917"/>
              <a:gd name="T18" fmla="*/ 1408 w 1423"/>
              <a:gd name="T19" fmla="*/ 515 h 917"/>
              <a:gd name="T20" fmla="*/ 1371 w 1423"/>
              <a:gd name="T21" fmla="*/ 580 h 917"/>
              <a:gd name="T22" fmla="*/ 1340 w 1423"/>
              <a:gd name="T23" fmla="*/ 640 h 917"/>
              <a:gd name="T24" fmla="*/ 1342 w 1423"/>
              <a:gd name="T25" fmla="*/ 719 h 917"/>
              <a:gd name="T26" fmla="*/ 1328 w 1423"/>
              <a:gd name="T27" fmla="*/ 769 h 917"/>
              <a:gd name="T28" fmla="*/ 1298 w 1423"/>
              <a:gd name="T29" fmla="*/ 815 h 917"/>
              <a:gd name="T30" fmla="*/ 1259 w 1423"/>
              <a:gd name="T31" fmla="*/ 853 h 917"/>
              <a:gd name="T32" fmla="*/ 1228 w 1423"/>
              <a:gd name="T33" fmla="*/ 876 h 917"/>
              <a:gd name="T34" fmla="*/ 1183 w 1423"/>
              <a:gd name="T35" fmla="*/ 894 h 917"/>
              <a:gd name="T36" fmla="*/ 1157 w 1423"/>
              <a:gd name="T37" fmla="*/ 902 h 917"/>
              <a:gd name="T38" fmla="*/ 1067 w 1423"/>
              <a:gd name="T39" fmla="*/ 904 h 917"/>
              <a:gd name="T40" fmla="*/ 1016 w 1423"/>
              <a:gd name="T41" fmla="*/ 882 h 917"/>
              <a:gd name="T42" fmla="*/ 971 w 1423"/>
              <a:gd name="T43" fmla="*/ 845 h 917"/>
              <a:gd name="T44" fmla="*/ 892 w 1423"/>
              <a:gd name="T45" fmla="*/ 866 h 917"/>
              <a:gd name="T46" fmla="*/ 794 w 1423"/>
              <a:gd name="T47" fmla="*/ 902 h 917"/>
              <a:gd name="T48" fmla="*/ 701 w 1423"/>
              <a:gd name="T49" fmla="*/ 917 h 917"/>
              <a:gd name="T50" fmla="*/ 609 w 1423"/>
              <a:gd name="T51" fmla="*/ 902 h 917"/>
              <a:gd name="T52" fmla="*/ 521 w 1423"/>
              <a:gd name="T53" fmla="*/ 866 h 917"/>
              <a:gd name="T54" fmla="*/ 458 w 1423"/>
              <a:gd name="T55" fmla="*/ 836 h 917"/>
              <a:gd name="T56" fmla="*/ 452 w 1423"/>
              <a:gd name="T57" fmla="*/ 845 h 917"/>
              <a:gd name="T58" fmla="*/ 408 w 1423"/>
              <a:gd name="T59" fmla="*/ 882 h 917"/>
              <a:gd name="T60" fmla="*/ 356 w 1423"/>
              <a:gd name="T61" fmla="*/ 904 h 917"/>
              <a:gd name="T62" fmla="*/ 302 w 1423"/>
              <a:gd name="T63" fmla="*/ 907 h 917"/>
              <a:gd name="T64" fmla="*/ 231 w 1423"/>
              <a:gd name="T65" fmla="*/ 892 h 917"/>
              <a:gd name="T66" fmla="*/ 177 w 1423"/>
              <a:gd name="T67" fmla="*/ 863 h 917"/>
              <a:gd name="T68" fmla="*/ 124 w 1423"/>
              <a:gd name="T69" fmla="*/ 812 h 917"/>
              <a:gd name="T70" fmla="*/ 84 w 1423"/>
              <a:gd name="T71" fmla="*/ 731 h 917"/>
              <a:gd name="T72" fmla="*/ 81 w 1423"/>
              <a:gd name="T73" fmla="*/ 659 h 917"/>
              <a:gd name="T74" fmla="*/ 51 w 1423"/>
              <a:gd name="T75" fmla="*/ 581 h 917"/>
              <a:gd name="T76" fmla="*/ 12 w 1423"/>
              <a:gd name="T77" fmla="*/ 518 h 917"/>
              <a:gd name="T78" fmla="*/ 2 w 1423"/>
              <a:gd name="T79" fmla="*/ 476 h 917"/>
              <a:gd name="T80" fmla="*/ 5 w 1423"/>
              <a:gd name="T81" fmla="*/ 414 h 917"/>
              <a:gd name="T82" fmla="*/ 35 w 1423"/>
              <a:gd name="T83" fmla="*/ 350 h 917"/>
              <a:gd name="T84" fmla="*/ 92 w 1423"/>
              <a:gd name="T85" fmla="*/ 288 h 917"/>
              <a:gd name="T86" fmla="*/ 78 w 1423"/>
              <a:gd name="T87" fmla="*/ 214 h 917"/>
              <a:gd name="T88" fmla="*/ 114 w 1423"/>
              <a:gd name="T89" fmla="*/ 108 h 917"/>
              <a:gd name="T90" fmla="*/ 179 w 1423"/>
              <a:gd name="T91" fmla="*/ 43 h 917"/>
              <a:gd name="T92" fmla="*/ 267 w 1423"/>
              <a:gd name="T93" fmla="*/ 5 h 917"/>
              <a:gd name="T94" fmla="*/ 356 w 1423"/>
              <a:gd name="T95" fmla="*/ 5 h 917"/>
              <a:gd name="T96" fmla="*/ 408 w 1423"/>
              <a:gd name="T97" fmla="*/ 26 h 917"/>
              <a:gd name="T98" fmla="*/ 452 w 1423"/>
              <a:gd name="T99" fmla="*/ 62 h 917"/>
              <a:gd name="T100" fmla="*/ 556 w 1423"/>
              <a:gd name="T101" fmla="*/ 35 h 917"/>
              <a:gd name="T102" fmla="*/ 650 w 1423"/>
              <a:gd name="T103" fmla="*/ 12 h 917"/>
              <a:gd name="T104" fmla="*/ 803 w 1423"/>
              <a:gd name="T105" fmla="*/ 18 h 917"/>
              <a:gd name="T106" fmla="*/ 897 w 1423"/>
              <a:gd name="T107" fmla="*/ 48 h 917"/>
              <a:gd name="T108" fmla="*/ 985 w 1423"/>
              <a:gd name="T109" fmla="*/ 49 h 917"/>
              <a:gd name="T110" fmla="*/ 1031 w 1423"/>
              <a:gd name="T111" fmla="*/ 17 h 917"/>
              <a:gd name="T112" fmla="*/ 1088 w 1423"/>
              <a:gd name="T113" fmla="*/ 2 h 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23" h="917">
                <a:moveTo>
                  <a:pt x="1088" y="2"/>
                </a:moveTo>
                <a:lnTo>
                  <a:pt x="1121" y="0"/>
                </a:lnTo>
                <a:lnTo>
                  <a:pt x="1157" y="5"/>
                </a:lnTo>
                <a:lnTo>
                  <a:pt x="1174" y="8"/>
                </a:lnTo>
                <a:lnTo>
                  <a:pt x="1192" y="16"/>
                </a:lnTo>
                <a:lnTo>
                  <a:pt x="1228" y="34"/>
                </a:lnTo>
                <a:lnTo>
                  <a:pt x="1244" y="43"/>
                </a:lnTo>
                <a:lnTo>
                  <a:pt x="1259" y="55"/>
                </a:lnTo>
                <a:lnTo>
                  <a:pt x="1287" y="80"/>
                </a:lnTo>
                <a:lnTo>
                  <a:pt x="1309" y="108"/>
                </a:lnTo>
                <a:lnTo>
                  <a:pt x="1328" y="140"/>
                </a:lnTo>
                <a:lnTo>
                  <a:pt x="1334" y="157"/>
                </a:lnTo>
                <a:lnTo>
                  <a:pt x="1340" y="176"/>
                </a:lnTo>
                <a:lnTo>
                  <a:pt x="1343" y="194"/>
                </a:lnTo>
                <a:lnTo>
                  <a:pt x="1346" y="214"/>
                </a:lnTo>
                <a:lnTo>
                  <a:pt x="1345" y="230"/>
                </a:lnTo>
                <a:lnTo>
                  <a:pt x="1342" y="250"/>
                </a:lnTo>
                <a:lnTo>
                  <a:pt x="1339" y="269"/>
                </a:lnTo>
                <a:lnTo>
                  <a:pt x="1333" y="288"/>
                </a:lnTo>
                <a:lnTo>
                  <a:pt x="1353" y="307"/>
                </a:lnTo>
                <a:lnTo>
                  <a:pt x="1371" y="328"/>
                </a:lnTo>
                <a:lnTo>
                  <a:pt x="1387" y="347"/>
                </a:lnTo>
                <a:lnTo>
                  <a:pt x="1400" y="368"/>
                </a:lnTo>
                <a:lnTo>
                  <a:pt x="1408" y="388"/>
                </a:lnTo>
                <a:lnTo>
                  <a:pt x="1417" y="409"/>
                </a:lnTo>
                <a:lnTo>
                  <a:pt x="1420" y="431"/>
                </a:lnTo>
                <a:lnTo>
                  <a:pt x="1423" y="452"/>
                </a:lnTo>
                <a:lnTo>
                  <a:pt x="1420" y="472"/>
                </a:lnTo>
                <a:lnTo>
                  <a:pt x="1417" y="493"/>
                </a:lnTo>
                <a:lnTo>
                  <a:pt x="1408" y="515"/>
                </a:lnTo>
                <a:lnTo>
                  <a:pt x="1400" y="536"/>
                </a:lnTo>
                <a:lnTo>
                  <a:pt x="1387" y="558"/>
                </a:lnTo>
                <a:lnTo>
                  <a:pt x="1371" y="580"/>
                </a:lnTo>
                <a:lnTo>
                  <a:pt x="1353" y="601"/>
                </a:lnTo>
                <a:lnTo>
                  <a:pt x="1333" y="623"/>
                </a:lnTo>
                <a:lnTo>
                  <a:pt x="1340" y="640"/>
                </a:lnTo>
                <a:lnTo>
                  <a:pt x="1345" y="671"/>
                </a:lnTo>
                <a:lnTo>
                  <a:pt x="1345" y="704"/>
                </a:lnTo>
                <a:lnTo>
                  <a:pt x="1342" y="719"/>
                </a:lnTo>
                <a:lnTo>
                  <a:pt x="1339" y="736"/>
                </a:lnTo>
                <a:lnTo>
                  <a:pt x="1334" y="752"/>
                </a:lnTo>
                <a:lnTo>
                  <a:pt x="1328" y="769"/>
                </a:lnTo>
                <a:lnTo>
                  <a:pt x="1318" y="785"/>
                </a:lnTo>
                <a:lnTo>
                  <a:pt x="1309" y="800"/>
                </a:lnTo>
                <a:lnTo>
                  <a:pt x="1298" y="815"/>
                </a:lnTo>
                <a:lnTo>
                  <a:pt x="1287" y="829"/>
                </a:lnTo>
                <a:lnTo>
                  <a:pt x="1273" y="841"/>
                </a:lnTo>
                <a:lnTo>
                  <a:pt x="1259" y="853"/>
                </a:lnTo>
                <a:lnTo>
                  <a:pt x="1251" y="858"/>
                </a:lnTo>
                <a:lnTo>
                  <a:pt x="1244" y="864"/>
                </a:lnTo>
                <a:lnTo>
                  <a:pt x="1228" y="876"/>
                </a:lnTo>
                <a:lnTo>
                  <a:pt x="1209" y="884"/>
                </a:lnTo>
                <a:lnTo>
                  <a:pt x="1192" y="892"/>
                </a:lnTo>
                <a:lnTo>
                  <a:pt x="1183" y="894"/>
                </a:lnTo>
                <a:lnTo>
                  <a:pt x="1178" y="895"/>
                </a:lnTo>
                <a:lnTo>
                  <a:pt x="1174" y="898"/>
                </a:lnTo>
                <a:lnTo>
                  <a:pt x="1157" y="902"/>
                </a:lnTo>
                <a:lnTo>
                  <a:pt x="1121" y="907"/>
                </a:lnTo>
                <a:lnTo>
                  <a:pt x="1088" y="907"/>
                </a:lnTo>
                <a:lnTo>
                  <a:pt x="1067" y="904"/>
                </a:lnTo>
                <a:lnTo>
                  <a:pt x="1049" y="898"/>
                </a:lnTo>
                <a:lnTo>
                  <a:pt x="1031" y="890"/>
                </a:lnTo>
                <a:lnTo>
                  <a:pt x="1016" y="882"/>
                </a:lnTo>
                <a:lnTo>
                  <a:pt x="999" y="871"/>
                </a:lnTo>
                <a:lnTo>
                  <a:pt x="985" y="859"/>
                </a:lnTo>
                <a:lnTo>
                  <a:pt x="971" y="845"/>
                </a:lnTo>
                <a:lnTo>
                  <a:pt x="959" y="829"/>
                </a:lnTo>
                <a:lnTo>
                  <a:pt x="926" y="848"/>
                </a:lnTo>
                <a:lnTo>
                  <a:pt x="892" y="866"/>
                </a:lnTo>
                <a:lnTo>
                  <a:pt x="859" y="881"/>
                </a:lnTo>
                <a:lnTo>
                  <a:pt x="827" y="894"/>
                </a:lnTo>
                <a:lnTo>
                  <a:pt x="794" y="902"/>
                </a:lnTo>
                <a:lnTo>
                  <a:pt x="763" y="911"/>
                </a:lnTo>
                <a:lnTo>
                  <a:pt x="731" y="914"/>
                </a:lnTo>
                <a:lnTo>
                  <a:pt x="701" y="917"/>
                </a:lnTo>
                <a:lnTo>
                  <a:pt x="670" y="914"/>
                </a:lnTo>
                <a:lnTo>
                  <a:pt x="639" y="911"/>
                </a:lnTo>
                <a:lnTo>
                  <a:pt x="609" y="902"/>
                </a:lnTo>
                <a:lnTo>
                  <a:pt x="580" y="894"/>
                </a:lnTo>
                <a:lnTo>
                  <a:pt x="550" y="881"/>
                </a:lnTo>
                <a:lnTo>
                  <a:pt x="521" y="866"/>
                </a:lnTo>
                <a:lnTo>
                  <a:pt x="492" y="848"/>
                </a:lnTo>
                <a:lnTo>
                  <a:pt x="465" y="829"/>
                </a:lnTo>
                <a:lnTo>
                  <a:pt x="458" y="836"/>
                </a:lnTo>
                <a:lnTo>
                  <a:pt x="455" y="838"/>
                </a:lnTo>
                <a:lnTo>
                  <a:pt x="454" y="840"/>
                </a:lnTo>
                <a:lnTo>
                  <a:pt x="452" y="845"/>
                </a:lnTo>
                <a:lnTo>
                  <a:pt x="438" y="859"/>
                </a:lnTo>
                <a:lnTo>
                  <a:pt x="423" y="871"/>
                </a:lnTo>
                <a:lnTo>
                  <a:pt x="408" y="882"/>
                </a:lnTo>
                <a:lnTo>
                  <a:pt x="392" y="890"/>
                </a:lnTo>
                <a:lnTo>
                  <a:pt x="375" y="898"/>
                </a:lnTo>
                <a:lnTo>
                  <a:pt x="356" y="904"/>
                </a:lnTo>
                <a:lnTo>
                  <a:pt x="346" y="905"/>
                </a:lnTo>
                <a:lnTo>
                  <a:pt x="338" y="907"/>
                </a:lnTo>
                <a:lnTo>
                  <a:pt x="302" y="907"/>
                </a:lnTo>
                <a:lnTo>
                  <a:pt x="267" y="902"/>
                </a:lnTo>
                <a:lnTo>
                  <a:pt x="248" y="898"/>
                </a:lnTo>
                <a:lnTo>
                  <a:pt x="231" y="892"/>
                </a:lnTo>
                <a:lnTo>
                  <a:pt x="214" y="884"/>
                </a:lnTo>
                <a:lnTo>
                  <a:pt x="197" y="876"/>
                </a:lnTo>
                <a:lnTo>
                  <a:pt x="177" y="863"/>
                </a:lnTo>
                <a:lnTo>
                  <a:pt x="160" y="850"/>
                </a:lnTo>
                <a:lnTo>
                  <a:pt x="140" y="832"/>
                </a:lnTo>
                <a:lnTo>
                  <a:pt x="124" y="812"/>
                </a:lnTo>
                <a:lnTo>
                  <a:pt x="108" y="791"/>
                </a:lnTo>
                <a:lnTo>
                  <a:pt x="98" y="769"/>
                </a:lnTo>
                <a:lnTo>
                  <a:pt x="84" y="731"/>
                </a:lnTo>
                <a:lnTo>
                  <a:pt x="78" y="695"/>
                </a:lnTo>
                <a:lnTo>
                  <a:pt x="77" y="676"/>
                </a:lnTo>
                <a:lnTo>
                  <a:pt x="81" y="659"/>
                </a:lnTo>
                <a:lnTo>
                  <a:pt x="92" y="623"/>
                </a:lnTo>
                <a:lnTo>
                  <a:pt x="69" y="601"/>
                </a:lnTo>
                <a:lnTo>
                  <a:pt x="51" y="581"/>
                </a:lnTo>
                <a:lnTo>
                  <a:pt x="35" y="559"/>
                </a:lnTo>
                <a:lnTo>
                  <a:pt x="23" y="540"/>
                </a:lnTo>
                <a:lnTo>
                  <a:pt x="12" y="518"/>
                </a:lnTo>
                <a:lnTo>
                  <a:pt x="8" y="508"/>
                </a:lnTo>
                <a:lnTo>
                  <a:pt x="5" y="498"/>
                </a:lnTo>
                <a:lnTo>
                  <a:pt x="2" y="476"/>
                </a:lnTo>
                <a:lnTo>
                  <a:pt x="0" y="457"/>
                </a:lnTo>
                <a:lnTo>
                  <a:pt x="2" y="436"/>
                </a:lnTo>
                <a:lnTo>
                  <a:pt x="5" y="414"/>
                </a:lnTo>
                <a:lnTo>
                  <a:pt x="12" y="392"/>
                </a:lnTo>
                <a:lnTo>
                  <a:pt x="23" y="372"/>
                </a:lnTo>
                <a:lnTo>
                  <a:pt x="35" y="350"/>
                </a:lnTo>
                <a:lnTo>
                  <a:pt x="51" y="329"/>
                </a:lnTo>
                <a:lnTo>
                  <a:pt x="69" y="307"/>
                </a:lnTo>
                <a:lnTo>
                  <a:pt x="92" y="288"/>
                </a:lnTo>
                <a:lnTo>
                  <a:pt x="81" y="250"/>
                </a:lnTo>
                <a:lnTo>
                  <a:pt x="77" y="230"/>
                </a:lnTo>
                <a:lnTo>
                  <a:pt x="78" y="214"/>
                </a:lnTo>
                <a:lnTo>
                  <a:pt x="84" y="176"/>
                </a:lnTo>
                <a:lnTo>
                  <a:pt x="98" y="140"/>
                </a:lnTo>
                <a:lnTo>
                  <a:pt x="114" y="108"/>
                </a:lnTo>
                <a:lnTo>
                  <a:pt x="137" y="80"/>
                </a:lnTo>
                <a:lnTo>
                  <a:pt x="164" y="55"/>
                </a:lnTo>
                <a:lnTo>
                  <a:pt x="179" y="43"/>
                </a:lnTo>
                <a:lnTo>
                  <a:pt x="197" y="34"/>
                </a:lnTo>
                <a:lnTo>
                  <a:pt x="231" y="16"/>
                </a:lnTo>
                <a:lnTo>
                  <a:pt x="267" y="5"/>
                </a:lnTo>
                <a:lnTo>
                  <a:pt x="302" y="0"/>
                </a:lnTo>
                <a:lnTo>
                  <a:pt x="338" y="2"/>
                </a:lnTo>
                <a:lnTo>
                  <a:pt x="356" y="5"/>
                </a:lnTo>
                <a:lnTo>
                  <a:pt x="375" y="11"/>
                </a:lnTo>
                <a:lnTo>
                  <a:pt x="392" y="17"/>
                </a:lnTo>
                <a:lnTo>
                  <a:pt x="408" y="26"/>
                </a:lnTo>
                <a:lnTo>
                  <a:pt x="423" y="36"/>
                </a:lnTo>
                <a:lnTo>
                  <a:pt x="438" y="49"/>
                </a:lnTo>
                <a:lnTo>
                  <a:pt x="452" y="62"/>
                </a:lnTo>
                <a:lnTo>
                  <a:pt x="465" y="80"/>
                </a:lnTo>
                <a:lnTo>
                  <a:pt x="525" y="48"/>
                </a:lnTo>
                <a:lnTo>
                  <a:pt x="556" y="35"/>
                </a:lnTo>
                <a:lnTo>
                  <a:pt x="587" y="26"/>
                </a:lnTo>
                <a:lnTo>
                  <a:pt x="618" y="18"/>
                </a:lnTo>
                <a:lnTo>
                  <a:pt x="650" y="12"/>
                </a:lnTo>
                <a:lnTo>
                  <a:pt x="712" y="8"/>
                </a:lnTo>
                <a:lnTo>
                  <a:pt x="772" y="12"/>
                </a:lnTo>
                <a:lnTo>
                  <a:pt x="803" y="18"/>
                </a:lnTo>
                <a:lnTo>
                  <a:pt x="835" y="26"/>
                </a:lnTo>
                <a:lnTo>
                  <a:pt x="866" y="35"/>
                </a:lnTo>
                <a:lnTo>
                  <a:pt x="897" y="48"/>
                </a:lnTo>
                <a:lnTo>
                  <a:pt x="959" y="80"/>
                </a:lnTo>
                <a:lnTo>
                  <a:pt x="971" y="62"/>
                </a:lnTo>
                <a:lnTo>
                  <a:pt x="985" y="49"/>
                </a:lnTo>
                <a:lnTo>
                  <a:pt x="999" y="36"/>
                </a:lnTo>
                <a:lnTo>
                  <a:pt x="1016" y="26"/>
                </a:lnTo>
                <a:lnTo>
                  <a:pt x="1031" y="17"/>
                </a:lnTo>
                <a:lnTo>
                  <a:pt x="1049" y="11"/>
                </a:lnTo>
                <a:lnTo>
                  <a:pt x="1067" y="5"/>
                </a:lnTo>
                <a:lnTo>
                  <a:pt x="1088" y="2"/>
                </a:lnTo>
              </a:path>
            </a:pathLst>
          </a:custGeom>
          <a:gradFill rotWithShape="1">
            <a:gsLst>
              <a:gs pos="0">
                <a:srgbClr val="E28700"/>
              </a:gs>
              <a:gs pos="50000">
                <a:srgbClr val="FF9900">
                  <a:alpha val="59000"/>
                </a:srgbClr>
              </a:gs>
              <a:gs pos="100000">
                <a:srgbClr val="E28700"/>
              </a:gs>
            </a:gsLst>
            <a:lin ang="5400000" scaled="1"/>
          </a:gradFill>
          <a:ln w="12700">
            <a:solidFill>
              <a:srgbClr val="993300"/>
            </a:solidFill>
            <a:prstDash val="solid"/>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Arial" panose="020B0604020202020204" pitchFamily="34" charset="0"/>
            </a:endParaRPr>
          </a:p>
        </p:txBody>
      </p:sp>
      <p:sp>
        <p:nvSpPr>
          <p:cNvPr id="15379" name="Rectangle 18">
            <a:extLst>
              <a:ext uri="{FF2B5EF4-FFF2-40B4-BE49-F238E27FC236}">
                <a16:creationId xmlns:a16="http://schemas.microsoft.com/office/drawing/2014/main" id="{E5AF100F-0AF4-9C2B-832F-9C75F600DABC}"/>
              </a:ext>
            </a:extLst>
          </p:cNvPr>
          <p:cNvSpPr>
            <a:spLocks noChangeArrowheads="1"/>
          </p:cNvSpPr>
          <p:nvPr/>
        </p:nvSpPr>
        <p:spPr bwMode="auto">
          <a:xfrm>
            <a:off x="1600200" y="3857625"/>
            <a:ext cx="5715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FC SAN</a:t>
            </a: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380" name="Line 19">
            <a:extLst>
              <a:ext uri="{FF2B5EF4-FFF2-40B4-BE49-F238E27FC236}">
                <a16:creationId xmlns:a16="http://schemas.microsoft.com/office/drawing/2014/main" id="{5AC84DA1-025A-79D8-683E-E98BE395D955}"/>
              </a:ext>
            </a:extLst>
          </p:cNvPr>
          <p:cNvSpPr>
            <a:spLocks noChangeShapeType="1"/>
          </p:cNvSpPr>
          <p:nvPr/>
        </p:nvSpPr>
        <p:spPr bwMode="auto">
          <a:xfrm flipH="1">
            <a:off x="3060700" y="4572000"/>
            <a:ext cx="381000" cy="0"/>
          </a:xfrm>
          <a:prstGeom prst="line">
            <a:avLst/>
          </a:prstGeom>
          <a:noFill/>
          <a:ln w="3810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381" name="Line 20">
            <a:extLst>
              <a:ext uri="{FF2B5EF4-FFF2-40B4-BE49-F238E27FC236}">
                <a16:creationId xmlns:a16="http://schemas.microsoft.com/office/drawing/2014/main" id="{B3C47991-6EFA-9AF8-9D61-98A845B29B58}"/>
              </a:ext>
            </a:extLst>
          </p:cNvPr>
          <p:cNvSpPr>
            <a:spLocks noChangeShapeType="1"/>
          </p:cNvSpPr>
          <p:nvPr/>
        </p:nvSpPr>
        <p:spPr bwMode="auto">
          <a:xfrm flipH="1">
            <a:off x="3048000" y="3352800"/>
            <a:ext cx="381000"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382" name="Line 21">
            <a:extLst>
              <a:ext uri="{FF2B5EF4-FFF2-40B4-BE49-F238E27FC236}">
                <a16:creationId xmlns:a16="http://schemas.microsoft.com/office/drawing/2014/main" id="{C4E0F669-C481-756D-FAF7-745CF7D05E8C}"/>
              </a:ext>
            </a:extLst>
          </p:cNvPr>
          <p:cNvSpPr>
            <a:spLocks noChangeShapeType="1"/>
          </p:cNvSpPr>
          <p:nvPr/>
        </p:nvSpPr>
        <p:spPr bwMode="auto">
          <a:xfrm flipH="1">
            <a:off x="2220913" y="3810000"/>
            <a:ext cx="533400"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383" name="Line 22">
            <a:extLst>
              <a:ext uri="{FF2B5EF4-FFF2-40B4-BE49-F238E27FC236}">
                <a16:creationId xmlns:a16="http://schemas.microsoft.com/office/drawing/2014/main" id="{C52F7577-18C4-38B7-BBF4-5AD6FA33BD72}"/>
              </a:ext>
            </a:extLst>
          </p:cNvPr>
          <p:cNvSpPr>
            <a:spLocks noChangeShapeType="1"/>
          </p:cNvSpPr>
          <p:nvPr/>
        </p:nvSpPr>
        <p:spPr bwMode="auto">
          <a:xfrm flipH="1">
            <a:off x="2247900" y="3886200"/>
            <a:ext cx="657225"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384" name="Line 23">
            <a:extLst>
              <a:ext uri="{FF2B5EF4-FFF2-40B4-BE49-F238E27FC236}">
                <a16:creationId xmlns:a16="http://schemas.microsoft.com/office/drawing/2014/main" id="{81EDBB64-5E75-8752-80F1-1C8F44BDC229}"/>
              </a:ext>
            </a:extLst>
          </p:cNvPr>
          <p:cNvSpPr>
            <a:spLocks noChangeShapeType="1"/>
          </p:cNvSpPr>
          <p:nvPr/>
        </p:nvSpPr>
        <p:spPr bwMode="auto">
          <a:xfrm flipH="1">
            <a:off x="2238375" y="4038600"/>
            <a:ext cx="533400"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385" name="Line 24">
            <a:extLst>
              <a:ext uri="{FF2B5EF4-FFF2-40B4-BE49-F238E27FC236}">
                <a16:creationId xmlns:a16="http://schemas.microsoft.com/office/drawing/2014/main" id="{CD2D3B0D-4B6E-141F-3C64-487228ED66DC}"/>
              </a:ext>
            </a:extLst>
          </p:cNvPr>
          <p:cNvSpPr>
            <a:spLocks noChangeShapeType="1"/>
          </p:cNvSpPr>
          <p:nvPr/>
        </p:nvSpPr>
        <p:spPr bwMode="auto">
          <a:xfrm flipH="1">
            <a:off x="2895600" y="3733800"/>
            <a:ext cx="533400"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386" name="Line 25">
            <a:extLst>
              <a:ext uri="{FF2B5EF4-FFF2-40B4-BE49-F238E27FC236}">
                <a16:creationId xmlns:a16="http://schemas.microsoft.com/office/drawing/2014/main" id="{CC669C5F-7204-2B8E-36A3-F83D609A7371}"/>
              </a:ext>
            </a:extLst>
          </p:cNvPr>
          <p:cNvSpPr>
            <a:spLocks noChangeShapeType="1"/>
          </p:cNvSpPr>
          <p:nvPr/>
        </p:nvSpPr>
        <p:spPr bwMode="auto">
          <a:xfrm flipH="1" flipV="1">
            <a:off x="2895600" y="4191000"/>
            <a:ext cx="533400" cy="1270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387" name="Line 26">
            <a:extLst>
              <a:ext uri="{FF2B5EF4-FFF2-40B4-BE49-F238E27FC236}">
                <a16:creationId xmlns:a16="http://schemas.microsoft.com/office/drawing/2014/main" id="{2C82CBA2-651B-CC43-F401-BD22E74FC8DF}"/>
              </a:ext>
            </a:extLst>
          </p:cNvPr>
          <p:cNvSpPr>
            <a:spLocks noChangeShapeType="1"/>
          </p:cNvSpPr>
          <p:nvPr/>
        </p:nvSpPr>
        <p:spPr bwMode="auto">
          <a:xfrm flipH="1">
            <a:off x="2373313" y="3962400"/>
            <a:ext cx="533400"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388" name="Freeform 27">
            <a:extLst>
              <a:ext uri="{FF2B5EF4-FFF2-40B4-BE49-F238E27FC236}">
                <a16:creationId xmlns:a16="http://schemas.microsoft.com/office/drawing/2014/main" id="{156D86C8-73F2-6017-5F94-AA8EF6B0AC31}"/>
              </a:ext>
            </a:extLst>
          </p:cNvPr>
          <p:cNvSpPr>
            <a:spLocks/>
          </p:cNvSpPr>
          <p:nvPr/>
        </p:nvSpPr>
        <p:spPr bwMode="auto">
          <a:xfrm>
            <a:off x="2751138" y="4038600"/>
            <a:ext cx="3175" cy="533400"/>
          </a:xfrm>
          <a:custGeom>
            <a:avLst/>
            <a:gdLst>
              <a:gd name="T0" fmla="*/ 2147483646 w 2"/>
              <a:gd name="T1" fmla="*/ 0 h 336"/>
              <a:gd name="T2" fmla="*/ 0 w 2"/>
              <a:gd name="T3" fmla="*/ 2147483646 h 336"/>
              <a:gd name="T4" fmla="*/ 0 60000 65536"/>
              <a:gd name="T5" fmla="*/ 0 60000 65536"/>
            </a:gdLst>
            <a:ahLst/>
            <a:cxnLst>
              <a:cxn ang="T4">
                <a:pos x="T0" y="T1"/>
              </a:cxn>
              <a:cxn ang="T5">
                <a:pos x="T2" y="T3"/>
              </a:cxn>
            </a:cxnLst>
            <a:rect l="0" t="0" r="r" b="b"/>
            <a:pathLst>
              <a:path w="2" h="336">
                <a:moveTo>
                  <a:pt x="2" y="0"/>
                </a:moveTo>
                <a:lnTo>
                  <a:pt x="0" y="336"/>
                </a:lnTo>
              </a:path>
            </a:pathLst>
          </a:custGeom>
          <a:solidFill>
            <a:srgbClr val="FFFFFF"/>
          </a:solidFill>
          <a:ln w="31750">
            <a:solidFill>
              <a:srgbClr val="FF9900"/>
            </a:solidFill>
            <a:round/>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389" name="Line 28">
            <a:extLst>
              <a:ext uri="{FF2B5EF4-FFF2-40B4-BE49-F238E27FC236}">
                <a16:creationId xmlns:a16="http://schemas.microsoft.com/office/drawing/2014/main" id="{EB2F2CC8-D5AF-8DB7-2488-E531327D73A5}"/>
              </a:ext>
            </a:extLst>
          </p:cNvPr>
          <p:cNvSpPr>
            <a:spLocks noChangeShapeType="1"/>
          </p:cNvSpPr>
          <p:nvPr/>
        </p:nvSpPr>
        <p:spPr bwMode="auto">
          <a:xfrm flipH="1">
            <a:off x="2743200" y="4572000"/>
            <a:ext cx="381000"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390" name="Line 29">
            <a:extLst>
              <a:ext uri="{FF2B5EF4-FFF2-40B4-BE49-F238E27FC236}">
                <a16:creationId xmlns:a16="http://schemas.microsoft.com/office/drawing/2014/main" id="{9089EF2E-42DD-7282-D1DC-0F7F917DCD4B}"/>
              </a:ext>
            </a:extLst>
          </p:cNvPr>
          <p:cNvSpPr>
            <a:spLocks noChangeShapeType="1"/>
          </p:cNvSpPr>
          <p:nvPr/>
        </p:nvSpPr>
        <p:spPr bwMode="auto">
          <a:xfrm flipH="1">
            <a:off x="2743200" y="3352800"/>
            <a:ext cx="381000"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391" name="Line 30">
            <a:extLst>
              <a:ext uri="{FF2B5EF4-FFF2-40B4-BE49-F238E27FC236}">
                <a16:creationId xmlns:a16="http://schemas.microsoft.com/office/drawing/2014/main" id="{2CDDF7F6-802E-7DD2-DF89-FEB1C0F7E749}"/>
              </a:ext>
            </a:extLst>
          </p:cNvPr>
          <p:cNvSpPr>
            <a:spLocks noChangeShapeType="1"/>
          </p:cNvSpPr>
          <p:nvPr/>
        </p:nvSpPr>
        <p:spPr bwMode="auto">
          <a:xfrm flipH="1">
            <a:off x="2743200" y="3344863"/>
            <a:ext cx="0" cy="45720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392" name="Line 31">
            <a:extLst>
              <a:ext uri="{FF2B5EF4-FFF2-40B4-BE49-F238E27FC236}">
                <a16:creationId xmlns:a16="http://schemas.microsoft.com/office/drawing/2014/main" id="{89994761-C876-E67B-0350-B09574D5CE5D}"/>
              </a:ext>
            </a:extLst>
          </p:cNvPr>
          <p:cNvSpPr>
            <a:spLocks noChangeShapeType="1"/>
          </p:cNvSpPr>
          <p:nvPr/>
        </p:nvSpPr>
        <p:spPr bwMode="auto">
          <a:xfrm flipH="1">
            <a:off x="2906713" y="3733800"/>
            <a:ext cx="0" cy="15240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393" name="Line 32">
            <a:extLst>
              <a:ext uri="{FF2B5EF4-FFF2-40B4-BE49-F238E27FC236}">
                <a16:creationId xmlns:a16="http://schemas.microsoft.com/office/drawing/2014/main" id="{F829C3CB-2789-C344-A2C7-363AC26C4DBE}"/>
              </a:ext>
            </a:extLst>
          </p:cNvPr>
          <p:cNvSpPr>
            <a:spLocks noChangeShapeType="1"/>
          </p:cNvSpPr>
          <p:nvPr/>
        </p:nvSpPr>
        <p:spPr bwMode="auto">
          <a:xfrm flipH="1">
            <a:off x="2906713" y="3962400"/>
            <a:ext cx="0" cy="22860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394" name="Line 33">
            <a:extLst>
              <a:ext uri="{FF2B5EF4-FFF2-40B4-BE49-F238E27FC236}">
                <a16:creationId xmlns:a16="http://schemas.microsoft.com/office/drawing/2014/main" id="{A019EF22-CCDF-5423-7015-F1F94CDDECC1}"/>
              </a:ext>
            </a:extLst>
          </p:cNvPr>
          <p:cNvSpPr>
            <a:spLocks noChangeShapeType="1"/>
          </p:cNvSpPr>
          <p:nvPr/>
        </p:nvSpPr>
        <p:spPr bwMode="auto">
          <a:xfrm flipH="1">
            <a:off x="4267200" y="4038600"/>
            <a:ext cx="1676400" cy="0"/>
          </a:xfrm>
          <a:prstGeom prst="line">
            <a:avLst/>
          </a:prstGeom>
          <a:noFill/>
          <a:ln w="3810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395" name="Rectangle 36">
            <a:extLst>
              <a:ext uri="{FF2B5EF4-FFF2-40B4-BE49-F238E27FC236}">
                <a16:creationId xmlns:a16="http://schemas.microsoft.com/office/drawing/2014/main" id="{70B536A1-1E94-CC09-134E-C8FDAB95A005}"/>
              </a:ext>
            </a:extLst>
          </p:cNvPr>
          <p:cNvSpPr>
            <a:spLocks noChangeArrowheads="1"/>
          </p:cNvSpPr>
          <p:nvPr/>
        </p:nvSpPr>
        <p:spPr bwMode="auto">
          <a:xfrm>
            <a:off x="4624388" y="3467100"/>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396" name="Rectangle 37">
            <a:extLst>
              <a:ext uri="{FF2B5EF4-FFF2-40B4-BE49-F238E27FC236}">
                <a16:creationId xmlns:a16="http://schemas.microsoft.com/office/drawing/2014/main" id="{F9CD871E-C87F-16B0-4C1F-9ACE343FE6DD}"/>
              </a:ext>
            </a:extLst>
          </p:cNvPr>
          <p:cNvSpPr>
            <a:spLocks noChangeArrowheads="1"/>
          </p:cNvSpPr>
          <p:nvPr/>
        </p:nvSpPr>
        <p:spPr bwMode="auto">
          <a:xfrm>
            <a:off x="4752975" y="3467100"/>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397" name="Rectangle 38">
            <a:extLst>
              <a:ext uri="{FF2B5EF4-FFF2-40B4-BE49-F238E27FC236}">
                <a16:creationId xmlns:a16="http://schemas.microsoft.com/office/drawing/2014/main" id="{00508359-BDA4-FFAF-FACA-E1F51BAE4048}"/>
              </a:ext>
            </a:extLst>
          </p:cNvPr>
          <p:cNvSpPr>
            <a:spLocks noChangeArrowheads="1"/>
          </p:cNvSpPr>
          <p:nvPr/>
        </p:nvSpPr>
        <p:spPr bwMode="auto">
          <a:xfrm>
            <a:off x="4881563" y="3467100"/>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398" name="Rectangle 39">
            <a:extLst>
              <a:ext uri="{FF2B5EF4-FFF2-40B4-BE49-F238E27FC236}">
                <a16:creationId xmlns:a16="http://schemas.microsoft.com/office/drawing/2014/main" id="{5080D6D4-F7AF-A972-418B-3EF0F48E52E8}"/>
              </a:ext>
            </a:extLst>
          </p:cNvPr>
          <p:cNvSpPr>
            <a:spLocks noChangeArrowheads="1"/>
          </p:cNvSpPr>
          <p:nvPr/>
        </p:nvSpPr>
        <p:spPr bwMode="auto">
          <a:xfrm>
            <a:off x="5010150" y="3467100"/>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399" name="Rectangle 40">
            <a:extLst>
              <a:ext uri="{FF2B5EF4-FFF2-40B4-BE49-F238E27FC236}">
                <a16:creationId xmlns:a16="http://schemas.microsoft.com/office/drawing/2014/main" id="{AE15F558-9BC1-19F0-8688-F31C03251C2D}"/>
              </a:ext>
            </a:extLst>
          </p:cNvPr>
          <p:cNvSpPr>
            <a:spLocks noChangeArrowheads="1"/>
          </p:cNvSpPr>
          <p:nvPr/>
        </p:nvSpPr>
        <p:spPr bwMode="auto">
          <a:xfrm>
            <a:off x="5138738" y="3467100"/>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00" name="Rectangle 41">
            <a:extLst>
              <a:ext uri="{FF2B5EF4-FFF2-40B4-BE49-F238E27FC236}">
                <a16:creationId xmlns:a16="http://schemas.microsoft.com/office/drawing/2014/main" id="{58CB20DB-FDE8-D29C-B985-E07F1A668F95}"/>
              </a:ext>
            </a:extLst>
          </p:cNvPr>
          <p:cNvSpPr>
            <a:spLocks noChangeArrowheads="1"/>
          </p:cNvSpPr>
          <p:nvPr/>
        </p:nvSpPr>
        <p:spPr bwMode="auto">
          <a:xfrm>
            <a:off x="5267325" y="3467100"/>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01" name="Rectangle 42">
            <a:extLst>
              <a:ext uri="{FF2B5EF4-FFF2-40B4-BE49-F238E27FC236}">
                <a16:creationId xmlns:a16="http://schemas.microsoft.com/office/drawing/2014/main" id="{070A777F-C3F2-2DCD-CC8F-680EEC5B65E1}"/>
              </a:ext>
            </a:extLst>
          </p:cNvPr>
          <p:cNvSpPr>
            <a:spLocks noChangeArrowheads="1"/>
          </p:cNvSpPr>
          <p:nvPr/>
        </p:nvSpPr>
        <p:spPr bwMode="auto">
          <a:xfrm>
            <a:off x="5395913" y="3467100"/>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02" name="Rectangle 43">
            <a:extLst>
              <a:ext uri="{FF2B5EF4-FFF2-40B4-BE49-F238E27FC236}">
                <a16:creationId xmlns:a16="http://schemas.microsoft.com/office/drawing/2014/main" id="{84B728AB-B036-9F99-76BB-BEDB30BC904D}"/>
              </a:ext>
            </a:extLst>
          </p:cNvPr>
          <p:cNvSpPr>
            <a:spLocks noChangeArrowheads="1"/>
          </p:cNvSpPr>
          <p:nvPr/>
        </p:nvSpPr>
        <p:spPr bwMode="auto">
          <a:xfrm>
            <a:off x="5524500" y="3467100"/>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03" name="Rectangle 45">
            <a:extLst>
              <a:ext uri="{FF2B5EF4-FFF2-40B4-BE49-F238E27FC236}">
                <a16:creationId xmlns:a16="http://schemas.microsoft.com/office/drawing/2014/main" id="{2FA36D30-4E79-9B31-5D06-EB3274A3CEA5}"/>
              </a:ext>
            </a:extLst>
          </p:cNvPr>
          <p:cNvSpPr>
            <a:spLocks noChangeArrowheads="1"/>
          </p:cNvSpPr>
          <p:nvPr/>
        </p:nvSpPr>
        <p:spPr bwMode="auto">
          <a:xfrm>
            <a:off x="4624388" y="3595688"/>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04" name="Rectangle 46">
            <a:extLst>
              <a:ext uri="{FF2B5EF4-FFF2-40B4-BE49-F238E27FC236}">
                <a16:creationId xmlns:a16="http://schemas.microsoft.com/office/drawing/2014/main" id="{356D166D-BA16-F401-0373-05D724FE7C51}"/>
              </a:ext>
            </a:extLst>
          </p:cNvPr>
          <p:cNvSpPr>
            <a:spLocks noChangeArrowheads="1"/>
          </p:cNvSpPr>
          <p:nvPr/>
        </p:nvSpPr>
        <p:spPr bwMode="auto">
          <a:xfrm>
            <a:off x="4752975" y="3595688"/>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05" name="Rectangle 47">
            <a:extLst>
              <a:ext uri="{FF2B5EF4-FFF2-40B4-BE49-F238E27FC236}">
                <a16:creationId xmlns:a16="http://schemas.microsoft.com/office/drawing/2014/main" id="{816E77B9-2FCE-0C9F-15CD-0FE06C7123CB}"/>
              </a:ext>
            </a:extLst>
          </p:cNvPr>
          <p:cNvSpPr>
            <a:spLocks noChangeArrowheads="1"/>
          </p:cNvSpPr>
          <p:nvPr/>
        </p:nvSpPr>
        <p:spPr bwMode="auto">
          <a:xfrm>
            <a:off x="4881563" y="3595688"/>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06" name="Rectangle 48">
            <a:extLst>
              <a:ext uri="{FF2B5EF4-FFF2-40B4-BE49-F238E27FC236}">
                <a16:creationId xmlns:a16="http://schemas.microsoft.com/office/drawing/2014/main" id="{6076FCBD-2EFB-0BD1-E2F1-A151FC0E10EF}"/>
              </a:ext>
            </a:extLst>
          </p:cNvPr>
          <p:cNvSpPr>
            <a:spLocks noChangeArrowheads="1"/>
          </p:cNvSpPr>
          <p:nvPr/>
        </p:nvSpPr>
        <p:spPr bwMode="auto">
          <a:xfrm>
            <a:off x="5010150" y="3595688"/>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07" name="Rectangle 49">
            <a:extLst>
              <a:ext uri="{FF2B5EF4-FFF2-40B4-BE49-F238E27FC236}">
                <a16:creationId xmlns:a16="http://schemas.microsoft.com/office/drawing/2014/main" id="{0329C259-7E28-417F-6007-8F102DFCB700}"/>
              </a:ext>
            </a:extLst>
          </p:cNvPr>
          <p:cNvSpPr>
            <a:spLocks noChangeArrowheads="1"/>
          </p:cNvSpPr>
          <p:nvPr/>
        </p:nvSpPr>
        <p:spPr bwMode="auto">
          <a:xfrm>
            <a:off x="5138738" y="3595688"/>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08" name="Rectangle 50">
            <a:extLst>
              <a:ext uri="{FF2B5EF4-FFF2-40B4-BE49-F238E27FC236}">
                <a16:creationId xmlns:a16="http://schemas.microsoft.com/office/drawing/2014/main" id="{EEDD05BF-0085-6206-FE9D-BC8CF27789A7}"/>
              </a:ext>
            </a:extLst>
          </p:cNvPr>
          <p:cNvSpPr>
            <a:spLocks noChangeArrowheads="1"/>
          </p:cNvSpPr>
          <p:nvPr/>
        </p:nvSpPr>
        <p:spPr bwMode="auto">
          <a:xfrm>
            <a:off x="5267325" y="3595688"/>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09" name="Rectangle 51">
            <a:extLst>
              <a:ext uri="{FF2B5EF4-FFF2-40B4-BE49-F238E27FC236}">
                <a16:creationId xmlns:a16="http://schemas.microsoft.com/office/drawing/2014/main" id="{9C9C1E19-E3CC-F4A6-B366-BF8F97D19ECE}"/>
              </a:ext>
            </a:extLst>
          </p:cNvPr>
          <p:cNvSpPr>
            <a:spLocks noChangeArrowheads="1"/>
          </p:cNvSpPr>
          <p:nvPr/>
        </p:nvSpPr>
        <p:spPr bwMode="auto">
          <a:xfrm>
            <a:off x="5395913" y="3595688"/>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10" name="Rectangle 52">
            <a:extLst>
              <a:ext uri="{FF2B5EF4-FFF2-40B4-BE49-F238E27FC236}">
                <a16:creationId xmlns:a16="http://schemas.microsoft.com/office/drawing/2014/main" id="{FB7AA060-9F3F-E5BB-7B0F-533E27A269D2}"/>
              </a:ext>
            </a:extLst>
          </p:cNvPr>
          <p:cNvSpPr>
            <a:spLocks noChangeArrowheads="1"/>
          </p:cNvSpPr>
          <p:nvPr/>
        </p:nvSpPr>
        <p:spPr bwMode="auto">
          <a:xfrm>
            <a:off x="5524500" y="3595688"/>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11" name="Rectangle 54">
            <a:extLst>
              <a:ext uri="{FF2B5EF4-FFF2-40B4-BE49-F238E27FC236}">
                <a16:creationId xmlns:a16="http://schemas.microsoft.com/office/drawing/2014/main" id="{4839A836-8B08-5266-783F-D184457668B4}"/>
              </a:ext>
            </a:extLst>
          </p:cNvPr>
          <p:cNvSpPr>
            <a:spLocks noChangeArrowheads="1"/>
          </p:cNvSpPr>
          <p:nvPr/>
        </p:nvSpPr>
        <p:spPr bwMode="auto">
          <a:xfrm>
            <a:off x="4624388" y="3724275"/>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12" name="Rectangle 55">
            <a:extLst>
              <a:ext uri="{FF2B5EF4-FFF2-40B4-BE49-F238E27FC236}">
                <a16:creationId xmlns:a16="http://schemas.microsoft.com/office/drawing/2014/main" id="{9DACC5A9-4A4A-FB39-1F7E-183CF3DE7B21}"/>
              </a:ext>
            </a:extLst>
          </p:cNvPr>
          <p:cNvSpPr>
            <a:spLocks noChangeArrowheads="1"/>
          </p:cNvSpPr>
          <p:nvPr/>
        </p:nvSpPr>
        <p:spPr bwMode="auto">
          <a:xfrm>
            <a:off x="4752975" y="3724275"/>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13" name="Rectangle 56">
            <a:extLst>
              <a:ext uri="{FF2B5EF4-FFF2-40B4-BE49-F238E27FC236}">
                <a16:creationId xmlns:a16="http://schemas.microsoft.com/office/drawing/2014/main" id="{C02AA1FD-7A0C-E614-3DA5-6BFC692036B5}"/>
              </a:ext>
            </a:extLst>
          </p:cNvPr>
          <p:cNvSpPr>
            <a:spLocks noChangeArrowheads="1"/>
          </p:cNvSpPr>
          <p:nvPr/>
        </p:nvSpPr>
        <p:spPr bwMode="auto">
          <a:xfrm>
            <a:off x="4881563" y="3724275"/>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14" name="Rectangle 57">
            <a:extLst>
              <a:ext uri="{FF2B5EF4-FFF2-40B4-BE49-F238E27FC236}">
                <a16:creationId xmlns:a16="http://schemas.microsoft.com/office/drawing/2014/main" id="{72720444-72F3-FE1B-8D39-4C31F85D4545}"/>
              </a:ext>
            </a:extLst>
          </p:cNvPr>
          <p:cNvSpPr>
            <a:spLocks noChangeArrowheads="1"/>
          </p:cNvSpPr>
          <p:nvPr/>
        </p:nvSpPr>
        <p:spPr bwMode="auto">
          <a:xfrm>
            <a:off x="5010150" y="3724275"/>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15" name="Rectangle 58">
            <a:extLst>
              <a:ext uri="{FF2B5EF4-FFF2-40B4-BE49-F238E27FC236}">
                <a16:creationId xmlns:a16="http://schemas.microsoft.com/office/drawing/2014/main" id="{8757DCF0-44C2-A5A7-D8C3-836D6C4A0E69}"/>
              </a:ext>
            </a:extLst>
          </p:cNvPr>
          <p:cNvSpPr>
            <a:spLocks noChangeArrowheads="1"/>
          </p:cNvSpPr>
          <p:nvPr/>
        </p:nvSpPr>
        <p:spPr bwMode="auto">
          <a:xfrm>
            <a:off x="5138738" y="3724275"/>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16" name="Rectangle 59">
            <a:extLst>
              <a:ext uri="{FF2B5EF4-FFF2-40B4-BE49-F238E27FC236}">
                <a16:creationId xmlns:a16="http://schemas.microsoft.com/office/drawing/2014/main" id="{20BDF2ED-0F11-79C0-9221-7211E8AF5456}"/>
              </a:ext>
            </a:extLst>
          </p:cNvPr>
          <p:cNvSpPr>
            <a:spLocks noChangeArrowheads="1"/>
          </p:cNvSpPr>
          <p:nvPr/>
        </p:nvSpPr>
        <p:spPr bwMode="auto">
          <a:xfrm>
            <a:off x="5267325" y="3724275"/>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17" name="Rectangle 60">
            <a:extLst>
              <a:ext uri="{FF2B5EF4-FFF2-40B4-BE49-F238E27FC236}">
                <a16:creationId xmlns:a16="http://schemas.microsoft.com/office/drawing/2014/main" id="{E5938C9D-BA10-9855-A3C2-338FFCE48656}"/>
              </a:ext>
            </a:extLst>
          </p:cNvPr>
          <p:cNvSpPr>
            <a:spLocks noChangeArrowheads="1"/>
          </p:cNvSpPr>
          <p:nvPr/>
        </p:nvSpPr>
        <p:spPr bwMode="auto">
          <a:xfrm>
            <a:off x="5395913" y="3724275"/>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18" name="Rectangle 61">
            <a:extLst>
              <a:ext uri="{FF2B5EF4-FFF2-40B4-BE49-F238E27FC236}">
                <a16:creationId xmlns:a16="http://schemas.microsoft.com/office/drawing/2014/main" id="{E97C63B7-5773-BEF7-6858-AFD79342E371}"/>
              </a:ext>
            </a:extLst>
          </p:cNvPr>
          <p:cNvSpPr>
            <a:spLocks noChangeArrowheads="1"/>
          </p:cNvSpPr>
          <p:nvPr/>
        </p:nvSpPr>
        <p:spPr bwMode="auto">
          <a:xfrm>
            <a:off x="5524500" y="3724275"/>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19" name="Rectangle 63">
            <a:extLst>
              <a:ext uri="{FF2B5EF4-FFF2-40B4-BE49-F238E27FC236}">
                <a16:creationId xmlns:a16="http://schemas.microsoft.com/office/drawing/2014/main" id="{6C44480B-8C0B-37E7-49D6-90E9DBAE3C29}"/>
              </a:ext>
            </a:extLst>
          </p:cNvPr>
          <p:cNvSpPr>
            <a:spLocks noChangeArrowheads="1"/>
          </p:cNvSpPr>
          <p:nvPr/>
        </p:nvSpPr>
        <p:spPr bwMode="auto">
          <a:xfrm>
            <a:off x="4624388" y="3852863"/>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20" name="Rectangle 64">
            <a:extLst>
              <a:ext uri="{FF2B5EF4-FFF2-40B4-BE49-F238E27FC236}">
                <a16:creationId xmlns:a16="http://schemas.microsoft.com/office/drawing/2014/main" id="{1FA74C8B-46D2-695D-AD7A-F047E312C5D0}"/>
              </a:ext>
            </a:extLst>
          </p:cNvPr>
          <p:cNvSpPr>
            <a:spLocks noChangeArrowheads="1"/>
          </p:cNvSpPr>
          <p:nvPr/>
        </p:nvSpPr>
        <p:spPr bwMode="auto">
          <a:xfrm>
            <a:off x="4752975" y="3852863"/>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21" name="Rectangle 65">
            <a:extLst>
              <a:ext uri="{FF2B5EF4-FFF2-40B4-BE49-F238E27FC236}">
                <a16:creationId xmlns:a16="http://schemas.microsoft.com/office/drawing/2014/main" id="{95FBA754-3C80-544F-2EBB-60D1598C2BB1}"/>
              </a:ext>
            </a:extLst>
          </p:cNvPr>
          <p:cNvSpPr>
            <a:spLocks noChangeArrowheads="1"/>
          </p:cNvSpPr>
          <p:nvPr/>
        </p:nvSpPr>
        <p:spPr bwMode="auto">
          <a:xfrm>
            <a:off x="4881563" y="3852863"/>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22" name="Rectangle 66">
            <a:extLst>
              <a:ext uri="{FF2B5EF4-FFF2-40B4-BE49-F238E27FC236}">
                <a16:creationId xmlns:a16="http://schemas.microsoft.com/office/drawing/2014/main" id="{D440F2FE-367B-0A15-E649-14F00970F6BE}"/>
              </a:ext>
            </a:extLst>
          </p:cNvPr>
          <p:cNvSpPr>
            <a:spLocks noChangeArrowheads="1"/>
          </p:cNvSpPr>
          <p:nvPr/>
        </p:nvSpPr>
        <p:spPr bwMode="auto">
          <a:xfrm>
            <a:off x="5010150" y="3852863"/>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23" name="Rectangle 67">
            <a:extLst>
              <a:ext uri="{FF2B5EF4-FFF2-40B4-BE49-F238E27FC236}">
                <a16:creationId xmlns:a16="http://schemas.microsoft.com/office/drawing/2014/main" id="{A6D25565-4B7F-81C2-2895-E39F3F24C571}"/>
              </a:ext>
            </a:extLst>
          </p:cNvPr>
          <p:cNvSpPr>
            <a:spLocks noChangeArrowheads="1"/>
          </p:cNvSpPr>
          <p:nvPr/>
        </p:nvSpPr>
        <p:spPr bwMode="auto">
          <a:xfrm>
            <a:off x="5138738" y="3852863"/>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24" name="Rectangle 68">
            <a:extLst>
              <a:ext uri="{FF2B5EF4-FFF2-40B4-BE49-F238E27FC236}">
                <a16:creationId xmlns:a16="http://schemas.microsoft.com/office/drawing/2014/main" id="{4D6E4BD5-185F-09EF-C08E-44DB0DF6A837}"/>
              </a:ext>
            </a:extLst>
          </p:cNvPr>
          <p:cNvSpPr>
            <a:spLocks noChangeArrowheads="1"/>
          </p:cNvSpPr>
          <p:nvPr/>
        </p:nvSpPr>
        <p:spPr bwMode="auto">
          <a:xfrm>
            <a:off x="5267325" y="3852863"/>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25" name="Rectangle 69">
            <a:extLst>
              <a:ext uri="{FF2B5EF4-FFF2-40B4-BE49-F238E27FC236}">
                <a16:creationId xmlns:a16="http://schemas.microsoft.com/office/drawing/2014/main" id="{27FF67B1-9EA8-23EA-22F5-F02C55969B56}"/>
              </a:ext>
            </a:extLst>
          </p:cNvPr>
          <p:cNvSpPr>
            <a:spLocks noChangeArrowheads="1"/>
          </p:cNvSpPr>
          <p:nvPr/>
        </p:nvSpPr>
        <p:spPr bwMode="auto">
          <a:xfrm>
            <a:off x="5395913" y="3852863"/>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26" name="Rectangle 70">
            <a:extLst>
              <a:ext uri="{FF2B5EF4-FFF2-40B4-BE49-F238E27FC236}">
                <a16:creationId xmlns:a16="http://schemas.microsoft.com/office/drawing/2014/main" id="{E6194819-8328-2345-E016-8D211B7DF4CD}"/>
              </a:ext>
            </a:extLst>
          </p:cNvPr>
          <p:cNvSpPr>
            <a:spLocks noChangeArrowheads="1"/>
          </p:cNvSpPr>
          <p:nvPr/>
        </p:nvSpPr>
        <p:spPr bwMode="auto">
          <a:xfrm>
            <a:off x="5524500" y="3852863"/>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27" name="Rectangle 72">
            <a:extLst>
              <a:ext uri="{FF2B5EF4-FFF2-40B4-BE49-F238E27FC236}">
                <a16:creationId xmlns:a16="http://schemas.microsoft.com/office/drawing/2014/main" id="{859DE6F3-CFD1-818E-21B2-AC9818A3B666}"/>
              </a:ext>
            </a:extLst>
          </p:cNvPr>
          <p:cNvSpPr>
            <a:spLocks noChangeArrowheads="1"/>
          </p:cNvSpPr>
          <p:nvPr/>
        </p:nvSpPr>
        <p:spPr bwMode="auto">
          <a:xfrm>
            <a:off x="4624388" y="3981450"/>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28" name="Rectangle 73">
            <a:extLst>
              <a:ext uri="{FF2B5EF4-FFF2-40B4-BE49-F238E27FC236}">
                <a16:creationId xmlns:a16="http://schemas.microsoft.com/office/drawing/2014/main" id="{E1AD99DE-4228-94AE-5307-70E117765A05}"/>
              </a:ext>
            </a:extLst>
          </p:cNvPr>
          <p:cNvSpPr>
            <a:spLocks noChangeArrowheads="1"/>
          </p:cNvSpPr>
          <p:nvPr/>
        </p:nvSpPr>
        <p:spPr bwMode="auto">
          <a:xfrm>
            <a:off x="4752975" y="3981450"/>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29" name="Rectangle 74">
            <a:extLst>
              <a:ext uri="{FF2B5EF4-FFF2-40B4-BE49-F238E27FC236}">
                <a16:creationId xmlns:a16="http://schemas.microsoft.com/office/drawing/2014/main" id="{DE16868A-DB26-A0EE-DD11-885AF6BA7969}"/>
              </a:ext>
            </a:extLst>
          </p:cNvPr>
          <p:cNvSpPr>
            <a:spLocks noChangeArrowheads="1"/>
          </p:cNvSpPr>
          <p:nvPr/>
        </p:nvSpPr>
        <p:spPr bwMode="auto">
          <a:xfrm>
            <a:off x="4881563" y="3981450"/>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30" name="Rectangle 75">
            <a:extLst>
              <a:ext uri="{FF2B5EF4-FFF2-40B4-BE49-F238E27FC236}">
                <a16:creationId xmlns:a16="http://schemas.microsoft.com/office/drawing/2014/main" id="{C10CBF7F-79B6-8B7D-37B2-F9967A1CA46B}"/>
              </a:ext>
            </a:extLst>
          </p:cNvPr>
          <p:cNvSpPr>
            <a:spLocks noChangeArrowheads="1"/>
          </p:cNvSpPr>
          <p:nvPr/>
        </p:nvSpPr>
        <p:spPr bwMode="auto">
          <a:xfrm>
            <a:off x="5010150" y="3981450"/>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31" name="Rectangle 76">
            <a:extLst>
              <a:ext uri="{FF2B5EF4-FFF2-40B4-BE49-F238E27FC236}">
                <a16:creationId xmlns:a16="http://schemas.microsoft.com/office/drawing/2014/main" id="{6156D6BF-8062-471C-E472-A39B755E0DBD}"/>
              </a:ext>
            </a:extLst>
          </p:cNvPr>
          <p:cNvSpPr>
            <a:spLocks noChangeArrowheads="1"/>
          </p:cNvSpPr>
          <p:nvPr/>
        </p:nvSpPr>
        <p:spPr bwMode="auto">
          <a:xfrm>
            <a:off x="5138738" y="3981450"/>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32" name="Rectangle 77">
            <a:extLst>
              <a:ext uri="{FF2B5EF4-FFF2-40B4-BE49-F238E27FC236}">
                <a16:creationId xmlns:a16="http://schemas.microsoft.com/office/drawing/2014/main" id="{2FD3417A-70D0-0335-8C73-70310AF84BB8}"/>
              </a:ext>
            </a:extLst>
          </p:cNvPr>
          <p:cNvSpPr>
            <a:spLocks noChangeArrowheads="1"/>
          </p:cNvSpPr>
          <p:nvPr/>
        </p:nvSpPr>
        <p:spPr bwMode="auto">
          <a:xfrm>
            <a:off x="5267325" y="3981450"/>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33" name="Rectangle 78">
            <a:extLst>
              <a:ext uri="{FF2B5EF4-FFF2-40B4-BE49-F238E27FC236}">
                <a16:creationId xmlns:a16="http://schemas.microsoft.com/office/drawing/2014/main" id="{1F0C0C0D-8BF5-D171-06A5-A05FD2378074}"/>
              </a:ext>
            </a:extLst>
          </p:cNvPr>
          <p:cNvSpPr>
            <a:spLocks noChangeArrowheads="1"/>
          </p:cNvSpPr>
          <p:nvPr/>
        </p:nvSpPr>
        <p:spPr bwMode="auto">
          <a:xfrm>
            <a:off x="5395913" y="3981450"/>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34" name="Rectangle 79">
            <a:extLst>
              <a:ext uri="{FF2B5EF4-FFF2-40B4-BE49-F238E27FC236}">
                <a16:creationId xmlns:a16="http://schemas.microsoft.com/office/drawing/2014/main" id="{E6C605AD-450A-5B97-3773-530C7C66DCBD}"/>
              </a:ext>
            </a:extLst>
          </p:cNvPr>
          <p:cNvSpPr>
            <a:spLocks noChangeArrowheads="1"/>
          </p:cNvSpPr>
          <p:nvPr/>
        </p:nvSpPr>
        <p:spPr bwMode="auto">
          <a:xfrm>
            <a:off x="5524500" y="3981450"/>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35" name="Rectangle 81">
            <a:extLst>
              <a:ext uri="{FF2B5EF4-FFF2-40B4-BE49-F238E27FC236}">
                <a16:creationId xmlns:a16="http://schemas.microsoft.com/office/drawing/2014/main" id="{C446F281-D71D-40D4-31F7-95501EC267FE}"/>
              </a:ext>
            </a:extLst>
          </p:cNvPr>
          <p:cNvSpPr>
            <a:spLocks noChangeArrowheads="1"/>
          </p:cNvSpPr>
          <p:nvPr/>
        </p:nvSpPr>
        <p:spPr bwMode="auto">
          <a:xfrm>
            <a:off x="4624388" y="4110038"/>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36" name="Rectangle 82">
            <a:extLst>
              <a:ext uri="{FF2B5EF4-FFF2-40B4-BE49-F238E27FC236}">
                <a16:creationId xmlns:a16="http://schemas.microsoft.com/office/drawing/2014/main" id="{369DC0C9-80C5-C4F6-90AE-7D050B09E509}"/>
              </a:ext>
            </a:extLst>
          </p:cNvPr>
          <p:cNvSpPr>
            <a:spLocks noChangeArrowheads="1"/>
          </p:cNvSpPr>
          <p:nvPr/>
        </p:nvSpPr>
        <p:spPr bwMode="auto">
          <a:xfrm>
            <a:off x="4752975" y="4110038"/>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37" name="Rectangle 83">
            <a:extLst>
              <a:ext uri="{FF2B5EF4-FFF2-40B4-BE49-F238E27FC236}">
                <a16:creationId xmlns:a16="http://schemas.microsoft.com/office/drawing/2014/main" id="{DB950DE9-F85D-281C-9C1C-8E3CA353F231}"/>
              </a:ext>
            </a:extLst>
          </p:cNvPr>
          <p:cNvSpPr>
            <a:spLocks noChangeArrowheads="1"/>
          </p:cNvSpPr>
          <p:nvPr/>
        </p:nvSpPr>
        <p:spPr bwMode="auto">
          <a:xfrm>
            <a:off x="4881563" y="4110038"/>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38" name="Rectangle 84">
            <a:extLst>
              <a:ext uri="{FF2B5EF4-FFF2-40B4-BE49-F238E27FC236}">
                <a16:creationId xmlns:a16="http://schemas.microsoft.com/office/drawing/2014/main" id="{E6C03ABE-1F3C-AF59-8B61-C887C8A7E7C5}"/>
              </a:ext>
            </a:extLst>
          </p:cNvPr>
          <p:cNvSpPr>
            <a:spLocks noChangeArrowheads="1"/>
          </p:cNvSpPr>
          <p:nvPr/>
        </p:nvSpPr>
        <p:spPr bwMode="auto">
          <a:xfrm>
            <a:off x="5010150" y="4110038"/>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39" name="Rectangle 85">
            <a:extLst>
              <a:ext uri="{FF2B5EF4-FFF2-40B4-BE49-F238E27FC236}">
                <a16:creationId xmlns:a16="http://schemas.microsoft.com/office/drawing/2014/main" id="{DFF6F618-DB13-5346-473E-02C77827982C}"/>
              </a:ext>
            </a:extLst>
          </p:cNvPr>
          <p:cNvSpPr>
            <a:spLocks noChangeArrowheads="1"/>
          </p:cNvSpPr>
          <p:nvPr/>
        </p:nvSpPr>
        <p:spPr bwMode="auto">
          <a:xfrm>
            <a:off x="5138738" y="4110038"/>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40" name="Rectangle 86">
            <a:extLst>
              <a:ext uri="{FF2B5EF4-FFF2-40B4-BE49-F238E27FC236}">
                <a16:creationId xmlns:a16="http://schemas.microsoft.com/office/drawing/2014/main" id="{B793D696-0955-7102-29F9-BC0289F634F6}"/>
              </a:ext>
            </a:extLst>
          </p:cNvPr>
          <p:cNvSpPr>
            <a:spLocks noChangeArrowheads="1"/>
          </p:cNvSpPr>
          <p:nvPr/>
        </p:nvSpPr>
        <p:spPr bwMode="auto">
          <a:xfrm>
            <a:off x="5267325" y="4110038"/>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41" name="Rectangle 87">
            <a:extLst>
              <a:ext uri="{FF2B5EF4-FFF2-40B4-BE49-F238E27FC236}">
                <a16:creationId xmlns:a16="http://schemas.microsoft.com/office/drawing/2014/main" id="{FE2F5CFB-21BD-E009-08C6-1ECCBFEAB785}"/>
              </a:ext>
            </a:extLst>
          </p:cNvPr>
          <p:cNvSpPr>
            <a:spLocks noChangeArrowheads="1"/>
          </p:cNvSpPr>
          <p:nvPr/>
        </p:nvSpPr>
        <p:spPr bwMode="auto">
          <a:xfrm>
            <a:off x="5395913" y="4110038"/>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42" name="Rectangle 88">
            <a:extLst>
              <a:ext uri="{FF2B5EF4-FFF2-40B4-BE49-F238E27FC236}">
                <a16:creationId xmlns:a16="http://schemas.microsoft.com/office/drawing/2014/main" id="{37C8F1F5-E223-22EB-F33E-288774CF83EF}"/>
              </a:ext>
            </a:extLst>
          </p:cNvPr>
          <p:cNvSpPr>
            <a:spLocks noChangeArrowheads="1"/>
          </p:cNvSpPr>
          <p:nvPr/>
        </p:nvSpPr>
        <p:spPr bwMode="auto">
          <a:xfrm>
            <a:off x="5524500" y="4110038"/>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43" name="Rectangle 90">
            <a:extLst>
              <a:ext uri="{FF2B5EF4-FFF2-40B4-BE49-F238E27FC236}">
                <a16:creationId xmlns:a16="http://schemas.microsoft.com/office/drawing/2014/main" id="{577BBB49-C9D5-F188-4C43-A35EB25346FF}"/>
              </a:ext>
            </a:extLst>
          </p:cNvPr>
          <p:cNvSpPr>
            <a:spLocks noChangeArrowheads="1"/>
          </p:cNvSpPr>
          <p:nvPr/>
        </p:nvSpPr>
        <p:spPr bwMode="auto">
          <a:xfrm>
            <a:off x="4624388" y="4238625"/>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44" name="Rectangle 91">
            <a:extLst>
              <a:ext uri="{FF2B5EF4-FFF2-40B4-BE49-F238E27FC236}">
                <a16:creationId xmlns:a16="http://schemas.microsoft.com/office/drawing/2014/main" id="{E8262A0C-EC72-0CF5-1342-0A43B1CB33E4}"/>
              </a:ext>
            </a:extLst>
          </p:cNvPr>
          <p:cNvSpPr>
            <a:spLocks noChangeArrowheads="1"/>
          </p:cNvSpPr>
          <p:nvPr/>
        </p:nvSpPr>
        <p:spPr bwMode="auto">
          <a:xfrm>
            <a:off x="4752975" y="4238625"/>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45" name="Rectangle 92">
            <a:extLst>
              <a:ext uri="{FF2B5EF4-FFF2-40B4-BE49-F238E27FC236}">
                <a16:creationId xmlns:a16="http://schemas.microsoft.com/office/drawing/2014/main" id="{A0C36841-0F41-F814-A9D0-BBCB157B5F41}"/>
              </a:ext>
            </a:extLst>
          </p:cNvPr>
          <p:cNvSpPr>
            <a:spLocks noChangeArrowheads="1"/>
          </p:cNvSpPr>
          <p:nvPr/>
        </p:nvSpPr>
        <p:spPr bwMode="auto">
          <a:xfrm>
            <a:off x="4881563" y="4238625"/>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46" name="Rectangle 93">
            <a:extLst>
              <a:ext uri="{FF2B5EF4-FFF2-40B4-BE49-F238E27FC236}">
                <a16:creationId xmlns:a16="http://schemas.microsoft.com/office/drawing/2014/main" id="{63301E63-96C2-62C3-7463-40D215729EBE}"/>
              </a:ext>
            </a:extLst>
          </p:cNvPr>
          <p:cNvSpPr>
            <a:spLocks noChangeArrowheads="1"/>
          </p:cNvSpPr>
          <p:nvPr/>
        </p:nvSpPr>
        <p:spPr bwMode="auto">
          <a:xfrm>
            <a:off x="5010150" y="4238625"/>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47" name="Rectangle 94">
            <a:extLst>
              <a:ext uri="{FF2B5EF4-FFF2-40B4-BE49-F238E27FC236}">
                <a16:creationId xmlns:a16="http://schemas.microsoft.com/office/drawing/2014/main" id="{E1518895-E4E3-26FB-C445-4B0385AC5566}"/>
              </a:ext>
            </a:extLst>
          </p:cNvPr>
          <p:cNvSpPr>
            <a:spLocks noChangeArrowheads="1"/>
          </p:cNvSpPr>
          <p:nvPr/>
        </p:nvSpPr>
        <p:spPr bwMode="auto">
          <a:xfrm>
            <a:off x="5138738" y="4238625"/>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48" name="Rectangle 95">
            <a:extLst>
              <a:ext uri="{FF2B5EF4-FFF2-40B4-BE49-F238E27FC236}">
                <a16:creationId xmlns:a16="http://schemas.microsoft.com/office/drawing/2014/main" id="{63B9D68D-FAD4-B033-2A30-946D1D97F1C7}"/>
              </a:ext>
            </a:extLst>
          </p:cNvPr>
          <p:cNvSpPr>
            <a:spLocks noChangeArrowheads="1"/>
          </p:cNvSpPr>
          <p:nvPr/>
        </p:nvSpPr>
        <p:spPr bwMode="auto">
          <a:xfrm>
            <a:off x="5267325" y="4238625"/>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49" name="Rectangle 96">
            <a:extLst>
              <a:ext uri="{FF2B5EF4-FFF2-40B4-BE49-F238E27FC236}">
                <a16:creationId xmlns:a16="http://schemas.microsoft.com/office/drawing/2014/main" id="{30142D7B-308A-009E-65BC-3152E57FF17B}"/>
              </a:ext>
            </a:extLst>
          </p:cNvPr>
          <p:cNvSpPr>
            <a:spLocks noChangeArrowheads="1"/>
          </p:cNvSpPr>
          <p:nvPr/>
        </p:nvSpPr>
        <p:spPr bwMode="auto">
          <a:xfrm>
            <a:off x="5395913" y="4238625"/>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50" name="Rectangle 97">
            <a:extLst>
              <a:ext uri="{FF2B5EF4-FFF2-40B4-BE49-F238E27FC236}">
                <a16:creationId xmlns:a16="http://schemas.microsoft.com/office/drawing/2014/main" id="{40496EC6-9505-6134-5369-E7BF071D96B3}"/>
              </a:ext>
            </a:extLst>
          </p:cNvPr>
          <p:cNvSpPr>
            <a:spLocks noChangeArrowheads="1"/>
          </p:cNvSpPr>
          <p:nvPr/>
        </p:nvSpPr>
        <p:spPr bwMode="auto">
          <a:xfrm>
            <a:off x="5524500" y="4238625"/>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51" name="Rectangle 99">
            <a:extLst>
              <a:ext uri="{FF2B5EF4-FFF2-40B4-BE49-F238E27FC236}">
                <a16:creationId xmlns:a16="http://schemas.microsoft.com/office/drawing/2014/main" id="{D99500A2-216F-1584-DE41-F111CEBCB1BC}"/>
              </a:ext>
            </a:extLst>
          </p:cNvPr>
          <p:cNvSpPr>
            <a:spLocks noChangeArrowheads="1"/>
          </p:cNvSpPr>
          <p:nvPr/>
        </p:nvSpPr>
        <p:spPr bwMode="auto">
          <a:xfrm>
            <a:off x="4624388" y="4367213"/>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52" name="Rectangle 100">
            <a:extLst>
              <a:ext uri="{FF2B5EF4-FFF2-40B4-BE49-F238E27FC236}">
                <a16:creationId xmlns:a16="http://schemas.microsoft.com/office/drawing/2014/main" id="{F2C7EBA7-3591-FF65-950F-1ACEDA1BDE85}"/>
              </a:ext>
            </a:extLst>
          </p:cNvPr>
          <p:cNvSpPr>
            <a:spLocks noChangeArrowheads="1"/>
          </p:cNvSpPr>
          <p:nvPr/>
        </p:nvSpPr>
        <p:spPr bwMode="auto">
          <a:xfrm>
            <a:off x="4752975" y="4367213"/>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53" name="Rectangle 101">
            <a:extLst>
              <a:ext uri="{FF2B5EF4-FFF2-40B4-BE49-F238E27FC236}">
                <a16:creationId xmlns:a16="http://schemas.microsoft.com/office/drawing/2014/main" id="{F62EA4E7-943C-5130-0994-FF68D525E652}"/>
              </a:ext>
            </a:extLst>
          </p:cNvPr>
          <p:cNvSpPr>
            <a:spLocks noChangeArrowheads="1"/>
          </p:cNvSpPr>
          <p:nvPr/>
        </p:nvSpPr>
        <p:spPr bwMode="auto">
          <a:xfrm>
            <a:off x="4881563" y="4367213"/>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54" name="Rectangle 102">
            <a:extLst>
              <a:ext uri="{FF2B5EF4-FFF2-40B4-BE49-F238E27FC236}">
                <a16:creationId xmlns:a16="http://schemas.microsoft.com/office/drawing/2014/main" id="{9342ABFD-4D7A-E652-7320-B626D8DE2808}"/>
              </a:ext>
            </a:extLst>
          </p:cNvPr>
          <p:cNvSpPr>
            <a:spLocks noChangeArrowheads="1"/>
          </p:cNvSpPr>
          <p:nvPr/>
        </p:nvSpPr>
        <p:spPr bwMode="auto">
          <a:xfrm>
            <a:off x="5010150" y="4367213"/>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55" name="Rectangle 103">
            <a:extLst>
              <a:ext uri="{FF2B5EF4-FFF2-40B4-BE49-F238E27FC236}">
                <a16:creationId xmlns:a16="http://schemas.microsoft.com/office/drawing/2014/main" id="{50DCA490-D147-9175-6D25-14D7046F22AA}"/>
              </a:ext>
            </a:extLst>
          </p:cNvPr>
          <p:cNvSpPr>
            <a:spLocks noChangeArrowheads="1"/>
          </p:cNvSpPr>
          <p:nvPr/>
        </p:nvSpPr>
        <p:spPr bwMode="auto">
          <a:xfrm>
            <a:off x="5138738" y="4367213"/>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56" name="Rectangle 104">
            <a:extLst>
              <a:ext uri="{FF2B5EF4-FFF2-40B4-BE49-F238E27FC236}">
                <a16:creationId xmlns:a16="http://schemas.microsoft.com/office/drawing/2014/main" id="{49B4E483-0FD5-EA42-D724-51A17AF61A5D}"/>
              </a:ext>
            </a:extLst>
          </p:cNvPr>
          <p:cNvSpPr>
            <a:spLocks noChangeArrowheads="1"/>
          </p:cNvSpPr>
          <p:nvPr/>
        </p:nvSpPr>
        <p:spPr bwMode="auto">
          <a:xfrm>
            <a:off x="5267325" y="4367213"/>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57" name="Rectangle 105">
            <a:extLst>
              <a:ext uri="{FF2B5EF4-FFF2-40B4-BE49-F238E27FC236}">
                <a16:creationId xmlns:a16="http://schemas.microsoft.com/office/drawing/2014/main" id="{4D311856-325B-6138-9606-1ECEFCE5B8AE}"/>
              </a:ext>
            </a:extLst>
          </p:cNvPr>
          <p:cNvSpPr>
            <a:spLocks noChangeArrowheads="1"/>
          </p:cNvSpPr>
          <p:nvPr/>
        </p:nvSpPr>
        <p:spPr bwMode="auto">
          <a:xfrm>
            <a:off x="5395913" y="4367213"/>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58" name="Rectangle 106">
            <a:extLst>
              <a:ext uri="{FF2B5EF4-FFF2-40B4-BE49-F238E27FC236}">
                <a16:creationId xmlns:a16="http://schemas.microsoft.com/office/drawing/2014/main" id="{9A8ACA18-D5EC-B611-C89B-C1B185D9286C}"/>
              </a:ext>
            </a:extLst>
          </p:cNvPr>
          <p:cNvSpPr>
            <a:spLocks noChangeArrowheads="1"/>
          </p:cNvSpPr>
          <p:nvPr/>
        </p:nvSpPr>
        <p:spPr bwMode="auto">
          <a:xfrm>
            <a:off x="5524500" y="4367213"/>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59" name="Line 108">
            <a:extLst>
              <a:ext uri="{FF2B5EF4-FFF2-40B4-BE49-F238E27FC236}">
                <a16:creationId xmlns:a16="http://schemas.microsoft.com/office/drawing/2014/main" id="{3FBDD203-C9FA-2659-B5BD-86721C57A80B}"/>
              </a:ext>
            </a:extLst>
          </p:cNvPr>
          <p:cNvSpPr>
            <a:spLocks noChangeShapeType="1"/>
          </p:cNvSpPr>
          <p:nvPr/>
        </p:nvSpPr>
        <p:spPr bwMode="auto">
          <a:xfrm>
            <a:off x="7037388" y="4572000"/>
            <a:ext cx="212725"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60" name="Line 109">
            <a:extLst>
              <a:ext uri="{FF2B5EF4-FFF2-40B4-BE49-F238E27FC236}">
                <a16:creationId xmlns:a16="http://schemas.microsoft.com/office/drawing/2014/main" id="{16E58A2C-E504-DDEC-DCAF-3D7FBF7AE964}"/>
              </a:ext>
            </a:extLst>
          </p:cNvPr>
          <p:cNvSpPr>
            <a:spLocks noChangeShapeType="1"/>
          </p:cNvSpPr>
          <p:nvPr/>
        </p:nvSpPr>
        <p:spPr bwMode="auto">
          <a:xfrm>
            <a:off x="7165975" y="3733800"/>
            <a:ext cx="0" cy="15240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61" name="Line 111">
            <a:extLst>
              <a:ext uri="{FF2B5EF4-FFF2-40B4-BE49-F238E27FC236}">
                <a16:creationId xmlns:a16="http://schemas.microsoft.com/office/drawing/2014/main" id="{C7481A5C-37E3-1E8F-A347-479408B74818}"/>
              </a:ext>
            </a:extLst>
          </p:cNvPr>
          <p:cNvSpPr>
            <a:spLocks noChangeShapeType="1"/>
          </p:cNvSpPr>
          <p:nvPr/>
        </p:nvSpPr>
        <p:spPr bwMode="auto">
          <a:xfrm>
            <a:off x="6859588" y="4572000"/>
            <a:ext cx="214312" cy="0"/>
          </a:xfrm>
          <a:prstGeom prst="line">
            <a:avLst/>
          </a:prstGeom>
          <a:noFill/>
          <a:ln w="3810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62" name="Line 112">
            <a:extLst>
              <a:ext uri="{FF2B5EF4-FFF2-40B4-BE49-F238E27FC236}">
                <a16:creationId xmlns:a16="http://schemas.microsoft.com/office/drawing/2014/main" id="{1C23558C-D743-7ACD-7EB5-2FD76AD4477B}"/>
              </a:ext>
            </a:extLst>
          </p:cNvPr>
          <p:cNvSpPr>
            <a:spLocks noChangeShapeType="1"/>
          </p:cNvSpPr>
          <p:nvPr/>
        </p:nvSpPr>
        <p:spPr bwMode="auto">
          <a:xfrm>
            <a:off x="6858000" y="3352800"/>
            <a:ext cx="222250"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63" name="Line 113">
            <a:extLst>
              <a:ext uri="{FF2B5EF4-FFF2-40B4-BE49-F238E27FC236}">
                <a16:creationId xmlns:a16="http://schemas.microsoft.com/office/drawing/2014/main" id="{EEF198F4-3848-E523-5ED5-487A96344A4C}"/>
              </a:ext>
            </a:extLst>
          </p:cNvPr>
          <p:cNvSpPr>
            <a:spLocks noChangeShapeType="1"/>
          </p:cNvSpPr>
          <p:nvPr/>
        </p:nvSpPr>
        <p:spPr bwMode="auto">
          <a:xfrm>
            <a:off x="7243763" y="3810000"/>
            <a:ext cx="300037"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64" name="Line 114">
            <a:extLst>
              <a:ext uri="{FF2B5EF4-FFF2-40B4-BE49-F238E27FC236}">
                <a16:creationId xmlns:a16="http://schemas.microsoft.com/office/drawing/2014/main" id="{63C34848-CA6F-2618-05C4-BF74EC1874CE}"/>
              </a:ext>
            </a:extLst>
          </p:cNvPr>
          <p:cNvSpPr>
            <a:spLocks noChangeShapeType="1"/>
          </p:cNvSpPr>
          <p:nvPr/>
        </p:nvSpPr>
        <p:spPr bwMode="auto">
          <a:xfrm>
            <a:off x="7165975" y="3886200"/>
            <a:ext cx="368300"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65" name="Line 115">
            <a:extLst>
              <a:ext uri="{FF2B5EF4-FFF2-40B4-BE49-F238E27FC236}">
                <a16:creationId xmlns:a16="http://schemas.microsoft.com/office/drawing/2014/main" id="{C6161C4B-B8BC-F0A1-4106-9DD314D3601A}"/>
              </a:ext>
            </a:extLst>
          </p:cNvPr>
          <p:cNvSpPr>
            <a:spLocks noChangeShapeType="1"/>
          </p:cNvSpPr>
          <p:nvPr/>
        </p:nvSpPr>
        <p:spPr bwMode="auto">
          <a:xfrm>
            <a:off x="7234238" y="4038600"/>
            <a:ext cx="300037"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66" name="Line 116">
            <a:extLst>
              <a:ext uri="{FF2B5EF4-FFF2-40B4-BE49-F238E27FC236}">
                <a16:creationId xmlns:a16="http://schemas.microsoft.com/office/drawing/2014/main" id="{87A61092-1C99-E027-94F2-5433BA8DA39A}"/>
              </a:ext>
            </a:extLst>
          </p:cNvPr>
          <p:cNvSpPr>
            <a:spLocks noChangeShapeType="1"/>
          </p:cNvSpPr>
          <p:nvPr/>
        </p:nvSpPr>
        <p:spPr bwMode="auto">
          <a:xfrm>
            <a:off x="6858000" y="3733800"/>
            <a:ext cx="307975"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67" name="Line 117">
            <a:extLst>
              <a:ext uri="{FF2B5EF4-FFF2-40B4-BE49-F238E27FC236}">
                <a16:creationId xmlns:a16="http://schemas.microsoft.com/office/drawing/2014/main" id="{D4363348-7694-3D70-FE15-3DD17F4916B3}"/>
              </a:ext>
            </a:extLst>
          </p:cNvPr>
          <p:cNvSpPr>
            <a:spLocks noChangeShapeType="1"/>
          </p:cNvSpPr>
          <p:nvPr/>
        </p:nvSpPr>
        <p:spPr bwMode="auto">
          <a:xfrm flipV="1">
            <a:off x="6858000" y="4191000"/>
            <a:ext cx="307975"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68" name="Line 118">
            <a:extLst>
              <a:ext uri="{FF2B5EF4-FFF2-40B4-BE49-F238E27FC236}">
                <a16:creationId xmlns:a16="http://schemas.microsoft.com/office/drawing/2014/main" id="{6827D451-18FA-5922-5E77-DED0B4E29C93}"/>
              </a:ext>
            </a:extLst>
          </p:cNvPr>
          <p:cNvSpPr>
            <a:spLocks noChangeShapeType="1"/>
          </p:cNvSpPr>
          <p:nvPr/>
        </p:nvSpPr>
        <p:spPr bwMode="auto">
          <a:xfrm>
            <a:off x="7159625" y="3962400"/>
            <a:ext cx="384175"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69" name="Freeform 119">
            <a:extLst>
              <a:ext uri="{FF2B5EF4-FFF2-40B4-BE49-F238E27FC236}">
                <a16:creationId xmlns:a16="http://schemas.microsoft.com/office/drawing/2014/main" id="{614F8B7E-A699-7576-8A0D-E057A9E7ED7C}"/>
              </a:ext>
            </a:extLst>
          </p:cNvPr>
          <p:cNvSpPr>
            <a:spLocks/>
          </p:cNvSpPr>
          <p:nvPr/>
        </p:nvSpPr>
        <p:spPr bwMode="auto">
          <a:xfrm flipH="1">
            <a:off x="7248525" y="4038600"/>
            <a:ext cx="1588" cy="533400"/>
          </a:xfrm>
          <a:custGeom>
            <a:avLst/>
            <a:gdLst>
              <a:gd name="T0" fmla="*/ 1001132368 w 2"/>
              <a:gd name="T1" fmla="*/ 0 h 336"/>
              <a:gd name="T2" fmla="*/ 0 w 2"/>
              <a:gd name="T3" fmla="*/ 2147483646 h 336"/>
              <a:gd name="T4" fmla="*/ 0 60000 65536"/>
              <a:gd name="T5" fmla="*/ 0 60000 65536"/>
            </a:gdLst>
            <a:ahLst/>
            <a:cxnLst>
              <a:cxn ang="T4">
                <a:pos x="T0" y="T1"/>
              </a:cxn>
              <a:cxn ang="T5">
                <a:pos x="T2" y="T3"/>
              </a:cxn>
            </a:cxnLst>
            <a:rect l="0" t="0" r="r" b="b"/>
            <a:pathLst>
              <a:path w="2" h="336">
                <a:moveTo>
                  <a:pt x="2" y="0"/>
                </a:moveTo>
                <a:lnTo>
                  <a:pt x="0" y="336"/>
                </a:lnTo>
              </a:path>
            </a:pathLst>
          </a:custGeom>
          <a:solidFill>
            <a:srgbClr val="FFFFFF"/>
          </a:solidFill>
          <a:ln w="31750">
            <a:solidFill>
              <a:srgbClr val="FF9900"/>
            </a:solidFill>
            <a:round/>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70" name="Line 120">
            <a:extLst>
              <a:ext uri="{FF2B5EF4-FFF2-40B4-BE49-F238E27FC236}">
                <a16:creationId xmlns:a16="http://schemas.microsoft.com/office/drawing/2014/main" id="{103E228D-CA30-AD8B-9117-79AFD80911EA}"/>
              </a:ext>
            </a:extLst>
          </p:cNvPr>
          <p:cNvSpPr>
            <a:spLocks noChangeShapeType="1"/>
          </p:cNvSpPr>
          <p:nvPr/>
        </p:nvSpPr>
        <p:spPr bwMode="auto">
          <a:xfrm>
            <a:off x="7037388" y="3352800"/>
            <a:ext cx="212725"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71" name="Line 121">
            <a:extLst>
              <a:ext uri="{FF2B5EF4-FFF2-40B4-BE49-F238E27FC236}">
                <a16:creationId xmlns:a16="http://schemas.microsoft.com/office/drawing/2014/main" id="{0736FD30-13DC-7E64-E5E4-86FC2C9B064B}"/>
              </a:ext>
            </a:extLst>
          </p:cNvPr>
          <p:cNvSpPr>
            <a:spLocks noChangeShapeType="1"/>
          </p:cNvSpPr>
          <p:nvPr/>
        </p:nvSpPr>
        <p:spPr bwMode="auto">
          <a:xfrm>
            <a:off x="7250113" y="3352800"/>
            <a:ext cx="0" cy="45720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72" name="Line 122">
            <a:extLst>
              <a:ext uri="{FF2B5EF4-FFF2-40B4-BE49-F238E27FC236}">
                <a16:creationId xmlns:a16="http://schemas.microsoft.com/office/drawing/2014/main" id="{E40A66F4-839C-56F1-8FD4-70963C90917C}"/>
              </a:ext>
            </a:extLst>
          </p:cNvPr>
          <p:cNvSpPr>
            <a:spLocks noChangeShapeType="1"/>
          </p:cNvSpPr>
          <p:nvPr/>
        </p:nvSpPr>
        <p:spPr bwMode="auto">
          <a:xfrm>
            <a:off x="7165975" y="3962400"/>
            <a:ext cx="0" cy="22860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73" name="Rectangle 124">
            <a:extLst>
              <a:ext uri="{FF2B5EF4-FFF2-40B4-BE49-F238E27FC236}">
                <a16:creationId xmlns:a16="http://schemas.microsoft.com/office/drawing/2014/main" id="{1F0F6C86-4977-9F23-0004-752A00D50D1C}"/>
              </a:ext>
            </a:extLst>
          </p:cNvPr>
          <p:cNvSpPr>
            <a:spLocks noChangeArrowheads="1"/>
          </p:cNvSpPr>
          <p:nvPr/>
        </p:nvSpPr>
        <p:spPr bwMode="auto">
          <a:xfrm>
            <a:off x="5949950" y="3024188"/>
            <a:ext cx="784225" cy="1871662"/>
          </a:xfrm>
          <a:prstGeom prst="rect">
            <a:avLst/>
          </a:prstGeom>
          <a:gradFill rotWithShape="1">
            <a:gsLst>
              <a:gs pos="0">
                <a:srgbClr val="6F9995"/>
              </a:gs>
              <a:gs pos="100000">
                <a:srgbClr val="52716E"/>
              </a:gs>
            </a:gsLst>
            <a:lin ang="2700000" scaled="1"/>
          </a:gradFill>
          <a:ln w="12700" algn="ctr">
            <a:solidFill>
              <a:srgbClr val="88B8B6"/>
            </a:solidFill>
            <a:miter lim="800000"/>
            <a:headEnd/>
            <a:tailEnd type="none" w="lg" len="me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74" name="Rectangle 125">
            <a:extLst>
              <a:ext uri="{FF2B5EF4-FFF2-40B4-BE49-F238E27FC236}">
                <a16:creationId xmlns:a16="http://schemas.microsoft.com/office/drawing/2014/main" id="{57D1D306-EB98-D48C-2AB2-A6B2A224FBCD}"/>
              </a:ext>
            </a:extLst>
          </p:cNvPr>
          <p:cNvSpPr>
            <a:spLocks noChangeArrowheads="1"/>
          </p:cNvSpPr>
          <p:nvPr/>
        </p:nvSpPr>
        <p:spPr bwMode="auto">
          <a:xfrm>
            <a:off x="6338888" y="3167063"/>
            <a:ext cx="395287" cy="720725"/>
          </a:xfrm>
          <a:prstGeom prst="rect">
            <a:avLst/>
          </a:prstGeom>
          <a:gradFill rotWithShape="1">
            <a:gsLst>
              <a:gs pos="0">
                <a:srgbClr val="86BAB5"/>
              </a:gs>
              <a:gs pos="100000">
                <a:srgbClr val="5B7E7B"/>
              </a:gs>
            </a:gsLst>
            <a:lin ang="2700000" scaled="1"/>
          </a:gradFill>
          <a:ln w="12700" algn="ctr">
            <a:solidFill>
              <a:srgbClr val="88B8B6"/>
            </a:solidFill>
            <a:miter lim="800000"/>
            <a:headEnd/>
            <a:tailEnd type="none" w="lg" len="me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75" name="Rectangle 126">
            <a:extLst>
              <a:ext uri="{FF2B5EF4-FFF2-40B4-BE49-F238E27FC236}">
                <a16:creationId xmlns:a16="http://schemas.microsoft.com/office/drawing/2014/main" id="{F5782602-7EB1-ED86-A830-5A9758848DF6}"/>
              </a:ext>
            </a:extLst>
          </p:cNvPr>
          <p:cNvSpPr>
            <a:spLocks noChangeArrowheads="1"/>
          </p:cNvSpPr>
          <p:nvPr/>
        </p:nvSpPr>
        <p:spPr bwMode="auto">
          <a:xfrm>
            <a:off x="6338888" y="4030663"/>
            <a:ext cx="395287" cy="720725"/>
          </a:xfrm>
          <a:prstGeom prst="rect">
            <a:avLst/>
          </a:prstGeom>
          <a:gradFill rotWithShape="1">
            <a:gsLst>
              <a:gs pos="0">
                <a:srgbClr val="86BAB5"/>
              </a:gs>
              <a:gs pos="100000">
                <a:srgbClr val="5B7E7B"/>
              </a:gs>
            </a:gsLst>
            <a:lin ang="2700000" scaled="1"/>
          </a:gradFill>
          <a:ln w="12700" algn="ctr">
            <a:solidFill>
              <a:srgbClr val="88B8B6"/>
            </a:solidFill>
            <a:miter lim="800000"/>
            <a:headEnd/>
            <a:tailEnd type="none" w="lg" len="me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76" name="Rectangle 128">
            <a:extLst>
              <a:ext uri="{FF2B5EF4-FFF2-40B4-BE49-F238E27FC236}">
                <a16:creationId xmlns:a16="http://schemas.microsoft.com/office/drawing/2014/main" id="{4CDAB22E-170F-39CE-DECD-5C8F8A04DE25}"/>
              </a:ext>
            </a:extLst>
          </p:cNvPr>
          <p:cNvSpPr>
            <a:spLocks noChangeArrowheads="1"/>
          </p:cNvSpPr>
          <p:nvPr/>
        </p:nvSpPr>
        <p:spPr bwMode="auto">
          <a:xfrm>
            <a:off x="6734175" y="3267075"/>
            <a:ext cx="150813" cy="150813"/>
          </a:xfrm>
          <a:prstGeom prst="rect">
            <a:avLst/>
          </a:prstGeom>
          <a:gradFill rotWithShape="1">
            <a:gsLst>
              <a:gs pos="0">
                <a:srgbClr val="86BAB5"/>
              </a:gs>
              <a:gs pos="100000">
                <a:srgbClr val="5B7E7B"/>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77" name="Rectangle 129">
            <a:extLst>
              <a:ext uri="{FF2B5EF4-FFF2-40B4-BE49-F238E27FC236}">
                <a16:creationId xmlns:a16="http://schemas.microsoft.com/office/drawing/2014/main" id="{7E7F5DBA-D18E-8772-E16D-5C7F12AC5795}"/>
              </a:ext>
            </a:extLst>
          </p:cNvPr>
          <p:cNvSpPr>
            <a:spLocks noChangeArrowheads="1"/>
          </p:cNvSpPr>
          <p:nvPr/>
        </p:nvSpPr>
        <p:spPr bwMode="auto">
          <a:xfrm>
            <a:off x="6734175" y="3635375"/>
            <a:ext cx="150813" cy="150813"/>
          </a:xfrm>
          <a:prstGeom prst="rect">
            <a:avLst/>
          </a:prstGeom>
          <a:gradFill rotWithShape="1">
            <a:gsLst>
              <a:gs pos="0">
                <a:srgbClr val="86BAB5"/>
              </a:gs>
              <a:gs pos="100000">
                <a:srgbClr val="5B7E7B"/>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78" name="Rectangle 131">
            <a:extLst>
              <a:ext uri="{FF2B5EF4-FFF2-40B4-BE49-F238E27FC236}">
                <a16:creationId xmlns:a16="http://schemas.microsoft.com/office/drawing/2014/main" id="{64B44F1E-0FBB-0F97-BF3A-8C2E30E272C4}"/>
              </a:ext>
            </a:extLst>
          </p:cNvPr>
          <p:cNvSpPr>
            <a:spLocks noChangeArrowheads="1"/>
          </p:cNvSpPr>
          <p:nvPr/>
        </p:nvSpPr>
        <p:spPr bwMode="auto">
          <a:xfrm>
            <a:off x="6734175" y="4132263"/>
            <a:ext cx="150813" cy="150812"/>
          </a:xfrm>
          <a:prstGeom prst="rect">
            <a:avLst/>
          </a:prstGeom>
          <a:gradFill rotWithShape="1">
            <a:gsLst>
              <a:gs pos="0">
                <a:srgbClr val="86BAB5"/>
              </a:gs>
              <a:gs pos="100000">
                <a:srgbClr val="5B7E7B"/>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79" name="Rectangle 132">
            <a:extLst>
              <a:ext uri="{FF2B5EF4-FFF2-40B4-BE49-F238E27FC236}">
                <a16:creationId xmlns:a16="http://schemas.microsoft.com/office/drawing/2014/main" id="{44C66F0C-8C7F-B0B8-7B3A-1B71BD505430}"/>
              </a:ext>
            </a:extLst>
          </p:cNvPr>
          <p:cNvSpPr>
            <a:spLocks noChangeArrowheads="1"/>
          </p:cNvSpPr>
          <p:nvPr/>
        </p:nvSpPr>
        <p:spPr bwMode="auto">
          <a:xfrm>
            <a:off x="6734175" y="4500563"/>
            <a:ext cx="150813" cy="150812"/>
          </a:xfrm>
          <a:prstGeom prst="rect">
            <a:avLst/>
          </a:prstGeom>
          <a:gradFill rotWithShape="1">
            <a:gsLst>
              <a:gs pos="0">
                <a:srgbClr val="86BAB5"/>
              </a:gs>
              <a:gs pos="100000">
                <a:srgbClr val="5B7E7B"/>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80" name="Text Box 133">
            <a:extLst>
              <a:ext uri="{FF2B5EF4-FFF2-40B4-BE49-F238E27FC236}">
                <a16:creationId xmlns:a16="http://schemas.microsoft.com/office/drawing/2014/main" id="{8674AE74-AD17-BEDC-10B2-9F85EF7C75FA}"/>
              </a:ext>
            </a:extLst>
          </p:cNvPr>
          <p:cNvSpPr txBox="1">
            <a:spLocks noChangeArrowheads="1"/>
          </p:cNvSpPr>
          <p:nvPr/>
        </p:nvSpPr>
        <p:spPr bwMode="auto">
          <a:xfrm>
            <a:off x="1885950" y="5859463"/>
            <a:ext cx="527050" cy="21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altLang="en-US" sz="1400" b="1" i="0" u="none" strike="noStrike" kern="1200" cap="none" spc="0" normalizeH="0" baseline="0" noProof="0">
                <a:ln>
                  <a:noFill/>
                </a:ln>
                <a:solidFill>
                  <a:srgbClr val="000308"/>
                </a:solidFill>
                <a:effectLst/>
                <a:uLnTx/>
                <a:uFillTx/>
                <a:latin typeface="Verdana" panose="020B0604030504040204" pitchFamily="34" charset="0"/>
                <a:ea typeface="+mn-ea"/>
                <a:cs typeface="Arial" panose="020B0604020202020204" pitchFamily="34" charset="0"/>
              </a:rPr>
              <a:t>Ports</a:t>
            </a:r>
          </a:p>
        </p:txBody>
      </p:sp>
      <p:sp>
        <p:nvSpPr>
          <p:cNvPr id="15481" name="Line 134">
            <a:extLst>
              <a:ext uri="{FF2B5EF4-FFF2-40B4-BE49-F238E27FC236}">
                <a16:creationId xmlns:a16="http://schemas.microsoft.com/office/drawing/2014/main" id="{06B6C3C2-2634-003B-2AA7-F0251E683055}"/>
              </a:ext>
            </a:extLst>
          </p:cNvPr>
          <p:cNvSpPr>
            <a:spLocks noChangeShapeType="1"/>
          </p:cNvSpPr>
          <p:nvPr/>
        </p:nvSpPr>
        <p:spPr bwMode="auto">
          <a:xfrm flipV="1">
            <a:off x="2078038" y="3444875"/>
            <a:ext cx="1284287" cy="2392363"/>
          </a:xfrm>
          <a:prstGeom prst="line">
            <a:avLst/>
          </a:prstGeom>
          <a:noFill/>
          <a:ln w="6350">
            <a:solidFill>
              <a:srgbClr val="000000"/>
            </a:solidFill>
            <a:prstDash val="dash"/>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82" name="Line 135">
            <a:extLst>
              <a:ext uri="{FF2B5EF4-FFF2-40B4-BE49-F238E27FC236}">
                <a16:creationId xmlns:a16="http://schemas.microsoft.com/office/drawing/2014/main" id="{039563BC-36DB-6FD3-F28D-6AF2E05054A8}"/>
              </a:ext>
            </a:extLst>
          </p:cNvPr>
          <p:cNvSpPr>
            <a:spLocks noChangeShapeType="1"/>
          </p:cNvSpPr>
          <p:nvPr/>
        </p:nvSpPr>
        <p:spPr bwMode="auto">
          <a:xfrm flipV="1">
            <a:off x="2159000" y="3805238"/>
            <a:ext cx="1206500" cy="2032000"/>
          </a:xfrm>
          <a:prstGeom prst="line">
            <a:avLst/>
          </a:prstGeom>
          <a:noFill/>
          <a:ln w="6350">
            <a:solidFill>
              <a:srgbClr val="000000"/>
            </a:solidFill>
            <a:prstDash val="dash"/>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83" name="Line 136">
            <a:extLst>
              <a:ext uri="{FF2B5EF4-FFF2-40B4-BE49-F238E27FC236}">
                <a16:creationId xmlns:a16="http://schemas.microsoft.com/office/drawing/2014/main" id="{4C515620-2C04-9095-7D99-1B5C94238B59}"/>
              </a:ext>
            </a:extLst>
          </p:cNvPr>
          <p:cNvSpPr>
            <a:spLocks noChangeShapeType="1"/>
          </p:cNvSpPr>
          <p:nvPr/>
        </p:nvSpPr>
        <p:spPr bwMode="auto">
          <a:xfrm flipV="1">
            <a:off x="2239963" y="4302125"/>
            <a:ext cx="1128712" cy="1535113"/>
          </a:xfrm>
          <a:prstGeom prst="line">
            <a:avLst/>
          </a:prstGeom>
          <a:noFill/>
          <a:ln w="6350">
            <a:solidFill>
              <a:srgbClr val="000000"/>
            </a:solidFill>
            <a:prstDash val="dash"/>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84" name="Line 137">
            <a:extLst>
              <a:ext uri="{FF2B5EF4-FFF2-40B4-BE49-F238E27FC236}">
                <a16:creationId xmlns:a16="http://schemas.microsoft.com/office/drawing/2014/main" id="{A12F95FA-09EC-A131-81CE-02974C7CD422}"/>
              </a:ext>
            </a:extLst>
          </p:cNvPr>
          <p:cNvSpPr>
            <a:spLocks noChangeShapeType="1"/>
          </p:cNvSpPr>
          <p:nvPr/>
        </p:nvSpPr>
        <p:spPr bwMode="auto">
          <a:xfrm flipV="1">
            <a:off x="2320925" y="4670425"/>
            <a:ext cx="1041400" cy="1166813"/>
          </a:xfrm>
          <a:prstGeom prst="line">
            <a:avLst/>
          </a:prstGeom>
          <a:noFill/>
          <a:ln w="6350">
            <a:solidFill>
              <a:srgbClr val="000000"/>
            </a:solidFill>
            <a:prstDash val="dash"/>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85" name="Rectangle 138">
            <a:extLst>
              <a:ext uri="{FF2B5EF4-FFF2-40B4-BE49-F238E27FC236}">
                <a16:creationId xmlns:a16="http://schemas.microsoft.com/office/drawing/2014/main" id="{A9C02C9F-E9E2-7E5C-1173-E12B9994DCFC}"/>
              </a:ext>
            </a:extLst>
          </p:cNvPr>
          <p:cNvSpPr>
            <a:spLocks noChangeArrowheads="1"/>
          </p:cNvSpPr>
          <p:nvPr/>
        </p:nvSpPr>
        <p:spPr bwMode="auto">
          <a:xfrm>
            <a:off x="3513138" y="3046413"/>
            <a:ext cx="784225" cy="1871662"/>
          </a:xfrm>
          <a:prstGeom prst="rect">
            <a:avLst/>
          </a:prstGeom>
          <a:gradFill rotWithShape="1">
            <a:gsLst>
              <a:gs pos="0">
                <a:srgbClr val="EBE3A8"/>
              </a:gs>
              <a:gs pos="100000">
                <a:srgbClr val="D4C344"/>
              </a:gs>
            </a:gsLst>
            <a:lin ang="2700000" scaled="1"/>
          </a:gradFill>
          <a:ln w="19050" algn="ctr">
            <a:solidFill>
              <a:srgbClr val="000000"/>
            </a:solidFill>
            <a:miter lim="800000"/>
            <a:headEnd/>
            <a:tailEnd type="none" w="lg" len="med"/>
          </a:ln>
          <a:effectLst>
            <a:outerShdw dist="45791" dir="3378596" algn="ctr" rotWithShape="0">
              <a:srgbClr val="000000"/>
            </a:outerShdw>
          </a:effec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86" name="Rectangle 139">
            <a:extLst>
              <a:ext uri="{FF2B5EF4-FFF2-40B4-BE49-F238E27FC236}">
                <a16:creationId xmlns:a16="http://schemas.microsoft.com/office/drawing/2014/main" id="{A7C27FC7-5D3F-92B2-F05A-94B5ED856578}"/>
              </a:ext>
            </a:extLst>
          </p:cNvPr>
          <p:cNvSpPr>
            <a:spLocks noChangeArrowheads="1"/>
          </p:cNvSpPr>
          <p:nvPr/>
        </p:nvSpPr>
        <p:spPr bwMode="auto">
          <a:xfrm>
            <a:off x="3513138" y="3189288"/>
            <a:ext cx="395287" cy="720725"/>
          </a:xfrm>
          <a:prstGeom prst="rect">
            <a:avLst/>
          </a:prstGeom>
          <a:gradFill rotWithShape="1">
            <a:gsLst>
              <a:gs pos="0">
                <a:srgbClr val="D4C344"/>
              </a:gs>
              <a:gs pos="100000">
                <a:srgbClr val="B0A239"/>
              </a:gs>
            </a:gsLst>
            <a:lin ang="2700000" scaled="1"/>
          </a:gradFill>
          <a:ln w="19050" algn="ctr">
            <a:solidFill>
              <a:srgbClr val="000000"/>
            </a:solidFill>
            <a:miter lim="800000"/>
            <a:headEnd/>
            <a:tailEnd type="none" w="lg" len="me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87" name="Rectangle 140">
            <a:extLst>
              <a:ext uri="{FF2B5EF4-FFF2-40B4-BE49-F238E27FC236}">
                <a16:creationId xmlns:a16="http://schemas.microsoft.com/office/drawing/2014/main" id="{2BD09BBC-2792-7D7B-12A0-AA5DEA42D500}"/>
              </a:ext>
            </a:extLst>
          </p:cNvPr>
          <p:cNvSpPr>
            <a:spLocks noChangeArrowheads="1"/>
          </p:cNvSpPr>
          <p:nvPr/>
        </p:nvSpPr>
        <p:spPr bwMode="auto">
          <a:xfrm>
            <a:off x="3513138" y="4052888"/>
            <a:ext cx="395287" cy="720725"/>
          </a:xfrm>
          <a:prstGeom prst="rect">
            <a:avLst/>
          </a:prstGeom>
          <a:gradFill rotWithShape="1">
            <a:gsLst>
              <a:gs pos="0">
                <a:srgbClr val="D4C344"/>
              </a:gs>
              <a:gs pos="100000">
                <a:srgbClr val="B0A239"/>
              </a:gs>
            </a:gsLst>
            <a:lin ang="2700000" scaled="1"/>
          </a:gradFill>
          <a:ln w="19050" algn="ctr">
            <a:solidFill>
              <a:srgbClr val="000000"/>
            </a:solidFill>
            <a:miter lim="800000"/>
            <a:headEnd/>
            <a:tailEnd type="none" w="lg" len="me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88" name="Rectangle 141">
            <a:extLst>
              <a:ext uri="{FF2B5EF4-FFF2-40B4-BE49-F238E27FC236}">
                <a16:creationId xmlns:a16="http://schemas.microsoft.com/office/drawing/2014/main" id="{F08DE62C-098D-9586-E995-0B4FB389AAD1}"/>
              </a:ext>
            </a:extLst>
          </p:cNvPr>
          <p:cNvSpPr>
            <a:spLocks noChangeArrowheads="1"/>
          </p:cNvSpPr>
          <p:nvPr/>
        </p:nvSpPr>
        <p:spPr bwMode="auto">
          <a:xfrm>
            <a:off x="3362325" y="3289300"/>
            <a:ext cx="150813" cy="150813"/>
          </a:xfrm>
          <a:prstGeom prst="rect">
            <a:avLst/>
          </a:prstGeom>
          <a:gradFill rotWithShape="1">
            <a:gsLst>
              <a:gs pos="0">
                <a:srgbClr val="D4C344"/>
              </a:gs>
              <a:gs pos="100000">
                <a:srgbClr val="B0A239"/>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89" name="Rectangle 142">
            <a:extLst>
              <a:ext uri="{FF2B5EF4-FFF2-40B4-BE49-F238E27FC236}">
                <a16:creationId xmlns:a16="http://schemas.microsoft.com/office/drawing/2014/main" id="{A49CB4C8-BDBC-AC4B-4FCB-C2FAFC01FB99}"/>
              </a:ext>
            </a:extLst>
          </p:cNvPr>
          <p:cNvSpPr>
            <a:spLocks noChangeArrowheads="1"/>
          </p:cNvSpPr>
          <p:nvPr/>
        </p:nvSpPr>
        <p:spPr bwMode="auto">
          <a:xfrm>
            <a:off x="3362325" y="3657600"/>
            <a:ext cx="150813" cy="150813"/>
          </a:xfrm>
          <a:prstGeom prst="rect">
            <a:avLst/>
          </a:prstGeom>
          <a:gradFill rotWithShape="1">
            <a:gsLst>
              <a:gs pos="0">
                <a:srgbClr val="D4C344"/>
              </a:gs>
              <a:gs pos="100000">
                <a:srgbClr val="B0A239"/>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90" name="Rectangle 144">
            <a:extLst>
              <a:ext uri="{FF2B5EF4-FFF2-40B4-BE49-F238E27FC236}">
                <a16:creationId xmlns:a16="http://schemas.microsoft.com/office/drawing/2014/main" id="{7910CEE4-F692-BCF4-D2E1-1F56EC1AC13F}"/>
              </a:ext>
            </a:extLst>
          </p:cNvPr>
          <p:cNvSpPr>
            <a:spLocks noChangeArrowheads="1"/>
          </p:cNvSpPr>
          <p:nvPr/>
        </p:nvSpPr>
        <p:spPr bwMode="auto">
          <a:xfrm>
            <a:off x="3362325" y="4154488"/>
            <a:ext cx="150813" cy="150812"/>
          </a:xfrm>
          <a:prstGeom prst="rect">
            <a:avLst/>
          </a:prstGeom>
          <a:gradFill rotWithShape="1">
            <a:gsLst>
              <a:gs pos="0">
                <a:srgbClr val="D4C344"/>
              </a:gs>
              <a:gs pos="100000">
                <a:srgbClr val="B0A239"/>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91" name="Rectangle 145">
            <a:extLst>
              <a:ext uri="{FF2B5EF4-FFF2-40B4-BE49-F238E27FC236}">
                <a16:creationId xmlns:a16="http://schemas.microsoft.com/office/drawing/2014/main" id="{898829BE-8B8E-BC95-9723-5C36E4DC078B}"/>
              </a:ext>
            </a:extLst>
          </p:cNvPr>
          <p:cNvSpPr>
            <a:spLocks noChangeArrowheads="1"/>
          </p:cNvSpPr>
          <p:nvPr/>
        </p:nvSpPr>
        <p:spPr bwMode="auto">
          <a:xfrm>
            <a:off x="3362325" y="4522788"/>
            <a:ext cx="150813" cy="150812"/>
          </a:xfrm>
          <a:prstGeom prst="rect">
            <a:avLst/>
          </a:prstGeom>
          <a:gradFill rotWithShape="1">
            <a:gsLst>
              <a:gs pos="0">
                <a:srgbClr val="D4C344"/>
              </a:gs>
              <a:gs pos="100000">
                <a:srgbClr val="B0A239"/>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92" name="Line 147">
            <a:extLst>
              <a:ext uri="{FF2B5EF4-FFF2-40B4-BE49-F238E27FC236}">
                <a16:creationId xmlns:a16="http://schemas.microsoft.com/office/drawing/2014/main" id="{1D1A0C43-295A-5CAE-34E9-7CCA0B49663C}"/>
              </a:ext>
            </a:extLst>
          </p:cNvPr>
          <p:cNvSpPr>
            <a:spLocks noChangeShapeType="1"/>
          </p:cNvSpPr>
          <p:nvPr/>
        </p:nvSpPr>
        <p:spPr bwMode="auto">
          <a:xfrm flipH="1" flipV="1">
            <a:off x="3705225" y="3908425"/>
            <a:ext cx="527050" cy="1930400"/>
          </a:xfrm>
          <a:prstGeom prst="line">
            <a:avLst/>
          </a:prstGeom>
          <a:noFill/>
          <a:ln w="6350">
            <a:solidFill>
              <a:srgbClr val="000000"/>
            </a:solidFill>
            <a:prstDash val="dash"/>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93" name="Line 148">
            <a:extLst>
              <a:ext uri="{FF2B5EF4-FFF2-40B4-BE49-F238E27FC236}">
                <a16:creationId xmlns:a16="http://schemas.microsoft.com/office/drawing/2014/main" id="{FB8E121F-6F15-4E75-6FAA-3BF20B550917}"/>
              </a:ext>
            </a:extLst>
          </p:cNvPr>
          <p:cNvSpPr>
            <a:spLocks noChangeShapeType="1"/>
          </p:cNvSpPr>
          <p:nvPr/>
        </p:nvSpPr>
        <p:spPr bwMode="auto">
          <a:xfrm flipH="1" flipV="1">
            <a:off x="3706813" y="4767263"/>
            <a:ext cx="441325" cy="1071562"/>
          </a:xfrm>
          <a:prstGeom prst="line">
            <a:avLst/>
          </a:prstGeom>
          <a:noFill/>
          <a:ln w="6350">
            <a:solidFill>
              <a:srgbClr val="000000"/>
            </a:solidFill>
            <a:prstDash val="dash"/>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5494" name="Text Box 149">
            <a:extLst>
              <a:ext uri="{FF2B5EF4-FFF2-40B4-BE49-F238E27FC236}">
                <a16:creationId xmlns:a16="http://schemas.microsoft.com/office/drawing/2014/main" id="{C67213FB-C18F-937B-1317-161C42F95241}"/>
              </a:ext>
            </a:extLst>
          </p:cNvPr>
          <p:cNvSpPr txBox="1">
            <a:spLocks noChangeArrowheads="1"/>
          </p:cNvSpPr>
          <p:nvPr/>
        </p:nvSpPr>
        <p:spPr bwMode="auto">
          <a:xfrm>
            <a:off x="3683000" y="5861050"/>
            <a:ext cx="1101725" cy="21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altLang="en-US" sz="1400" b="1" i="0" u="none" strike="noStrike" kern="1200" cap="none" spc="0" normalizeH="0" baseline="0" noProof="0">
                <a:ln>
                  <a:noFill/>
                </a:ln>
                <a:solidFill>
                  <a:srgbClr val="000308"/>
                </a:solidFill>
                <a:effectLst/>
                <a:uLnTx/>
                <a:uFillTx/>
                <a:latin typeface="Verdana" panose="020B0604030504040204" pitchFamily="34" charset="0"/>
                <a:ea typeface="+mn-ea"/>
                <a:cs typeface="Arial" panose="020B0604020202020204" pitchFamily="34" charset="0"/>
              </a:rPr>
              <a:t>Controllers</a:t>
            </a:r>
          </a:p>
        </p:txBody>
      </p:sp>
      <p:pic>
        <p:nvPicPr>
          <p:cNvPr id="15495" name="Picture 150" descr="host12">
            <a:extLst>
              <a:ext uri="{FF2B5EF4-FFF2-40B4-BE49-F238E27FC236}">
                <a16:creationId xmlns:a16="http://schemas.microsoft.com/office/drawing/2014/main" id="{B3AF7BB4-7DBA-382D-6883-307923FC48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488" y="2971800"/>
            <a:ext cx="1228725"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96" name="Picture 152" descr="strippeddisk">
            <a:extLst>
              <a:ext uri="{FF2B5EF4-FFF2-40B4-BE49-F238E27FC236}">
                <a16:creationId xmlns:a16="http://schemas.microsoft.com/office/drawing/2014/main" id="{B642E60A-CD5B-2B5D-0144-3D47F98919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04125" y="33528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97" name="Picture 153" descr="strippeddisk">
            <a:extLst>
              <a:ext uri="{FF2B5EF4-FFF2-40B4-BE49-F238E27FC236}">
                <a16:creationId xmlns:a16="http://schemas.microsoft.com/office/drawing/2014/main" id="{C64396DF-89D6-657D-848E-D2D919C76E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56525" y="35052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98" name="Picture 154" descr="strippeddisk">
            <a:extLst>
              <a:ext uri="{FF2B5EF4-FFF2-40B4-BE49-F238E27FC236}">
                <a16:creationId xmlns:a16="http://schemas.microsoft.com/office/drawing/2014/main" id="{95CB458F-4CE1-29B1-7CF8-99177F2A18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08925" y="36576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99" name="Picture 155" descr="strippeddisk">
            <a:extLst>
              <a:ext uri="{FF2B5EF4-FFF2-40B4-BE49-F238E27FC236}">
                <a16:creationId xmlns:a16="http://schemas.microsoft.com/office/drawing/2014/main" id="{6E333F11-204F-D146-D702-5F98539ED6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61325" y="38100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500" name="Picture 156" descr="strippeddisk">
            <a:extLst>
              <a:ext uri="{FF2B5EF4-FFF2-40B4-BE49-F238E27FC236}">
                <a16:creationId xmlns:a16="http://schemas.microsoft.com/office/drawing/2014/main" id="{FA84406A-0DC4-6B6C-5453-1DF6FF7E86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13725" y="39624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502" name="Slide Number Placeholder 2">
            <a:extLst>
              <a:ext uri="{FF2B5EF4-FFF2-40B4-BE49-F238E27FC236}">
                <a16:creationId xmlns:a16="http://schemas.microsoft.com/office/drawing/2014/main" id="{5CF06586-7562-BB80-3397-03639AA0D4E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68F7D9D-418C-4FF2-8CFB-13B919428ACB}"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381000"/>
            <a:ext cx="7772400" cy="685800"/>
          </a:xfrm>
        </p:spPr>
        <p:txBody>
          <a:bodyPr>
            <a:noAutofit/>
          </a:bodyPr>
          <a:lstStyle/>
          <a:p>
            <a:pPr rtl="0"/>
            <a:r>
              <a:rPr lang="en-US" b="1" dirty="0">
                <a:effectLst>
                  <a:outerShdw blurRad="38100" dist="38100" dir="2700000" algn="tl">
                    <a:srgbClr val="000000">
                      <a:alpha val="43137"/>
                    </a:srgbClr>
                  </a:outerShdw>
                </a:effectLst>
              </a:rPr>
              <a:t> Front End</a:t>
            </a:r>
            <a:endParaRPr lang="fa-IR"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216025"/>
            <a:ext cx="7924800" cy="4991100"/>
          </a:xfrm>
        </p:spPr>
        <p:txBody>
          <a:bodyPr>
            <a:normAutofit/>
          </a:bodyPr>
          <a:lstStyle/>
          <a:p>
            <a:pPr marL="0" indent="0" algn="just" rtl="0">
              <a:lnSpc>
                <a:spcPct val="150000"/>
              </a:lnSpc>
              <a:buNone/>
            </a:pPr>
            <a:r>
              <a:rPr lang="en-US" sz="1900" dirty="0">
                <a:latin typeface="Times New Roman" panose="02020603050405020304" pitchFamily="18" charset="0"/>
                <a:cs typeface="Times New Roman" panose="02020603050405020304" pitchFamily="18" charset="0"/>
              </a:rPr>
              <a:t>The front end provides the interface between the storage system and the host. </a:t>
            </a:r>
          </a:p>
          <a:p>
            <a:pPr marL="0" indent="0" algn="just" rtl="0">
              <a:lnSpc>
                <a:spcPct val="150000"/>
              </a:lnSpc>
              <a:buNone/>
            </a:pPr>
            <a:r>
              <a:rPr lang="en-US" sz="1900" dirty="0">
                <a:latin typeface="Times New Roman" panose="02020603050405020304" pitchFamily="18" charset="0"/>
                <a:cs typeface="Times New Roman" panose="02020603050405020304" pitchFamily="18" charset="0"/>
              </a:rPr>
              <a:t>It consists of two components: front-end ports and front-end controllers. </a:t>
            </a:r>
          </a:p>
          <a:p>
            <a:pPr marL="0" indent="0" algn="just" rtl="0">
              <a:lnSpc>
                <a:spcPct val="150000"/>
              </a:lnSpc>
              <a:buNone/>
            </a:pPr>
            <a:r>
              <a:rPr lang="en-US" sz="1900" dirty="0">
                <a:latin typeface="Times New Roman" panose="02020603050405020304" pitchFamily="18" charset="0"/>
                <a:cs typeface="Times New Roman" panose="02020603050405020304" pitchFamily="18" charset="0"/>
              </a:rPr>
              <a:t>The front-end ports enable hosts to connect to the intelligent storage system. </a:t>
            </a:r>
          </a:p>
          <a:p>
            <a:pPr marL="0" indent="0" algn="just" rtl="0">
              <a:lnSpc>
                <a:spcPct val="150000"/>
              </a:lnSpc>
              <a:buNone/>
            </a:pPr>
            <a:r>
              <a:rPr lang="en-US" sz="1900" dirty="0">
                <a:latin typeface="Times New Roman" panose="02020603050405020304" pitchFamily="18" charset="0"/>
                <a:cs typeface="Times New Roman" panose="02020603050405020304" pitchFamily="18" charset="0"/>
              </a:rPr>
              <a:t>Each front-end port has processing logic that executes the appropriate transport protocol, such as SCSI, Fibre Channel, or iSCSI, for storage connections. </a:t>
            </a:r>
          </a:p>
          <a:p>
            <a:pPr marL="0" indent="0" algn="just" rtl="0">
              <a:lnSpc>
                <a:spcPct val="150000"/>
              </a:lnSpc>
              <a:buNone/>
            </a:pPr>
            <a:r>
              <a:rPr lang="en-US" sz="1900" dirty="0">
                <a:latin typeface="Times New Roman" panose="02020603050405020304" pitchFamily="18" charset="0"/>
                <a:cs typeface="Times New Roman" panose="02020603050405020304" pitchFamily="18" charset="0"/>
              </a:rPr>
              <a:t>Redundant ports are provided on the front end for high availability.     </a:t>
            </a:r>
          </a:p>
          <a:p>
            <a:pPr marL="0" indent="0" algn="just" rtl="0">
              <a:lnSpc>
                <a:spcPct val="150000"/>
              </a:lnSpc>
              <a:buNone/>
            </a:pPr>
            <a:r>
              <a:rPr lang="en-US" sz="2200" b="1" dirty="0">
                <a:solidFill>
                  <a:srgbClr val="C00000"/>
                </a:solidFill>
                <a:effectLst>
                  <a:outerShdw blurRad="38100" dist="38100" dir="2700000" algn="tl">
                    <a:srgbClr val="000000">
                      <a:alpha val="43137"/>
                    </a:srgbClr>
                  </a:outerShdw>
                </a:effectLst>
              </a:rPr>
              <a:t>Front-end </a:t>
            </a:r>
            <a:r>
              <a:rPr lang="en-US" sz="1900" dirty="0">
                <a:latin typeface="Times New Roman" panose="02020603050405020304" pitchFamily="18" charset="0"/>
                <a:cs typeface="Times New Roman" panose="02020603050405020304" pitchFamily="18" charset="0"/>
              </a:rPr>
              <a:t>controllers route data to and from cache via the internal data bus. When cache receives write data, the controller sends an acknowledgment message back to the host. </a:t>
            </a:r>
          </a:p>
          <a:p>
            <a:pPr marL="0" indent="0" algn="just" rtl="0">
              <a:lnSpc>
                <a:spcPct val="150000"/>
              </a:lnSpc>
              <a:buNone/>
            </a:pPr>
            <a:r>
              <a:rPr lang="en-US" sz="1900" dirty="0">
                <a:latin typeface="Times New Roman" panose="02020603050405020304" pitchFamily="18" charset="0"/>
                <a:cs typeface="Times New Roman" panose="02020603050405020304" pitchFamily="18" charset="0"/>
              </a:rPr>
              <a:t>Controllers optimize I/O processing by using command queuing algorithms.</a:t>
            </a:r>
            <a:endParaRPr lang="fa-IR" sz="19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E5137D0E-4A4F-4307-8994-C1891D747D59}" type="slidenum">
              <a:rPr lang="en-US" smtClean="0"/>
              <a:t>6</a:t>
            </a:fld>
            <a:endParaRPr lang="en-US"/>
          </a:p>
        </p:txBody>
      </p:sp>
    </p:spTree>
    <p:extLst>
      <p:ext uri="{BB962C8B-B14F-4D97-AF65-F5344CB8AC3E}">
        <p14:creationId xmlns:p14="http://schemas.microsoft.com/office/powerpoint/2010/main" val="1036220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533400"/>
            <a:ext cx="7202776" cy="533400"/>
          </a:xfrm>
        </p:spPr>
        <p:txBody>
          <a:bodyPr>
            <a:normAutofit fontScale="90000"/>
          </a:bodyPr>
          <a:lstStyle/>
          <a:p>
            <a:r>
              <a:rPr lang="en-US" b="1" dirty="0">
                <a:effectLst>
                  <a:outerShdw blurRad="38100" dist="38100" dir="2700000" algn="tl">
                    <a:srgbClr val="000000">
                      <a:alpha val="43137"/>
                    </a:srgbClr>
                  </a:outerShdw>
                </a:effectLst>
              </a:rPr>
              <a:t>Front-End Command Queuing</a:t>
            </a:r>
          </a:p>
        </p:txBody>
      </p:sp>
      <p:sp>
        <p:nvSpPr>
          <p:cNvPr id="3" name="Content Placeholder 2"/>
          <p:cNvSpPr>
            <a:spLocks noGrp="1"/>
          </p:cNvSpPr>
          <p:nvPr>
            <p:ph idx="1"/>
          </p:nvPr>
        </p:nvSpPr>
        <p:spPr>
          <a:xfrm>
            <a:off x="838200" y="1204912"/>
            <a:ext cx="7696200" cy="5334000"/>
          </a:xfrm>
        </p:spPr>
        <p:txBody>
          <a:bodyPr>
            <a:normAutofit/>
          </a:bodyPr>
          <a:lstStyle/>
          <a:p>
            <a:pPr marL="0" indent="0" algn="just" rtl="0">
              <a:lnSpc>
                <a:spcPct val="150000"/>
              </a:lnSpc>
              <a:buNone/>
            </a:pPr>
            <a:r>
              <a:rPr lang="en-US" sz="1900" dirty="0">
                <a:latin typeface="Times New Roman" panose="02020603050405020304" pitchFamily="18" charset="0"/>
                <a:cs typeface="Times New Roman" panose="02020603050405020304" pitchFamily="18" charset="0"/>
              </a:rPr>
              <a:t>The most commonly used command queuing algorithms are as follows:</a:t>
            </a:r>
          </a:p>
          <a:p>
            <a:pPr algn="just" rtl="0"/>
            <a:r>
              <a:rPr lang="en-US" sz="2200" b="1" dirty="0">
                <a:solidFill>
                  <a:srgbClr val="C00000"/>
                </a:solidFill>
                <a:effectLst>
                  <a:outerShdw blurRad="38100" dist="38100" dir="2700000" algn="tl">
                    <a:srgbClr val="000000">
                      <a:alpha val="43137"/>
                    </a:srgbClr>
                  </a:outerShdw>
                </a:effectLst>
              </a:rPr>
              <a:t>First In First Out (FIFO) </a:t>
            </a:r>
          </a:p>
          <a:p>
            <a:pPr marL="0" indent="0" algn="just" rtl="0">
              <a:lnSpc>
                <a:spcPct val="150000"/>
              </a:lnSpc>
              <a:buNone/>
            </a:pPr>
            <a:r>
              <a:rPr lang="en-US" sz="1900" dirty="0">
                <a:latin typeface="Times New Roman" panose="02020603050405020304" pitchFamily="18" charset="0"/>
                <a:cs typeface="Times New Roman" panose="02020603050405020304" pitchFamily="18" charset="0"/>
              </a:rPr>
              <a:t>This is the default algorithm where commands are executed in the order in which they are received. There is no reordering of requests for optimization; therefore, it is inefficient in terms of performance.</a:t>
            </a:r>
          </a:p>
          <a:p>
            <a:pPr algn="just" rtl="0"/>
            <a:r>
              <a:rPr lang="en-US" sz="2200" b="1" dirty="0">
                <a:solidFill>
                  <a:srgbClr val="C00000"/>
                </a:solidFill>
                <a:effectLst>
                  <a:outerShdw blurRad="38100" dist="38100" dir="2700000" algn="tl">
                    <a:srgbClr val="000000">
                      <a:alpha val="43137"/>
                    </a:srgbClr>
                  </a:outerShdw>
                </a:effectLst>
              </a:rPr>
              <a:t>Seek Time Optimization</a:t>
            </a:r>
          </a:p>
          <a:p>
            <a:pPr marL="0" indent="0" algn="just" rtl="0">
              <a:lnSpc>
                <a:spcPct val="150000"/>
              </a:lnSpc>
              <a:buNone/>
            </a:pPr>
            <a:r>
              <a:rPr lang="en-US" sz="1900" dirty="0">
                <a:latin typeface="Times New Roman" panose="02020603050405020304" pitchFamily="18" charset="0"/>
                <a:cs typeface="Times New Roman" panose="02020603050405020304" pitchFamily="18" charset="0"/>
              </a:rPr>
              <a:t>Commands are executed based on optimizing read/write head movements, which may result in reordering of commands. Without seek time optimization, the commands are executed in the order they are received.</a:t>
            </a:r>
          </a:p>
        </p:txBody>
      </p:sp>
      <p:sp>
        <p:nvSpPr>
          <p:cNvPr id="5" name="Slide Number Placeholder 4"/>
          <p:cNvSpPr>
            <a:spLocks noGrp="1"/>
          </p:cNvSpPr>
          <p:nvPr>
            <p:ph type="sldNum" sz="quarter" idx="12"/>
          </p:nvPr>
        </p:nvSpPr>
        <p:spPr/>
        <p:txBody>
          <a:bodyPr/>
          <a:lstStyle/>
          <a:p>
            <a:fld id="{E5137D0E-4A4F-4307-8994-C1891D747D59}" type="slidenum">
              <a:rPr lang="en-US" smtClean="0"/>
              <a:t>7</a:t>
            </a:fld>
            <a:endParaRPr lang="en-US"/>
          </a:p>
        </p:txBody>
      </p:sp>
    </p:spTree>
    <p:extLst>
      <p:ext uri="{BB962C8B-B14F-4D97-AF65-F5344CB8AC3E}">
        <p14:creationId xmlns:p14="http://schemas.microsoft.com/office/powerpoint/2010/main" val="26645987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BE0DFC6A-02FA-EDD7-868A-516B295A5D40}"/>
              </a:ext>
            </a:extLst>
          </p:cNvPr>
          <p:cNvSpPr>
            <a:spLocks noGrp="1"/>
          </p:cNvSpPr>
          <p:nvPr>
            <p:ph type="title"/>
          </p:nvPr>
        </p:nvSpPr>
        <p:spPr/>
        <p:txBody>
          <a:bodyPr/>
          <a:lstStyle/>
          <a:p>
            <a:pPr eaLnBrk="1" hangingPunct="1"/>
            <a:r>
              <a:rPr lang="en-US" altLang="en-US"/>
              <a:t>Front End Command Queuing</a:t>
            </a:r>
          </a:p>
        </p:txBody>
      </p:sp>
      <p:sp>
        <p:nvSpPr>
          <p:cNvPr id="17411" name="AutoShape 3">
            <a:extLst>
              <a:ext uri="{FF2B5EF4-FFF2-40B4-BE49-F238E27FC236}">
                <a16:creationId xmlns:a16="http://schemas.microsoft.com/office/drawing/2014/main" id="{CDA73DDA-5629-6840-C091-22320A56D4A5}"/>
              </a:ext>
            </a:extLst>
          </p:cNvPr>
          <p:cNvSpPr>
            <a:spLocks noChangeAspect="1" noChangeArrowheads="1" noTextEdit="1"/>
          </p:cNvSpPr>
          <p:nvPr/>
        </p:nvSpPr>
        <p:spPr bwMode="auto">
          <a:xfrm>
            <a:off x="1533525" y="1377950"/>
            <a:ext cx="5629275" cy="243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12" name="Rectangle 4">
            <a:extLst>
              <a:ext uri="{FF2B5EF4-FFF2-40B4-BE49-F238E27FC236}">
                <a16:creationId xmlns:a16="http://schemas.microsoft.com/office/drawing/2014/main" id="{9C5E5C08-CB97-1F42-F793-271CA068540A}"/>
              </a:ext>
            </a:extLst>
          </p:cNvPr>
          <p:cNvSpPr>
            <a:spLocks noChangeArrowheads="1"/>
          </p:cNvSpPr>
          <p:nvPr/>
        </p:nvSpPr>
        <p:spPr bwMode="auto">
          <a:xfrm>
            <a:off x="3167063" y="1574800"/>
            <a:ext cx="190500" cy="127000"/>
          </a:xfrm>
          <a:prstGeom prst="rect">
            <a:avLst/>
          </a:prstGeom>
          <a:gradFill rotWithShape="1">
            <a:gsLst>
              <a:gs pos="0">
                <a:srgbClr val="86BAB5"/>
              </a:gs>
              <a:gs pos="100000">
                <a:srgbClr val="5B7E7B"/>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13" name="Rectangle 5">
            <a:extLst>
              <a:ext uri="{FF2B5EF4-FFF2-40B4-BE49-F238E27FC236}">
                <a16:creationId xmlns:a16="http://schemas.microsoft.com/office/drawing/2014/main" id="{C9E50EE5-DB58-8CEB-E5B9-5B8444F8E3C3}"/>
              </a:ext>
            </a:extLst>
          </p:cNvPr>
          <p:cNvSpPr>
            <a:spLocks noChangeArrowheads="1"/>
          </p:cNvSpPr>
          <p:nvPr/>
        </p:nvSpPr>
        <p:spPr bwMode="auto">
          <a:xfrm>
            <a:off x="3167063" y="1860550"/>
            <a:ext cx="190500" cy="125413"/>
          </a:xfrm>
          <a:prstGeom prst="rect">
            <a:avLst/>
          </a:prstGeom>
          <a:gradFill rotWithShape="1">
            <a:gsLst>
              <a:gs pos="0">
                <a:srgbClr val="86BAB5"/>
              </a:gs>
              <a:gs pos="100000">
                <a:srgbClr val="5B7E7B"/>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14" name="Rectangle 6">
            <a:extLst>
              <a:ext uri="{FF2B5EF4-FFF2-40B4-BE49-F238E27FC236}">
                <a16:creationId xmlns:a16="http://schemas.microsoft.com/office/drawing/2014/main" id="{DAD953DB-D0CF-C54B-F944-4E2DA4B29C85}"/>
              </a:ext>
            </a:extLst>
          </p:cNvPr>
          <p:cNvSpPr>
            <a:spLocks noChangeArrowheads="1"/>
          </p:cNvSpPr>
          <p:nvPr/>
        </p:nvSpPr>
        <p:spPr bwMode="auto">
          <a:xfrm>
            <a:off x="3167063" y="2249488"/>
            <a:ext cx="190500" cy="125412"/>
          </a:xfrm>
          <a:prstGeom prst="rect">
            <a:avLst/>
          </a:prstGeom>
          <a:gradFill rotWithShape="1">
            <a:gsLst>
              <a:gs pos="0">
                <a:srgbClr val="86BAB5"/>
              </a:gs>
              <a:gs pos="100000">
                <a:srgbClr val="5B7E7B"/>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15" name="Rectangle 7">
            <a:extLst>
              <a:ext uri="{FF2B5EF4-FFF2-40B4-BE49-F238E27FC236}">
                <a16:creationId xmlns:a16="http://schemas.microsoft.com/office/drawing/2014/main" id="{DFB71BEB-D444-A0C6-32B4-CB9C4FB9FB3D}"/>
              </a:ext>
            </a:extLst>
          </p:cNvPr>
          <p:cNvSpPr>
            <a:spLocks noChangeArrowheads="1"/>
          </p:cNvSpPr>
          <p:nvPr/>
        </p:nvSpPr>
        <p:spPr bwMode="auto">
          <a:xfrm>
            <a:off x="3167063" y="2535238"/>
            <a:ext cx="190500" cy="125412"/>
          </a:xfrm>
          <a:prstGeom prst="rect">
            <a:avLst/>
          </a:prstGeom>
          <a:gradFill rotWithShape="1">
            <a:gsLst>
              <a:gs pos="0">
                <a:srgbClr val="86BAB5"/>
              </a:gs>
              <a:gs pos="100000">
                <a:srgbClr val="5B7E7B"/>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16" name="Rectangle 8">
            <a:extLst>
              <a:ext uri="{FF2B5EF4-FFF2-40B4-BE49-F238E27FC236}">
                <a16:creationId xmlns:a16="http://schemas.microsoft.com/office/drawing/2014/main" id="{68E8E05A-D210-8B28-6601-68502D0C8556}"/>
              </a:ext>
            </a:extLst>
          </p:cNvPr>
          <p:cNvSpPr>
            <a:spLocks noChangeArrowheads="1"/>
          </p:cNvSpPr>
          <p:nvPr/>
        </p:nvSpPr>
        <p:spPr bwMode="auto">
          <a:xfrm>
            <a:off x="3265488" y="1377950"/>
            <a:ext cx="604837" cy="1471613"/>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17" name="Rectangle 9">
            <a:extLst>
              <a:ext uri="{FF2B5EF4-FFF2-40B4-BE49-F238E27FC236}">
                <a16:creationId xmlns:a16="http://schemas.microsoft.com/office/drawing/2014/main" id="{A541CB85-B975-CB63-A65A-5AEB34768CB0}"/>
              </a:ext>
            </a:extLst>
          </p:cNvPr>
          <p:cNvSpPr>
            <a:spLocks noChangeArrowheads="1"/>
          </p:cNvSpPr>
          <p:nvPr/>
        </p:nvSpPr>
        <p:spPr bwMode="auto">
          <a:xfrm>
            <a:off x="3265488" y="1524000"/>
            <a:ext cx="323850" cy="528638"/>
          </a:xfrm>
          <a:prstGeom prst="rect">
            <a:avLst/>
          </a:prstGeom>
          <a:gradFill rotWithShape="1">
            <a:gsLst>
              <a:gs pos="0">
                <a:srgbClr val="86BAB5"/>
              </a:gs>
              <a:gs pos="100000">
                <a:srgbClr val="5B7E7B"/>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18" name="Rectangle 10">
            <a:extLst>
              <a:ext uri="{FF2B5EF4-FFF2-40B4-BE49-F238E27FC236}">
                <a16:creationId xmlns:a16="http://schemas.microsoft.com/office/drawing/2014/main" id="{6D34216B-EF27-B5AC-6DA8-5DAB64B4161C}"/>
              </a:ext>
            </a:extLst>
          </p:cNvPr>
          <p:cNvSpPr>
            <a:spLocks noChangeArrowheads="1"/>
          </p:cNvSpPr>
          <p:nvPr/>
        </p:nvSpPr>
        <p:spPr bwMode="auto">
          <a:xfrm>
            <a:off x="3265488" y="2205038"/>
            <a:ext cx="323850" cy="530225"/>
          </a:xfrm>
          <a:prstGeom prst="rect">
            <a:avLst/>
          </a:prstGeom>
          <a:gradFill rotWithShape="1">
            <a:gsLst>
              <a:gs pos="0">
                <a:srgbClr val="86BAB5"/>
              </a:gs>
              <a:gs pos="100000">
                <a:srgbClr val="5B7E7B"/>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19" name="Freeform 11">
            <a:extLst>
              <a:ext uri="{FF2B5EF4-FFF2-40B4-BE49-F238E27FC236}">
                <a16:creationId xmlns:a16="http://schemas.microsoft.com/office/drawing/2014/main" id="{25A134F0-4E72-22F8-FF8E-79ACB50FFD75}"/>
              </a:ext>
            </a:extLst>
          </p:cNvPr>
          <p:cNvSpPr>
            <a:spLocks/>
          </p:cNvSpPr>
          <p:nvPr/>
        </p:nvSpPr>
        <p:spPr bwMode="auto">
          <a:xfrm>
            <a:off x="4140200" y="1841500"/>
            <a:ext cx="1239838" cy="479425"/>
          </a:xfrm>
          <a:custGeom>
            <a:avLst/>
            <a:gdLst>
              <a:gd name="T0" fmla="*/ 2147483646 w 2341"/>
              <a:gd name="T1" fmla="*/ 0 h 906"/>
              <a:gd name="T2" fmla="*/ 2147483646 w 2341"/>
              <a:gd name="T3" fmla="*/ 2147483646 h 906"/>
              <a:gd name="T4" fmla="*/ 2147483646 w 2341"/>
              <a:gd name="T5" fmla="*/ 2147483646 h 906"/>
              <a:gd name="T6" fmla="*/ 2147483646 w 2341"/>
              <a:gd name="T7" fmla="*/ 2147483646 h 906"/>
              <a:gd name="T8" fmla="*/ 0 w 2341"/>
              <a:gd name="T9" fmla="*/ 2147483646 h 906"/>
              <a:gd name="T10" fmla="*/ 0 w 2341"/>
              <a:gd name="T11" fmla="*/ 2147483646 h 906"/>
              <a:gd name="T12" fmla="*/ 2147483646 w 2341"/>
              <a:gd name="T13" fmla="*/ 2147483646 h 906"/>
              <a:gd name="T14" fmla="*/ 2147483646 w 2341"/>
              <a:gd name="T15" fmla="*/ 0 h 90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341" h="906">
                <a:moveTo>
                  <a:pt x="1825" y="0"/>
                </a:moveTo>
                <a:lnTo>
                  <a:pt x="2341" y="450"/>
                </a:lnTo>
                <a:lnTo>
                  <a:pt x="1825" y="906"/>
                </a:lnTo>
                <a:lnTo>
                  <a:pt x="1825" y="720"/>
                </a:lnTo>
                <a:lnTo>
                  <a:pt x="0" y="720"/>
                </a:lnTo>
                <a:lnTo>
                  <a:pt x="0" y="216"/>
                </a:lnTo>
                <a:lnTo>
                  <a:pt x="1825" y="216"/>
                </a:lnTo>
                <a:lnTo>
                  <a:pt x="1825" y="0"/>
                </a:lnTo>
              </a:path>
            </a:pathLst>
          </a:custGeom>
          <a:solidFill>
            <a:srgbClr val="FFCC00">
              <a:alpha val="74901"/>
            </a:srgbClr>
          </a:solidFill>
          <a:ln w="1270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20" name="Rectangle 12">
            <a:extLst>
              <a:ext uri="{FF2B5EF4-FFF2-40B4-BE49-F238E27FC236}">
                <a16:creationId xmlns:a16="http://schemas.microsoft.com/office/drawing/2014/main" id="{98596AEA-7828-95DC-1D9B-DA189FC36DE2}"/>
              </a:ext>
            </a:extLst>
          </p:cNvPr>
          <p:cNvSpPr>
            <a:spLocks noChangeArrowheads="1"/>
          </p:cNvSpPr>
          <p:nvPr/>
        </p:nvSpPr>
        <p:spPr bwMode="auto">
          <a:xfrm>
            <a:off x="4184650" y="2000250"/>
            <a:ext cx="180975" cy="1809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21" name="Rectangle 13">
            <a:extLst>
              <a:ext uri="{FF2B5EF4-FFF2-40B4-BE49-F238E27FC236}">
                <a16:creationId xmlns:a16="http://schemas.microsoft.com/office/drawing/2014/main" id="{4073DCA1-4545-3D6A-517B-C0FA507D6559}"/>
              </a:ext>
            </a:extLst>
          </p:cNvPr>
          <p:cNvSpPr>
            <a:spLocks noChangeArrowheads="1"/>
          </p:cNvSpPr>
          <p:nvPr/>
        </p:nvSpPr>
        <p:spPr bwMode="auto">
          <a:xfrm>
            <a:off x="4191000" y="2006600"/>
            <a:ext cx="168275" cy="168275"/>
          </a:xfrm>
          <a:prstGeom prst="rect">
            <a:avLst/>
          </a:prstGeom>
          <a:solidFill>
            <a:srgbClr val="33CCCC"/>
          </a:solidFill>
          <a:ln w="127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22" name="Rectangle 14">
            <a:extLst>
              <a:ext uri="{FF2B5EF4-FFF2-40B4-BE49-F238E27FC236}">
                <a16:creationId xmlns:a16="http://schemas.microsoft.com/office/drawing/2014/main" id="{772EE420-3F1C-4EDA-1BD6-EA7EBA215BAE}"/>
              </a:ext>
            </a:extLst>
          </p:cNvPr>
          <p:cNvSpPr>
            <a:spLocks noChangeArrowheads="1"/>
          </p:cNvSpPr>
          <p:nvPr/>
        </p:nvSpPr>
        <p:spPr bwMode="auto">
          <a:xfrm>
            <a:off x="4222750" y="2009775"/>
            <a:ext cx="1047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altLang="en-US" sz="10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D</a:t>
            </a: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23" name="Rectangle 15">
            <a:extLst>
              <a:ext uri="{FF2B5EF4-FFF2-40B4-BE49-F238E27FC236}">
                <a16:creationId xmlns:a16="http://schemas.microsoft.com/office/drawing/2014/main" id="{CCF3A339-D597-AC8B-7DF3-66EBB0018304}"/>
              </a:ext>
            </a:extLst>
          </p:cNvPr>
          <p:cNvSpPr>
            <a:spLocks noChangeArrowheads="1"/>
          </p:cNvSpPr>
          <p:nvPr/>
        </p:nvSpPr>
        <p:spPr bwMode="auto">
          <a:xfrm>
            <a:off x="4470400" y="2000250"/>
            <a:ext cx="180975" cy="1809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24" name="Rectangle 16">
            <a:extLst>
              <a:ext uri="{FF2B5EF4-FFF2-40B4-BE49-F238E27FC236}">
                <a16:creationId xmlns:a16="http://schemas.microsoft.com/office/drawing/2014/main" id="{1336970A-7C5D-133C-530A-B44B0AA265A1}"/>
              </a:ext>
            </a:extLst>
          </p:cNvPr>
          <p:cNvSpPr>
            <a:spLocks noChangeArrowheads="1"/>
          </p:cNvSpPr>
          <p:nvPr/>
        </p:nvSpPr>
        <p:spPr bwMode="auto">
          <a:xfrm>
            <a:off x="4476750" y="2006600"/>
            <a:ext cx="168275" cy="168275"/>
          </a:xfrm>
          <a:prstGeom prst="rect">
            <a:avLst/>
          </a:prstGeom>
          <a:solidFill>
            <a:srgbClr val="33CCCC"/>
          </a:solidFill>
          <a:ln w="127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25" name="Rectangle 17">
            <a:extLst>
              <a:ext uri="{FF2B5EF4-FFF2-40B4-BE49-F238E27FC236}">
                <a16:creationId xmlns:a16="http://schemas.microsoft.com/office/drawing/2014/main" id="{67BEBA51-D174-78F9-C18D-98F1C18077B9}"/>
              </a:ext>
            </a:extLst>
          </p:cNvPr>
          <p:cNvSpPr>
            <a:spLocks noChangeArrowheads="1"/>
          </p:cNvSpPr>
          <p:nvPr/>
        </p:nvSpPr>
        <p:spPr bwMode="auto">
          <a:xfrm>
            <a:off x="4514850" y="2009775"/>
            <a:ext cx="920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altLang="en-US" sz="10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C</a:t>
            </a: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26" name="Rectangle 18">
            <a:extLst>
              <a:ext uri="{FF2B5EF4-FFF2-40B4-BE49-F238E27FC236}">
                <a16:creationId xmlns:a16="http://schemas.microsoft.com/office/drawing/2014/main" id="{D29D3318-E103-16DD-E62B-08BCDC9860CD}"/>
              </a:ext>
            </a:extLst>
          </p:cNvPr>
          <p:cNvSpPr>
            <a:spLocks noChangeArrowheads="1"/>
          </p:cNvSpPr>
          <p:nvPr/>
        </p:nvSpPr>
        <p:spPr bwMode="auto">
          <a:xfrm>
            <a:off x="4756150" y="2000250"/>
            <a:ext cx="180975" cy="1809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27" name="Rectangle 19">
            <a:extLst>
              <a:ext uri="{FF2B5EF4-FFF2-40B4-BE49-F238E27FC236}">
                <a16:creationId xmlns:a16="http://schemas.microsoft.com/office/drawing/2014/main" id="{8675A8FD-5396-7B81-5DB5-ABB3628D103B}"/>
              </a:ext>
            </a:extLst>
          </p:cNvPr>
          <p:cNvSpPr>
            <a:spLocks noChangeArrowheads="1"/>
          </p:cNvSpPr>
          <p:nvPr/>
        </p:nvSpPr>
        <p:spPr bwMode="auto">
          <a:xfrm>
            <a:off x="4762500" y="2006600"/>
            <a:ext cx="168275" cy="168275"/>
          </a:xfrm>
          <a:prstGeom prst="rect">
            <a:avLst/>
          </a:prstGeom>
          <a:solidFill>
            <a:srgbClr val="33CCCC"/>
          </a:solidFill>
          <a:ln w="127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28" name="Rectangle 20">
            <a:extLst>
              <a:ext uri="{FF2B5EF4-FFF2-40B4-BE49-F238E27FC236}">
                <a16:creationId xmlns:a16="http://schemas.microsoft.com/office/drawing/2014/main" id="{5A9102B2-6D94-84B1-A57D-567B281E6601}"/>
              </a:ext>
            </a:extLst>
          </p:cNvPr>
          <p:cNvSpPr>
            <a:spLocks noChangeArrowheads="1"/>
          </p:cNvSpPr>
          <p:nvPr/>
        </p:nvSpPr>
        <p:spPr bwMode="auto">
          <a:xfrm>
            <a:off x="4797425" y="2009775"/>
            <a:ext cx="96838"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altLang="en-US" sz="10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B</a:t>
            </a: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29" name="Rectangle 21">
            <a:extLst>
              <a:ext uri="{FF2B5EF4-FFF2-40B4-BE49-F238E27FC236}">
                <a16:creationId xmlns:a16="http://schemas.microsoft.com/office/drawing/2014/main" id="{AADA678B-CFE2-BBDC-87BE-DE240276D6CF}"/>
              </a:ext>
            </a:extLst>
          </p:cNvPr>
          <p:cNvSpPr>
            <a:spLocks noChangeArrowheads="1"/>
          </p:cNvSpPr>
          <p:nvPr/>
        </p:nvSpPr>
        <p:spPr bwMode="auto">
          <a:xfrm>
            <a:off x="5041900" y="2000250"/>
            <a:ext cx="180975" cy="1809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30" name="Rectangle 22">
            <a:extLst>
              <a:ext uri="{FF2B5EF4-FFF2-40B4-BE49-F238E27FC236}">
                <a16:creationId xmlns:a16="http://schemas.microsoft.com/office/drawing/2014/main" id="{0FE502BD-21C6-09EF-61AC-FDB4932CD4D4}"/>
              </a:ext>
            </a:extLst>
          </p:cNvPr>
          <p:cNvSpPr>
            <a:spLocks noChangeArrowheads="1"/>
          </p:cNvSpPr>
          <p:nvPr/>
        </p:nvSpPr>
        <p:spPr bwMode="auto">
          <a:xfrm>
            <a:off x="5048250" y="2006600"/>
            <a:ext cx="168275" cy="168275"/>
          </a:xfrm>
          <a:prstGeom prst="rect">
            <a:avLst/>
          </a:prstGeom>
          <a:solidFill>
            <a:srgbClr val="33CCCC"/>
          </a:solidFill>
          <a:ln w="127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31" name="Rectangle 23">
            <a:extLst>
              <a:ext uri="{FF2B5EF4-FFF2-40B4-BE49-F238E27FC236}">
                <a16:creationId xmlns:a16="http://schemas.microsoft.com/office/drawing/2014/main" id="{DB4ABADF-9B45-BB56-0F72-969E4991587A}"/>
              </a:ext>
            </a:extLst>
          </p:cNvPr>
          <p:cNvSpPr>
            <a:spLocks noChangeArrowheads="1"/>
          </p:cNvSpPr>
          <p:nvPr/>
        </p:nvSpPr>
        <p:spPr bwMode="auto">
          <a:xfrm>
            <a:off x="5083175" y="2009775"/>
            <a:ext cx="984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altLang="en-US" sz="10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A</a:t>
            </a: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32" name="Freeform 24">
            <a:extLst>
              <a:ext uri="{FF2B5EF4-FFF2-40B4-BE49-F238E27FC236}">
                <a16:creationId xmlns:a16="http://schemas.microsoft.com/office/drawing/2014/main" id="{88271BE4-69B1-8F1F-ADF9-28DA49150BD5}"/>
              </a:ext>
            </a:extLst>
          </p:cNvPr>
          <p:cNvSpPr>
            <a:spLocks/>
          </p:cNvSpPr>
          <p:nvPr/>
        </p:nvSpPr>
        <p:spPr bwMode="auto">
          <a:xfrm>
            <a:off x="1600200" y="1841500"/>
            <a:ext cx="1238250" cy="479425"/>
          </a:xfrm>
          <a:custGeom>
            <a:avLst/>
            <a:gdLst>
              <a:gd name="T0" fmla="*/ 2147483646 w 2341"/>
              <a:gd name="T1" fmla="*/ 0 h 906"/>
              <a:gd name="T2" fmla="*/ 2147483646 w 2341"/>
              <a:gd name="T3" fmla="*/ 2147483646 h 906"/>
              <a:gd name="T4" fmla="*/ 2147483646 w 2341"/>
              <a:gd name="T5" fmla="*/ 2147483646 h 906"/>
              <a:gd name="T6" fmla="*/ 2147483646 w 2341"/>
              <a:gd name="T7" fmla="*/ 2147483646 h 906"/>
              <a:gd name="T8" fmla="*/ 0 w 2341"/>
              <a:gd name="T9" fmla="*/ 2147483646 h 906"/>
              <a:gd name="T10" fmla="*/ 0 w 2341"/>
              <a:gd name="T11" fmla="*/ 2147483646 h 906"/>
              <a:gd name="T12" fmla="*/ 2147483646 w 2341"/>
              <a:gd name="T13" fmla="*/ 2147483646 h 906"/>
              <a:gd name="T14" fmla="*/ 2147483646 w 2341"/>
              <a:gd name="T15" fmla="*/ 0 h 90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341" h="906">
                <a:moveTo>
                  <a:pt x="1825" y="0"/>
                </a:moveTo>
                <a:lnTo>
                  <a:pt x="2341" y="450"/>
                </a:lnTo>
                <a:lnTo>
                  <a:pt x="1825" y="906"/>
                </a:lnTo>
                <a:lnTo>
                  <a:pt x="1825" y="720"/>
                </a:lnTo>
                <a:lnTo>
                  <a:pt x="0" y="720"/>
                </a:lnTo>
                <a:lnTo>
                  <a:pt x="0" y="216"/>
                </a:lnTo>
                <a:lnTo>
                  <a:pt x="1825" y="216"/>
                </a:lnTo>
                <a:lnTo>
                  <a:pt x="1825" y="0"/>
                </a:lnTo>
              </a:path>
            </a:pathLst>
          </a:custGeom>
          <a:solidFill>
            <a:srgbClr val="FFCC00">
              <a:alpha val="74901"/>
            </a:srgbClr>
          </a:solidFill>
          <a:ln w="12700">
            <a:solidFill>
              <a:srgbClr val="000000"/>
            </a:solidFill>
            <a:prstDash val="solid"/>
            <a:round/>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33" name="Rectangle 25">
            <a:extLst>
              <a:ext uri="{FF2B5EF4-FFF2-40B4-BE49-F238E27FC236}">
                <a16:creationId xmlns:a16="http://schemas.microsoft.com/office/drawing/2014/main" id="{2E63FB1A-A32F-5ED1-1DA5-7A6F421BE5A6}"/>
              </a:ext>
            </a:extLst>
          </p:cNvPr>
          <p:cNvSpPr>
            <a:spLocks noChangeArrowheads="1"/>
          </p:cNvSpPr>
          <p:nvPr/>
        </p:nvSpPr>
        <p:spPr bwMode="auto">
          <a:xfrm>
            <a:off x="1644650" y="2000250"/>
            <a:ext cx="180975" cy="1809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34" name="Rectangle 26">
            <a:extLst>
              <a:ext uri="{FF2B5EF4-FFF2-40B4-BE49-F238E27FC236}">
                <a16:creationId xmlns:a16="http://schemas.microsoft.com/office/drawing/2014/main" id="{0CEE37F5-5139-53FD-1AC6-AFA09AD87C17}"/>
              </a:ext>
            </a:extLst>
          </p:cNvPr>
          <p:cNvSpPr>
            <a:spLocks noChangeArrowheads="1"/>
          </p:cNvSpPr>
          <p:nvPr/>
        </p:nvSpPr>
        <p:spPr bwMode="auto">
          <a:xfrm>
            <a:off x="1651000" y="2006600"/>
            <a:ext cx="168275" cy="168275"/>
          </a:xfrm>
          <a:prstGeom prst="rect">
            <a:avLst/>
          </a:prstGeom>
          <a:solidFill>
            <a:srgbClr val="33CCCC"/>
          </a:solidFill>
          <a:ln w="127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35" name="Rectangle 27">
            <a:extLst>
              <a:ext uri="{FF2B5EF4-FFF2-40B4-BE49-F238E27FC236}">
                <a16:creationId xmlns:a16="http://schemas.microsoft.com/office/drawing/2014/main" id="{05178282-8974-B1BF-A36C-7E412A6DCA7D}"/>
              </a:ext>
            </a:extLst>
          </p:cNvPr>
          <p:cNvSpPr>
            <a:spLocks noChangeArrowheads="1"/>
          </p:cNvSpPr>
          <p:nvPr/>
        </p:nvSpPr>
        <p:spPr bwMode="auto">
          <a:xfrm>
            <a:off x="1685925" y="2006600"/>
            <a:ext cx="1047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altLang="en-US" sz="10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D</a:t>
            </a: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36" name="Rectangle 28">
            <a:extLst>
              <a:ext uri="{FF2B5EF4-FFF2-40B4-BE49-F238E27FC236}">
                <a16:creationId xmlns:a16="http://schemas.microsoft.com/office/drawing/2014/main" id="{71422E53-31E2-C8D0-7740-67021E241F7E}"/>
              </a:ext>
            </a:extLst>
          </p:cNvPr>
          <p:cNvSpPr>
            <a:spLocks noChangeArrowheads="1"/>
          </p:cNvSpPr>
          <p:nvPr/>
        </p:nvSpPr>
        <p:spPr bwMode="auto">
          <a:xfrm>
            <a:off x="1930400" y="2000250"/>
            <a:ext cx="180975" cy="1809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37" name="Rectangle 29">
            <a:extLst>
              <a:ext uri="{FF2B5EF4-FFF2-40B4-BE49-F238E27FC236}">
                <a16:creationId xmlns:a16="http://schemas.microsoft.com/office/drawing/2014/main" id="{0185C7EC-0556-9868-3F4F-D634C3B6E41A}"/>
              </a:ext>
            </a:extLst>
          </p:cNvPr>
          <p:cNvSpPr>
            <a:spLocks noChangeArrowheads="1"/>
          </p:cNvSpPr>
          <p:nvPr/>
        </p:nvSpPr>
        <p:spPr bwMode="auto">
          <a:xfrm>
            <a:off x="1936750" y="2006600"/>
            <a:ext cx="168275" cy="168275"/>
          </a:xfrm>
          <a:prstGeom prst="rect">
            <a:avLst/>
          </a:prstGeom>
          <a:solidFill>
            <a:srgbClr val="33CCCC"/>
          </a:solidFill>
          <a:ln w="127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38" name="Rectangle 30">
            <a:extLst>
              <a:ext uri="{FF2B5EF4-FFF2-40B4-BE49-F238E27FC236}">
                <a16:creationId xmlns:a16="http://schemas.microsoft.com/office/drawing/2014/main" id="{5EC369E3-17B0-A375-847B-396C9DEDCAEC}"/>
              </a:ext>
            </a:extLst>
          </p:cNvPr>
          <p:cNvSpPr>
            <a:spLocks noChangeArrowheads="1"/>
          </p:cNvSpPr>
          <p:nvPr/>
        </p:nvSpPr>
        <p:spPr bwMode="auto">
          <a:xfrm>
            <a:off x="1978025" y="2006600"/>
            <a:ext cx="920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altLang="en-US" sz="10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C</a:t>
            </a: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39" name="Rectangle 31">
            <a:extLst>
              <a:ext uri="{FF2B5EF4-FFF2-40B4-BE49-F238E27FC236}">
                <a16:creationId xmlns:a16="http://schemas.microsoft.com/office/drawing/2014/main" id="{67801D10-6F67-5F12-77D4-72C32B6E0AC7}"/>
              </a:ext>
            </a:extLst>
          </p:cNvPr>
          <p:cNvSpPr>
            <a:spLocks noChangeArrowheads="1"/>
          </p:cNvSpPr>
          <p:nvPr/>
        </p:nvSpPr>
        <p:spPr bwMode="auto">
          <a:xfrm>
            <a:off x="2216150" y="2000250"/>
            <a:ext cx="180975" cy="1809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40" name="Rectangle 32">
            <a:extLst>
              <a:ext uri="{FF2B5EF4-FFF2-40B4-BE49-F238E27FC236}">
                <a16:creationId xmlns:a16="http://schemas.microsoft.com/office/drawing/2014/main" id="{37309257-C79F-39BA-4E4D-1BD933434D12}"/>
              </a:ext>
            </a:extLst>
          </p:cNvPr>
          <p:cNvSpPr>
            <a:spLocks noChangeArrowheads="1"/>
          </p:cNvSpPr>
          <p:nvPr/>
        </p:nvSpPr>
        <p:spPr bwMode="auto">
          <a:xfrm>
            <a:off x="2222500" y="2006600"/>
            <a:ext cx="168275" cy="168275"/>
          </a:xfrm>
          <a:prstGeom prst="rect">
            <a:avLst/>
          </a:prstGeom>
          <a:solidFill>
            <a:srgbClr val="33CCCC"/>
          </a:solidFill>
          <a:ln w="127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41" name="Rectangle 33">
            <a:extLst>
              <a:ext uri="{FF2B5EF4-FFF2-40B4-BE49-F238E27FC236}">
                <a16:creationId xmlns:a16="http://schemas.microsoft.com/office/drawing/2014/main" id="{51CB01BD-7DEA-2F1C-EC3F-EF7B66F44564}"/>
              </a:ext>
            </a:extLst>
          </p:cNvPr>
          <p:cNvSpPr>
            <a:spLocks noChangeArrowheads="1"/>
          </p:cNvSpPr>
          <p:nvPr/>
        </p:nvSpPr>
        <p:spPr bwMode="auto">
          <a:xfrm>
            <a:off x="2260600" y="2006600"/>
            <a:ext cx="96838"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altLang="en-US" sz="10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B</a:t>
            </a: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42" name="Rectangle 34">
            <a:extLst>
              <a:ext uri="{FF2B5EF4-FFF2-40B4-BE49-F238E27FC236}">
                <a16:creationId xmlns:a16="http://schemas.microsoft.com/office/drawing/2014/main" id="{4CD79634-4671-7D2C-7B84-FCF5E642506D}"/>
              </a:ext>
            </a:extLst>
          </p:cNvPr>
          <p:cNvSpPr>
            <a:spLocks noChangeArrowheads="1"/>
          </p:cNvSpPr>
          <p:nvPr/>
        </p:nvSpPr>
        <p:spPr bwMode="auto">
          <a:xfrm>
            <a:off x="2501900" y="2000250"/>
            <a:ext cx="180975" cy="1809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43" name="Rectangle 35">
            <a:extLst>
              <a:ext uri="{FF2B5EF4-FFF2-40B4-BE49-F238E27FC236}">
                <a16:creationId xmlns:a16="http://schemas.microsoft.com/office/drawing/2014/main" id="{80894DD2-E0A2-03C5-654D-707869C43D1F}"/>
              </a:ext>
            </a:extLst>
          </p:cNvPr>
          <p:cNvSpPr>
            <a:spLocks noChangeArrowheads="1"/>
          </p:cNvSpPr>
          <p:nvPr/>
        </p:nvSpPr>
        <p:spPr bwMode="auto">
          <a:xfrm>
            <a:off x="2508250" y="2006600"/>
            <a:ext cx="168275" cy="168275"/>
          </a:xfrm>
          <a:prstGeom prst="rect">
            <a:avLst/>
          </a:prstGeom>
          <a:solidFill>
            <a:srgbClr val="33CCCC"/>
          </a:solidFill>
          <a:ln w="12700">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44" name="Rectangle 36">
            <a:extLst>
              <a:ext uri="{FF2B5EF4-FFF2-40B4-BE49-F238E27FC236}">
                <a16:creationId xmlns:a16="http://schemas.microsoft.com/office/drawing/2014/main" id="{84E92E2F-C3D9-A877-BAC2-EA0C8A6C01B8}"/>
              </a:ext>
            </a:extLst>
          </p:cNvPr>
          <p:cNvSpPr>
            <a:spLocks noChangeArrowheads="1"/>
          </p:cNvSpPr>
          <p:nvPr/>
        </p:nvSpPr>
        <p:spPr bwMode="auto">
          <a:xfrm>
            <a:off x="2546350" y="2006600"/>
            <a:ext cx="984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altLang="en-US" sz="10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A</a:t>
            </a: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45" name="Freeform 37">
            <a:extLst>
              <a:ext uri="{FF2B5EF4-FFF2-40B4-BE49-F238E27FC236}">
                <a16:creationId xmlns:a16="http://schemas.microsoft.com/office/drawing/2014/main" id="{170662C5-4D14-63B5-A016-D3CC992784E2}"/>
              </a:ext>
            </a:extLst>
          </p:cNvPr>
          <p:cNvSpPr>
            <a:spLocks/>
          </p:cNvSpPr>
          <p:nvPr/>
        </p:nvSpPr>
        <p:spPr bwMode="auto">
          <a:xfrm>
            <a:off x="5976938" y="1724025"/>
            <a:ext cx="812800" cy="811213"/>
          </a:xfrm>
          <a:custGeom>
            <a:avLst/>
            <a:gdLst>
              <a:gd name="T0" fmla="*/ 2147483646 w 1535"/>
              <a:gd name="T1" fmla="*/ 2147483646 h 1534"/>
              <a:gd name="T2" fmla="*/ 2147483646 w 1535"/>
              <a:gd name="T3" fmla="*/ 2147483646 h 1534"/>
              <a:gd name="T4" fmla="*/ 2078474157 w 1535"/>
              <a:gd name="T5" fmla="*/ 2147483646 h 1534"/>
              <a:gd name="T6" fmla="*/ 0 w 1535"/>
              <a:gd name="T7" fmla="*/ 2147483646 h 1534"/>
              <a:gd name="T8" fmla="*/ 890774790 w 1535"/>
              <a:gd name="T9" fmla="*/ 2147483646 h 1534"/>
              <a:gd name="T10" fmla="*/ 2147483646 w 1535"/>
              <a:gd name="T11" fmla="*/ 2147483646 h 1534"/>
              <a:gd name="T12" fmla="*/ 2147483646 w 1535"/>
              <a:gd name="T13" fmla="*/ 2147483646 h 1534"/>
              <a:gd name="T14" fmla="*/ 2147483646 w 1535"/>
              <a:gd name="T15" fmla="*/ 2147483646 h 1534"/>
              <a:gd name="T16" fmla="*/ 2147483646 w 1535"/>
              <a:gd name="T17" fmla="*/ 2147483646 h 1534"/>
              <a:gd name="T18" fmla="*/ 2147483646 w 1535"/>
              <a:gd name="T19" fmla="*/ 2147483646 h 1534"/>
              <a:gd name="T20" fmla="*/ 2147483646 w 1535"/>
              <a:gd name="T21" fmla="*/ 2147483646 h 1534"/>
              <a:gd name="T22" fmla="*/ 2147483646 w 1535"/>
              <a:gd name="T23" fmla="*/ 2147483646 h 1534"/>
              <a:gd name="T24" fmla="*/ 2147483646 w 1535"/>
              <a:gd name="T25" fmla="*/ 2147483646 h 1534"/>
              <a:gd name="T26" fmla="*/ 2147483646 w 1535"/>
              <a:gd name="T27" fmla="*/ 2147483646 h 1534"/>
              <a:gd name="T28" fmla="*/ 2147483646 w 1535"/>
              <a:gd name="T29" fmla="*/ 2147483646 h 1534"/>
              <a:gd name="T30" fmla="*/ 2147483646 w 1535"/>
              <a:gd name="T31" fmla="*/ 2147483646 h 1534"/>
              <a:gd name="T32" fmla="*/ 2147483646 w 1535"/>
              <a:gd name="T33" fmla="*/ 2147483646 h 1534"/>
              <a:gd name="T34" fmla="*/ 2147483646 w 1535"/>
              <a:gd name="T35" fmla="*/ 2147483646 h 1534"/>
              <a:gd name="T36" fmla="*/ 2147483646 w 1535"/>
              <a:gd name="T37" fmla="*/ 2147483646 h 1534"/>
              <a:gd name="T38" fmla="*/ 2147483646 w 1535"/>
              <a:gd name="T39" fmla="*/ 2147483646 h 1534"/>
              <a:gd name="T40" fmla="*/ 2147483646 w 1535"/>
              <a:gd name="T41" fmla="*/ 2147483646 h 1534"/>
              <a:gd name="T42" fmla="*/ 2147483646 w 1535"/>
              <a:gd name="T43" fmla="*/ 2147483646 h 1534"/>
              <a:gd name="T44" fmla="*/ 2147483646 w 1535"/>
              <a:gd name="T45" fmla="*/ 2147483646 h 1534"/>
              <a:gd name="T46" fmla="*/ 2147483646 w 1535"/>
              <a:gd name="T47" fmla="*/ 2147483646 h 1534"/>
              <a:gd name="T48" fmla="*/ 2147483646 w 1535"/>
              <a:gd name="T49" fmla="*/ 2147483646 h 1534"/>
              <a:gd name="T50" fmla="*/ 2147483646 w 1535"/>
              <a:gd name="T51" fmla="*/ 2147483646 h 1534"/>
              <a:gd name="T52" fmla="*/ 2147483646 w 1535"/>
              <a:gd name="T53" fmla="*/ 2147483646 h 1534"/>
              <a:gd name="T54" fmla="*/ 2147483646 w 1535"/>
              <a:gd name="T55" fmla="*/ 2147483646 h 1534"/>
              <a:gd name="T56" fmla="*/ 2147483646 w 1535"/>
              <a:gd name="T57" fmla="*/ 2147483646 h 1534"/>
              <a:gd name="T58" fmla="*/ 2147483646 w 1535"/>
              <a:gd name="T59" fmla="*/ 2147483646 h 1534"/>
              <a:gd name="T60" fmla="*/ 2147483646 w 1535"/>
              <a:gd name="T61" fmla="*/ 2147483646 h 1534"/>
              <a:gd name="T62" fmla="*/ 2147483646 w 1535"/>
              <a:gd name="T63" fmla="*/ 2147483646 h 1534"/>
              <a:gd name="T64" fmla="*/ 2147483646 w 1535"/>
              <a:gd name="T65" fmla="*/ 2147483646 h 1534"/>
              <a:gd name="T66" fmla="*/ 2147483646 w 1535"/>
              <a:gd name="T67" fmla="*/ 2147483646 h 1534"/>
              <a:gd name="T68" fmla="*/ 2147483646 w 1535"/>
              <a:gd name="T69" fmla="*/ 2147483646 h 1534"/>
              <a:gd name="T70" fmla="*/ 2147483646 w 1535"/>
              <a:gd name="T71" fmla="*/ 2147483646 h 1534"/>
              <a:gd name="T72" fmla="*/ 2147483646 w 1535"/>
              <a:gd name="T73" fmla="*/ 2147483646 h 1534"/>
              <a:gd name="T74" fmla="*/ 2147483646 w 1535"/>
              <a:gd name="T75" fmla="*/ 1922612356 h 1534"/>
              <a:gd name="T76" fmla="*/ 2147483646 w 1535"/>
              <a:gd name="T77" fmla="*/ 0 h 1534"/>
              <a:gd name="T78" fmla="*/ 2147483646 w 1535"/>
              <a:gd name="T79" fmla="*/ 295872755 h 1534"/>
              <a:gd name="T80" fmla="*/ 2147483646 w 1535"/>
              <a:gd name="T81" fmla="*/ 2147483646 h 1534"/>
              <a:gd name="T82" fmla="*/ 2147483646 w 1535"/>
              <a:gd name="T83" fmla="*/ 2147483646 h 1534"/>
              <a:gd name="T84" fmla="*/ 2147483646 w 1535"/>
              <a:gd name="T85" fmla="*/ 2147483646 h 153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535" h="1534">
                <a:moveTo>
                  <a:pt x="225" y="223"/>
                </a:moveTo>
                <a:lnTo>
                  <a:pt x="171" y="279"/>
                </a:lnTo>
                <a:lnTo>
                  <a:pt x="125" y="341"/>
                </a:lnTo>
                <a:lnTo>
                  <a:pt x="86" y="404"/>
                </a:lnTo>
                <a:lnTo>
                  <a:pt x="69" y="437"/>
                </a:lnTo>
                <a:lnTo>
                  <a:pt x="56" y="471"/>
                </a:lnTo>
                <a:lnTo>
                  <a:pt x="30" y="540"/>
                </a:lnTo>
                <a:lnTo>
                  <a:pt x="21" y="574"/>
                </a:lnTo>
                <a:lnTo>
                  <a:pt x="14" y="612"/>
                </a:lnTo>
                <a:lnTo>
                  <a:pt x="3" y="687"/>
                </a:lnTo>
                <a:lnTo>
                  <a:pt x="0" y="726"/>
                </a:lnTo>
                <a:lnTo>
                  <a:pt x="0" y="766"/>
                </a:lnTo>
                <a:lnTo>
                  <a:pt x="0" y="805"/>
                </a:lnTo>
                <a:lnTo>
                  <a:pt x="3" y="843"/>
                </a:lnTo>
                <a:lnTo>
                  <a:pt x="6" y="880"/>
                </a:lnTo>
                <a:lnTo>
                  <a:pt x="14" y="919"/>
                </a:lnTo>
                <a:lnTo>
                  <a:pt x="21" y="954"/>
                </a:lnTo>
                <a:lnTo>
                  <a:pt x="30" y="990"/>
                </a:lnTo>
                <a:lnTo>
                  <a:pt x="41" y="1024"/>
                </a:lnTo>
                <a:lnTo>
                  <a:pt x="56" y="1060"/>
                </a:lnTo>
                <a:lnTo>
                  <a:pt x="69" y="1093"/>
                </a:lnTo>
                <a:lnTo>
                  <a:pt x="86" y="1126"/>
                </a:lnTo>
                <a:lnTo>
                  <a:pt x="104" y="1158"/>
                </a:lnTo>
                <a:lnTo>
                  <a:pt x="125" y="1190"/>
                </a:lnTo>
                <a:lnTo>
                  <a:pt x="147" y="1220"/>
                </a:lnTo>
                <a:lnTo>
                  <a:pt x="171" y="1250"/>
                </a:lnTo>
                <a:lnTo>
                  <a:pt x="196" y="1279"/>
                </a:lnTo>
                <a:lnTo>
                  <a:pt x="225" y="1309"/>
                </a:lnTo>
                <a:lnTo>
                  <a:pt x="252" y="1335"/>
                </a:lnTo>
                <a:lnTo>
                  <a:pt x="281" y="1360"/>
                </a:lnTo>
                <a:lnTo>
                  <a:pt x="311" y="1384"/>
                </a:lnTo>
                <a:lnTo>
                  <a:pt x="342" y="1407"/>
                </a:lnTo>
                <a:lnTo>
                  <a:pt x="406" y="1445"/>
                </a:lnTo>
                <a:lnTo>
                  <a:pt x="438" y="1462"/>
                </a:lnTo>
                <a:lnTo>
                  <a:pt x="473" y="1478"/>
                </a:lnTo>
                <a:lnTo>
                  <a:pt x="542" y="1502"/>
                </a:lnTo>
                <a:lnTo>
                  <a:pt x="576" y="1511"/>
                </a:lnTo>
                <a:lnTo>
                  <a:pt x="614" y="1520"/>
                </a:lnTo>
                <a:lnTo>
                  <a:pt x="651" y="1526"/>
                </a:lnTo>
                <a:lnTo>
                  <a:pt x="689" y="1531"/>
                </a:lnTo>
                <a:lnTo>
                  <a:pt x="728" y="1533"/>
                </a:lnTo>
                <a:lnTo>
                  <a:pt x="768" y="1534"/>
                </a:lnTo>
                <a:lnTo>
                  <a:pt x="807" y="1533"/>
                </a:lnTo>
                <a:lnTo>
                  <a:pt x="845" y="1531"/>
                </a:lnTo>
                <a:lnTo>
                  <a:pt x="882" y="1526"/>
                </a:lnTo>
                <a:lnTo>
                  <a:pt x="921" y="1520"/>
                </a:lnTo>
                <a:lnTo>
                  <a:pt x="938" y="1515"/>
                </a:lnTo>
                <a:lnTo>
                  <a:pt x="946" y="1513"/>
                </a:lnTo>
                <a:lnTo>
                  <a:pt x="956" y="1511"/>
                </a:lnTo>
                <a:lnTo>
                  <a:pt x="992" y="1502"/>
                </a:lnTo>
                <a:lnTo>
                  <a:pt x="1026" y="1490"/>
                </a:lnTo>
                <a:lnTo>
                  <a:pt x="1062" y="1478"/>
                </a:lnTo>
                <a:lnTo>
                  <a:pt x="1070" y="1473"/>
                </a:lnTo>
                <a:lnTo>
                  <a:pt x="1073" y="1471"/>
                </a:lnTo>
                <a:lnTo>
                  <a:pt x="1078" y="1469"/>
                </a:lnTo>
                <a:lnTo>
                  <a:pt x="1095" y="1462"/>
                </a:lnTo>
                <a:lnTo>
                  <a:pt x="1127" y="1445"/>
                </a:lnTo>
                <a:lnTo>
                  <a:pt x="1158" y="1426"/>
                </a:lnTo>
                <a:lnTo>
                  <a:pt x="1191" y="1407"/>
                </a:lnTo>
                <a:lnTo>
                  <a:pt x="1205" y="1395"/>
                </a:lnTo>
                <a:lnTo>
                  <a:pt x="1212" y="1389"/>
                </a:lnTo>
                <a:lnTo>
                  <a:pt x="1221" y="1384"/>
                </a:lnTo>
                <a:lnTo>
                  <a:pt x="1251" y="1360"/>
                </a:lnTo>
                <a:lnTo>
                  <a:pt x="1280" y="1335"/>
                </a:lnTo>
                <a:lnTo>
                  <a:pt x="1310" y="1309"/>
                </a:lnTo>
                <a:lnTo>
                  <a:pt x="1336" y="1279"/>
                </a:lnTo>
                <a:lnTo>
                  <a:pt x="1361" y="1250"/>
                </a:lnTo>
                <a:lnTo>
                  <a:pt x="1385" y="1220"/>
                </a:lnTo>
                <a:lnTo>
                  <a:pt x="1390" y="1212"/>
                </a:lnTo>
                <a:lnTo>
                  <a:pt x="1396" y="1204"/>
                </a:lnTo>
                <a:lnTo>
                  <a:pt x="1408" y="1190"/>
                </a:lnTo>
                <a:lnTo>
                  <a:pt x="1427" y="1158"/>
                </a:lnTo>
                <a:lnTo>
                  <a:pt x="1447" y="1126"/>
                </a:lnTo>
                <a:lnTo>
                  <a:pt x="1463" y="1093"/>
                </a:lnTo>
                <a:lnTo>
                  <a:pt x="1471" y="1076"/>
                </a:lnTo>
                <a:lnTo>
                  <a:pt x="1472" y="1071"/>
                </a:lnTo>
                <a:lnTo>
                  <a:pt x="1474" y="1068"/>
                </a:lnTo>
                <a:lnTo>
                  <a:pt x="1479" y="1060"/>
                </a:lnTo>
                <a:lnTo>
                  <a:pt x="1491" y="1024"/>
                </a:lnTo>
                <a:lnTo>
                  <a:pt x="1503" y="990"/>
                </a:lnTo>
                <a:lnTo>
                  <a:pt x="1513" y="954"/>
                </a:lnTo>
                <a:lnTo>
                  <a:pt x="1514" y="944"/>
                </a:lnTo>
                <a:lnTo>
                  <a:pt x="1516" y="936"/>
                </a:lnTo>
                <a:lnTo>
                  <a:pt x="1521" y="919"/>
                </a:lnTo>
                <a:lnTo>
                  <a:pt x="1527" y="880"/>
                </a:lnTo>
                <a:lnTo>
                  <a:pt x="1532" y="843"/>
                </a:lnTo>
                <a:lnTo>
                  <a:pt x="1534" y="805"/>
                </a:lnTo>
                <a:lnTo>
                  <a:pt x="1535" y="766"/>
                </a:lnTo>
                <a:lnTo>
                  <a:pt x="1534" y="726"/>
                </a:lnTo>
                <a:lnTo>
                  <a:pt x="1532" y="687"/>
                </a:lnTo>
                <a:lnTo>
                  <a:pt x="1527" y="649"/>
                </a:lnTo>
                <a:lnTo>
                  <a:pt x="1521" y="612"/>
                </a:lnTo>
                <a:lnTo>
                  <a:pt x="1513" y="574"/>
                </a:lnTo>
                <a:lnTo>
                  <a:pt x="1503" y="540"/>
                </a:lnTo>
                <a:lnTo>
                  <a:pt x="1479" y="471"/>
                </a:lnTo>
                <a:lnTo>
                  <a:pt x="1463" y="437"/>
                </a:lnTo>
                <a:lnTo>
                  <a:pt x="1447" y="404"/>
                </a:lnTo>
                <a:lnTo>
                  <a:pt x="1408" y="341"/>
                </a:lnTo>
                <a:lnTo>
                  <a:pt x="1385" y="309"/>
                </a:lnTo>
                <a:lnTo>
                  <a:pt x="1361" y="279"/>
                </a:lnTo>
                <a:lnTo>
                  <a:pt x="1336" y="251"/>
                </a:lnTo>
                <a:lnTo>
                  <a:pt x="1310" y="223"/>
                </a:lnTo>
                <a:lnTo>
                  <a:pt x="1280" y="194"/>
                </a:lnTo>
                <a:lnTo>
                  <a:pt x="1251" y="169"/>
                </a:lnTo>
                <a:lnTo>
                  <a:pt x="1221" y="145"/>
                </a:lnTo>
                <a:lnTo>
                  <a:pt x="1191" y="125"/>
                </a:lnTo>
                <a:lnTo>
                  <a:pt x="1158" y="103"/>
                </a:lnTo>
                <a:lnTo>
                  <a:pt x="1127" y="85"/>
                </a:lnTo>
                <a:lnTo>
                  <a:pt x="1095" y="68"/>
                </a:lnTo>
                <a:lnTo>
                  <a:pt x="1062" y="55"/>
                </a:lnTo>
                <a:lnTo>
                  <a:pt x="1026" y="41"/>
                </a:lnTo>
                <a:lnTo>
                  <a:pt x="992" y="30"/>
                </a:lnTo>
                <a:lnTo>
                  <a:pt x="956" y="20"/>
                </a:lnTo>
                <a:lnTo>
                  <a:pt x="921" y="13"/>
                </a:lnTo>
                <a:lnTo>
                  <a:pt x="882" y="6"/>
                </a:lnTo>
                <a:lnTo>
                  <a:pt x="845" y="2"/>
                </a:lnTo>
                <a:lnTo>
                  <a:pt x="807" y="0"/>
                </a:lnTo>
                <a:lnTo>
                  <a:pt x="768" y="0"/>
                </a:lnTo>
                <a:lnTo>
                  <a:pt x="728" y="0"/>
                </a:lnTo>
                <a:lnTo>
                  <a:pt x="689" y="2"/>
                </a:lnTo>
                <a:lnTo>
                  <a:pt x="614" y="13"/>
                </a:lnTo>
                <a:lnTo>
                  <a:pt x="576" y="20"/>
                </a:lnTo>
                <a:lnTo>
                  <a:pt x="542" y="30"/>
                </a:lnTo>
                <a:lnTo>
                  <a:pt x="473" y="55"/>
                </a:lnTo>
                <a:lnTo>
                  <a:pt x="438" y="68"/>
                </a:lnTo>
                <a:lnTo>
                  <a:pt x="406" y="85"/>
                </a:lnTo>
                <a:lnTo>
                  <a:pt x="342" y="125"/>
                </a:lnTo>
                <a:lnTo>
                  <a:pt x="281" y="169"/>
                </a:lnTo>
                <a:lnTo>
                  <a:pt x="225" y="223"/>
                </a:lnTo>
              </a:path>
            </a:pathLst>
          </a:custGeom>
          <a:noFill/>
          <a:ln w="12700" cap="flat" cmpd="sng">
            <a:solidFill>
              <a:srgbClr val="9966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46" name="Freeform 38">
            <a:extLst>
              <a:ext uri="{FF2B5EF4-FFF2-40B4-BE49-F238E27FC236}">
                <a16:creationId xmlns:a16="http://schemas.microsoft.com/office/drawing/2014/main" id="{5B7B9371-0CCF-7D03-D454-222ABFA1F4DB}"/>
              </a:ext>
            </a:extLst>
          </p:cNvPr>
          <p:cNvSpPr>
            <a:spLocks/>
          </p:cNvSpPr>
          <p:nvPr/>
        </p:nvSpPr>
        <p:spPr bwMode="auto">
          <a:xfrm>
            <a:off x="5834063" y="1574800"/>
            <a:ext cx="1106487" cy="1106488"/>
          </a:xfrm>
          <a:custGeom>
            <a:avLst/>
            <a:gdLst>
              <a:gd name="T0" fmla="*/ 2147483646 w 2091"/>
              <a:gd name="T1" fmla="*/ 2147483646 h 2090"/>
              <a:gd name="T2" fmla="*/ 2147483646 w 2091"/>
              <a:gd name="T3" fmla="*/ 2147483646 h 2090"/>
              <a:gd name="T4" fmla="*/ 2147483646 w 2091"/>
              <a:gd name="T5" fmla="*/ 2147483646 h 2090"/>
              <a:gd name="T6" fmla="*/ 2147483646 w 2091"/>
              <a:gd name="T7" fmla="*/ 2147483646 h 2090"/>
              <a:gd name="T8" fmla="*/ 2147483646 w 2091"/>
              <a:gd name="T9" fmla="*/ 593645106 h 2090"/>
              <a:gd name="T10" fmla="*/ 2147483646 w 2091"/>
              <a:gd name="T11" fmla="*/ 0 h 2090"/>
              <a:gd name="T12" fmla="*/ 2147483646 w 2091"/>
              <a:gd name="T13" fmla="*/ 2147483646 h 2090"/>
              <a:gd name="T14" fmla="*/ 2147483646 w 2091"/>
              <a:gd name="T15" fmla="*/ 2147483646 h 2090"/>
              <a:gd name="T16" fmla="*/ 2147483646 w 2091"/>
              <a:gd name="T17" fmla="*/ 2147483646 h 2090"/>
              <a:gd name="T18" fmla="*/ 2147483646 w 2091"/>
              <a:gd name="T19" fmla="*/ 2147483646 h 2090"/>
              <a:gd name="T20" fmla="*/ 2147483646 w 2091"/>
              <a:gd name="T21" fmla="*/ 2147483646 h 2090"/>
              <a:gd name="T22" fmla="*/ 2147483646 w 2091"/>
              <a:gd name="T23" fmla="*/ 2147483646 h 2090"/>
              <a:gd name="T24" fmla="*/ 2147483646 w 2091"/>
              <a:gd name="T25" fmla="*/ 2147483646 h 2090"/>
              <a:gd name="T26" fmla="*/ 2147483646 w 2091"/>
              <a:gd name="T27" fmla="*/ 2147483646 h 2090"/>
              <a:gd name="T28" fmla="*/ 2147483646 w 2091"/>
              <a:gd name="T29" fmla="*/ 2147483646 h 2090"/>
              <a:gd name="T30" fmla="*/ 0 w 2091"/>
              <a:gd name="T31" fmla="*/ 2147483646 h 2090"/>
              <a:gd name="T32" fmla="*/ 592796045 w 2091"/>
              <a:gd name="T33" fmla="*/ 2147483646 h 2090"/>
              <a:gd name="T34" fmla="*/ 2147483646 w 2091"/>
              <a:gd name="T35" fmla="*/ 2147483646 h 2090"/>
              <a:gd name="T36" fmla="*/ 2147483646 w 2091"/>
              <a:gd name="T37" fmla="*/ 2147483646 h 2090"/>
              <a:gd name="T38" fmla="*/ 2147483646 w 2091"/>
              <a:gd name="T39" fmla="*/ 2147483646 h 2090"/>
              <a:gd name="T40" fmla="*/ 2147483646 w 2091"/>
              <a:gd name="T41" fmla="*/ 2147483646 h 2090"/>
              <a:gd name="T42" fmla="*/ 2147483646 w 2091"/>
              <a:gd name="T43" fmla="*/ 2147483646 h 2090"/>
              <a:gd name="T44" fmla="*/ 2147483646 w 2091"/>
              <a:gd name="T45" fmla="*/ 2147483646 h 2090"/>
              <a:gd name="T46" fmla="*/ 2147483646 w 2091"/>
              <a:gd name="T47" fmla="*/ 2147483646 h 2090"/>
              <a:gd name="T48" fmla="*/ 2147483646 w 2091"/>
              <a:gd name="T49" fmla="*/ 2147483646 h 2090"/>
              <a:gd name="T50" fmla="*/ 2147483646 w 2091"/>
              <a:gd name="T51" fmla="*/ 2147483646 h 2090"/>
              <a:gd name="T52" fmla="*/ 2147483646 w 2091"/>
              <a:gd name="T53" fmla="*/ 2147483646 h 2090"/>
              <a:gd name="T54" fmla="*/ 2147483646 w 2091"/>
              <a:gd name="T55" fmla="*/ 2147483646 h 2090"/>
              <a:gd name="T56" fmla="*/ 2147483646 w 2091"/>
              <a:gd name="T57" fmla="*/ 2147483646 h 2090"/>
              <a:gd name="T58" fmla="*/ 2147483646 w 2091"/>
              <a:gd name="T59" fmla="*/ 2147483646 h 2090"/>
              <a:gd name="T60" fmla="*/ 2147483646 w 2091"/>
              <a:gd name="T61" fmla="*/ 2147483646 h 2090"/>
              <a:gd name="T62" fmla="*/ 2147483646 w 2091"/>
              <a:gd name="T63" fmla="*/ 2147483646 h 2090"/>
              <a:gd name="T64" fmla="*/ 2147483646 w 2091"/>
              <a:gd name="T65" fmla="*/ 2147483646 h 2090"/>
              <a:gd name="T66" fmla="*/ 2147483646 w 2091"/>
              <a:gd name="T67" fmla="*/ 2147483646 h 2090"/>
              <a:gd name="T68" fmla="*/ 2147483646 w 2091"/>
              <a:gd name="T69" fmla="*/ 2147483646 h 2090"/>
              <a:gd name="T70" fmla="*/ 2147483646 w 2091"/>
              <a:gd name="T71" fmla="*/ 2147483646 h 2090"/>
              <a:gd name="T72" fmla="*/ 2147483646 w 2091"/>
              <a:gd name="T73" fmla="*/ 2147483646 h 2090"/>
              <a:gd name="T74" fmla="*/ 2147483646 w 2091"/>
              <a:gd name="T75" fmla="*/ 2147483646 h 2090"/>
              <a:gd name="T76" fmla="*/ 2147483646 w 2091"/>
              <a:gd name="T77" fmla="*/ 2147483646 h 2090"/>
              <a:gd name="T78" fmla="*/ 2147483646 w 2091"/>
              <a:gd name="T79" fmla="*/ 2147483646 h 2090"/>
              <a:gd name="T80" fmla="*/ 2147483646 w 2091"/>
              <a:gd name="T81" fmla="*/ 2147483646 h 2090"/>
              <a:gd name="T82" fmla="*/ 2147483646 w 2091"/>
              <a:gd name="T83" fmla="*/ 2147483646 h 2090"/>
              <a:gd name="T84" fmla="*/ 2147483646 w 2091"/>
              <a:gd name="T85" fmla="*/ 2147483646 h 2090"/>
              <a:gd name="T86" fmla="*/ 2147483646 w 2091"/>
              <a:gd name="T87" fmla="*/ 2147483646 h 2090"/>
              <a:gd name="T88" fmla="*/ 2147483646 w 2091"/>
              <a:gd name="T89" fmla="*/ 2147483646 h 2090"/>
              <a:gd name="T90" fmla="*/ 2147483646 w 2091"/>
              <a:gd name="T91" fmla="*/ 2147483646 h 2090"/>
              <a:gd name="T92" fmla="*/ 2147483646 w 2091"/>
              <a:gd name="T93" fmla="*/ 2147483646 h 2090"/>
              <a:gd name="T94" fmla="*/ 2147483646 w 2091"/>
              <a:gd name="T95" fmla="*/ 2147483646 h 2090"/>
              <a:gd name="T96" fmla="*/ 2147483646 w 2091"/>
              <a:gd name="T97" fmla="*/ 2147483646 h 2090"/>
              <a:gd name="T98" fmla="*/ 2147483646 w 2091"/>
              <a:gd name="T99" fmla="*/ 2147483646 h 209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091" h="2090">
                <a:moveTo>
                  <a:pt x="1784" y="303"/>
                </a:moveTo>
                <a:lnTo>
                  <a:pt x="1744" y="266"/>
                </a:lnTo>
                <a:lnTo>
                  <a:pt x="1704" y="231"/>
                </a:lnTo>
                <a:lnTo>
                  <a:pt x="1664" y="199"/>
                </a:lnTo>
                <a:lnTo>
                  <a:pt x="1623" y="169"/>
                </a:lnTo>
                <a:lnTo>
                  <a:pt x="1579" y="141"/>
                </a:lnTo>
                <a:lnTo>
                  <a:pt x="1536" y="116"/>
                </a:lnTo>
                <a:lnTo>
                  <a:pt x="1491" y="93"/>
                </a:lnTo>
                <a:lnTo>
                  <a:pt x="1446" y="75"/>
                </a:lnTo>
                <a:lnTo>
                  <a:pt x="1398" y="57"/>
                </a:lnTo>
                <a:lnTo>
                  <a:pt x="1351" y="42"/>
                </a:lnTo>
                <a:lnTo>
                  <a:pt x="1302" y="29"/>
                </a:lnTo>
                <a:lnTo>
                  <a:pt x="1254" y="18"/>
                </a:lnTo>
                <a:lnTo>
                  <a:pt x="1203" y="10"/>
                </a:lnTo>
                <a:lnTo>
                  <a:pt x="1152" y="4"/>
                </a:lnTo>
                <a:lnTo>
                  <a:pt x="1099" y="0"/>
                </a:lnTo>
                <a:lnTo>
                  <a:pt x="1047" y="0"/>
                </a:lnTo>
                <a:lnTo>
                  <a:pt x="991" y="0"/>
                </a:lnTo>
                <a:lnTo>
                  <a:pt x="939" y="4"/>
                </a:lnTo>
                <a:lnTo>
                  <a:pt x="887" y="10"/>
                </a:lnTo>
                <a:lnTo>
                  <a:pt x="837" y="18"/>
                </a:lnTo>
                <a:lnTo>
                  <a:pt x="786" y="29"/>
                </a:lnTo>
                <a:lnTo>
                  <a:pt x="738" y="42"/>
                </a:lnTo>
                <a:lnTo>
                  <a:pt x="690" y="57"/>
                </a:lnTo>
                <a:lnTo>
                  <a:pt x="645" y="75"/>
                </a:lnTo>
                <a:lnTo>
                  <a:pt x="598" y="93"/>
                </a:lnTo>
                <a:lnTo>
                  <a:pt x="553" y="116"/>
                </a:lnTo>
                <a:lnTo>
                  <a:pt x="509" y="141"/>
                </a:lnTo>
                <a:lnTo>
                  <a:pt x="467" y="169"/>
                </a:lnTo>
                <a:lnTo>
                  <a:pt x="425" y="199"/>
                </a:lnTo>
                <a:lnTo>
                  <a:pt x="384" y="231"/>
                </a:lnTo>
                <a:lnTo>
                  <a:pt x="345" y="266"/>
                </a:lnTo>
                <a:lnTo>
                  <a:pt x="306" y="303"/>
                </a:lnTo>
                <a:lnTo>
                  <a:pt x="269" y="342"/>
                </a:lnTo>
                <a:lnTo>
                  <a:pt x="234" y="381"/>
                </a:lnTo>
                <a:lnTo>
                  <a:pt x="202" y="422"/>
                </a:lnTo>
                <a:lnTo>
                  <a:pt x="172" y="464"/>
                </a:lnTo>
                <a:lnTo>
                  <a:pt x="144" y="506"/>
                </a:lnTo>
                <a:lnTo>
                  <a:pt x="119" y="551"/>
                </a:lnTo>
                <a:lnTo>
                  <a:pt x="96" y="595"/>
                </a:lnTo>
                <a:lnTo>
                  <a:pt x="76" y="642"/>
                </a:lnTo>
                <a:lnTo>
                  <a:pt x="58" y="687"/>
                </a:lnTo>
                <a:lnTo>
                  <a:pt x="42" y="735"/>
                </a:lnTo>
                <a:lnTo>
                  <a:pt x="29" y="783"/>
                </a:lnTo>
                <a:lnTo>
                  <a:pt x="18" y="834"/>
                </a:lnTo>
                <a:lnTo>
                  <a:pt x="10" y="884"/>
                </a:lnTo>
                <a:lnTo>
                  <a:pt x="4" y="936"/>
                </a:lnTo>
                <a:lnTo>
                  <a:pt x="0" y="988"/>
                </a:lnTo>
                <a:lnTo>
                  <a:pt x="0" y="1044"/>
                </a:lnTo>
                <a:lnTo>
                  <a:pt x="0" y="1096"/>
                </a:lnTo>
                <a:lnTo>
                  <a:pt x="4" y="1149"/>
                </a:lnTo>
                <a:lnTo>
                  <a:pt x="10" y="1200"/>
                </a:lnTo>
                <a:lnTo>
                  <a:pt x="18" y="1251"/>
                </a:lnTo>
                <a:lnTo>
                  <a:pt x="29" y="1300"/>
                </a:lnTo>
                <a:lnTo>
                  <a:pt x="42" y="1350"/>
                </a:lnTo>
                <a:lnTo>
                  <a:pt x="58" y="1396"/>
                </a:lnTo>
                <a:lnTo>
                  <a:pt x="76" y="1444"/>
                </a:lnTo>
                <a:lnTo>
                  <a:pt x="96" y="1489"/>
                </a:lnTo>
                <a:lnTo>
                  <a:pt x="119" y="1534"/>
                </a:lnTo>
                <a:lnTo>
                  <a:pt x="144" y="1577"/>
                </a:lnTo>
                <a:lnTo>
                  <a:pt x="172" y="1621"/>
                </a:lnTo>
                <a:lnTo>
                  <a:pt x="202" y="1661"/>
                </a:lnTo>
                <a:lnTo>
                  <a:pt x="234" y="1703"/>
                </a:lnTo>
                <a:lnTo>
                  <a:pt x="269" y="1743"/>
                </a:lnTo>
                <a:lnTo>
                  <a:pt x="306" y="1783"/>
                </a:lnTo>
                <a:lnTo>
                  <a:pt x="345" y="1820"/>
                </a:lnTo>
                <a:lnTo>
                  <a:pt x="384" y="1855"/>
                </a:lnTo>
                <a:lnTo>
                  <a:pt x="425" y="1887"/>
                </a:lnTo>
                <a:lnTo>
                  <a:pt x="467" y="1917"/>
                </a:lnTo>
                <a:lnTo>
                  <a:pt x="509" y="1945"/>
                </a:lnTo>
                <a:lnTo>
                  <a:pt x="553" y="1970"/>
                </a:lnTo>
                <a:lnTo>
                  <a:pt x="598" y="1993"/>
                </a:lnTo>
                <a:lnTo>
                  <a:pt x="645" y="2013"/>
                </a:lnTo>
                <a:lnTo>
                  <a:pt x="690" y="2031"/>
                </a:lnTo>
                <a:lnTo>
                  <a:pt x="738" y="2047"/>
                </a:lnTo>
                <a:lnTo>
                  <a:pt x="786" y="2060"/>
                </a:lnTo>
                <a:lnTo>
                  <a:pt x="837" y="2071"/>
                </a:lnTo>
                <a:lnTo>
                  <a:pt x="887" y="2079"/>
                </a:lnTo>
                <a:lnTo>
                  <a:pt x="939" y="2085"/>
                </a:lnTo>
                <a:lnTo>
                  <a:pt x="991" y="2089"/>
                </a:lnTo>
                <a:lnTo>
                  <a:pt x="1047" y="2090"/>
                </a:lnTo>
                <a:lnTo>
                  <a:pt x="1099" y="2089"/>
                </a:lnTo>
                <a:lnTo>
                  <a:pt x="1152" y="2085"/>
                </a:lnTo>
                <a:lnTo>
                  <a:pt x="1203" y="2079"/>
                </a:lnTo>
                <a:lnTo>
                  <a:pt x="1228" y="2074"/>
                </a:lnTo>
                <a:lnTo>
                  <a:pt x="1254" y="2071"/>
                </a:lnTo>
                <a:lnTo>
                  <a:pt x="1302" y="2060"/>
                </a:lnTo>
                <a:lnTo>
                  <a:pt x="1326" y="2053"/>
                </a:lnTo>
                <a:lnTo>
                  <a:pt x="1338" y="2049"/>
                </a:lnTo>
                <a:lnTo>
                  <a:pt x="1351" y="2047"/>
                </a:lnTo>
                <a:lnTo>
                  <a:pt x="1362" y="2042"/>
                </a:lnTo>
                <a:lnTo>
                  <a:pt x="1374" y="2038"/>
                </a:lnTo>
                <a:lnTo>
                  <a:pt x="1398" y="2031"/>
                </a:lnTo>
                <a:lnTo>
                  <a:pt x="1446" y="2013"/>
                </a:lnTo>
                <a:lnTo>
                  <a:pt x="1468" y="2002"/>
                </a:lnTo>
                <a:lnTo>
                  <a:pt x="1491" y="1993"/>
                </a:lnTo>
                <a:lnTo>
                  <a:pt x="1536" y="1970"/>
                </a:lnTo>
                <a:lnTo>
                  <a:pt x="1579" y="1945"/>
                </a:lnTo>
                <a:lnTo>
                  <a:pt x="1623" y="1917"/>
                </a:lnTo>
                <a:lnTo>
                  <a:pt x="1664" y="1887"/>
                </a:lnTo>
                <a:lnTo>
                  <a:pt x="1704" y="1855"/>
                </a:lnTo>
                <a:lnTo>
                  <a:pt x="1724" y="1837"/>
                </a:lnTo>
                <a:lnTo>
                  <a:pt x="1744" y="1820"/>
                </a:lnTo>
                <a:lnTo>
                  <a:pt x="1763" y="1801"/>
                </a:lnTo>
                <a:lnTo>
                  <a:pt x="1773" y="1791"/>
                </a:lnTo>
                <a:lnTo>
                  <a:pt x="1778" y="1786"/>
                </a:lnTo>
                <a:lnTo>
                  <a:pt x="1784" y="1783"/>
                </a:lnTo>
                <a:lnTo>
                  <a:pt x="1787" y="1777"/>
                </a:lnTo>
                <a:lnTo>
                  <a:pt x="1792" y="1772"/>
                </a:lnTo>
                <a:lnTo>
                  <a:pt x="1802" y="1762"/>
                </a:lnTo>
                <a:lnTo>
                  <a:pt x="1821" y="1743"/>
                </a:lnTo>
                <a:lnTo>
                  <a:pt x="1838" y="1723"/>
                </a:lnTo>
                <a:lnTo>
                  <a:pt x="1856" y="1703"/>
                </a:lnTo>
                <a:lnTo>
                  <a:pt x="1871" y="1682"/>
                </a:lnTo>
                <a:lnTo>
                  <a:pt x="1888" y="1661"/>
                </a:lnTo>
                <a:lnTo>
                  <a:pt x="1918" y="1621"/>
                </a:lnTo>
                <a:lnTo>
                  <a:pt x="1946" y="1577"/>
                </a:lnTo>
                <a:lnTo>
                  <a:pt x="1971" y="1534"/>
                </a:lnTo>
                <a:lnTo>
                  <a:pt x="1994" y="1489"/>
                </a:lnTo>
                <a:lnTo>
                  <a:pt x="2003" y="1466"/>
                </a:lnTo>
                <a:lnTo>
                  <a:pt x="2014" y="1444"/>
                </a:lnTo>
                <a:lnTo>
                  <a:pt x="2032" y="1396"/>
                </a:lnTo>
                <a:lnTo>
                  <a:pt x="2039" y="1372"/>
                </a:lnTo>
                <a:lnTo>
                  <a:pt x="2043" y="1360"/>
                </a:lnTo>
                <a:lnTo>
                  <a:pt x="2048" y="1350"/>
                </a:lnTo>
                <a:lnTo>
                  <a:pt x="2050" y="1336"/>
                </a:lnTo>
                <a:lnTo>
                  <a:pt x="2054" y="1324"/>
                </a:lnTo>
                <a:lnTo>
                  <a:pt x="2061" y="1300"/>
                </a:lnTo>
                <a:lnTo>
                  <a:pt x="2066" y="1275"/>
                </a:lnTo>
                <a:lnTo>
                  <a:pt x="2072" y="1251"/>
                </a:lnTo>
                <a:lnTo>
                  <a:pt x="2075" y="1225"/>
                </a:lnTo>
                <a:lnTo>
                  <a:pt x="2080" y="1200"/>
                </a:lnTo>
                <a:lnTo>
                  <a:pt x="2086" y="1149"/>
                </a:lnTo>
                <a:lnTo>
                  <a:pt x="2090" y="1096"/>
                </a:lnTo>
                <a:lnTo>
                  <a:pt x="2091" y="1044"/>
                </a:lnTo>
                <a:lnTo>
                  <a:pt x="2090" y="988"/>
                </a:lnTo>
                <a:lnTo>
                  <a:pt x="2086" y="936"/>
                </a:lnTo>
                <a:lnTo>
                  <a:pt x="2080" y="884"/>
                </a:lnTo>
                <a:lnTo>
                  <a:pt x="2072" y="834"/>
                </a:lnTo>
                <a:lnTo>
                  <a:pt x="2061" y="783"/>
                </a:lnTo>
                <a:lnTo>
                  <a:pt x="2048" y="735"/>
                </a:lnTo>
                <a:lnTo>
                  <a:pt x="2032" y="687"/>
                </a:lnTo>
                <a:lnTo>
                  <a:pt x="2014" y="642"/>
                </a:lnTo>
                <a:lnTo>
                  <a:pt x="1994" y="595"/>
                </a:lnTo>
                <a:lnTo>
                  <a:pt x="1971" y="551"/>
                </a:lnTo>
                <a:lnTo>
                  <a:pt x="1946" y="506"/>
                </a:lnTo>
                <a:lnTo>
                  <a:pt x="1918" y="464"/>
                </a:lnTo>
                <a:lnTo>
                  <a:pt x="1888" y="422"/>
                </a:lnTo>
                <a:lnTo>
                  <a:pt x="1856" y="381"/>
                </a:lnTo>
                <a:lnTo>
                  <a:pt x="1821" y="342"/>
                </a:lnTo>
                <a:lnTo>
                  <a:pt x="1784" y="303"/>
                </a:lnTo>
              </a:path>
            </a:pathLst>
          </a:custGeom>
          <a:noFill/>
          <a:ln w="12700" cap="flat" cmpd="sng">
            <a:solidFill>
              <a:srgbClr val="9966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47" name="Freeform 39">
            <a:extLst>
              <a:ext uri="{FF2B5EF4-FFF2-40B4-BE49-F238E27FC236}">
                <a16:creationId xmlns:a16="http://schemas.microsoft.com/office/drawing/2014/main" id="{1849FA15-D496-CD3B-B089-D01AD1DB621F}"/>
              </a:ext>
            </a:extLst>
          </p:cNvPr>
          <p:cNvSpPr>
            <a:spLocks/>
          </p:cNvSpPr>
          <p:nvPr/>
        </p:nvSpPr>
        <p:spPr bwMode="auto">
          <a:xfrm>
            <a:off x="5700713" y="1430338"/>
            <a:ext cx="1385887" cy="1385887"/>
          </a:xfrm>
          <a:custGeom>
            <a:avLst/>
            <a:gdLst>
              <a:gd name="T0" fmla="*/ 2147483646 w 2619"/>
              <a:gd name="T1" fmla="*/ 593983119 h 2617"/>
              <a:gd name="T2" fmla="*/ 2147483646 w 2619"/>
              <a:gd name="T3" fmla="*/ 2147483646 h 2617"/>
              <a:gd name="T4" fmla="*/ 2147483646 w 2619"/>
              <a:gd name="T5" fmla="*/ 2147483646 h 2617"/>
              <a:gd name="T6" fmla="*/ 2147483646 w 2619"/>
              <a:gd name="T7" fmla="*/ 2147483646 h 2617"/>
              <a:gd name="T8" fmla="*/ 2147483646 w 2619"/>
              <a:gd name="T9" fmla="*/ 2147483646 h 2617"/>
              <a:gd name="T10" fmla="*/ 2147483646 w 2619"/>
              <a:gd name="T11" fmla="*/ 2147483646 h 2617"/>
              <a:gd name="T12" fmla="*/ 2147483646 w 2619"/>
              <a:gd name="T13" fmla="*/ 2147483646 h 2617"/>
              <a:gd name="T14" fmla="*/ 2147483646 w 2619"/>
              <a:gd name="T15" fmla="*/ 2147483646 h 2617"/>
              <a:gd name="T16" fmla="*/ 2147483646 w 2619"/>
              <a:gd name="T17" fmla="*/ 2147483646 h 2617"/>
              <a:gd name="T18" fmla="*/ 2074366981 w 2619"/>
              <a:gd name="T19" fmla="*/ 2147483646 h 2617"/>
              <a:gd name="T20" fmla="*/ 0 w 2619"/>
              <a:gd name="T21" fmla="*/ 2147483646 h 2617"/>
              <a:gd name="T22" fmla="*/ 889054713 w 2619"/>
              <a:gd name="T23" fmla="*/ 2147483646 h 2617"/>
              <a:gd name="T24" fmla="*/ 2147483646 w 2619"/>
              <a:gd name="T25" fmla="*/ 2147483646 h 2617"/>
              <a:gd name="T26" fmla="*/ 2147483646 w 2619"/>
              <a:gd name="T27" fmla="*/ 2147483646 h 2617"/>
              <a:gd name="T28" fmla="*/ 2147483646 w 2619"/>
              <a:gd name="T29" fmla="*/ 2147483646 h 2617"/>
              <a:gd name="T30" fmla="*/ 2147483646 w 2619"/>
              <a:gd name="T31" fmla="*/ 2147483646 h 2617"/>
              <a:gd name="T32" fmla="*/ 2147483646 w 2619"/>
              <a:gd name="T33" fmla="*/ 2147483646 h 2617"/>
              <a:gd name="T34" fmla="*/ 2147483646 w 2619"/>
              <a:gd name="T35" fmla="*/ 2147483646 h 2617"/>
              <a:gd name="T36" fmla="*/ 2147483646 w 2619"/>
              <a:gd name="T37" fmla="*/ 2147483646 h 2617"/>
              <a:gd name="T38" fmla="*/ 2147483646 w 2619"/>
              <a:gd name="T39" fmla="*/ 2147483646 h 2617"/>
              <a:gd name="T40" fmla="*/ 2147483646 w 2619"/>
              <a:gd name="T41" fmla="*/ 2147483646 h 2617"/>
              <a:gd name="T42" fmla="*/ 2147483646 w 2619"/>
              <a:gd name="T43" fmla="*/ 2147483646 h 2617"/>
              <a:gd name="T44" fmla="*/ 2147483646 w 2619"/>
              <a:gd name="T45" fmla="*/ 2147483646 h 2617"/>
              <a:gd name="T46" fmla="*/ 2147483646 w 2619"/>
              <a:gd name="T47" fmla="*/ 2147483646 h 2617"/>
              <a:gd name="T48" fmla="*/ 2147483646 w 2619"/>
              <a:gd name="T49" fmla="*/ 2147483646 h 2617"/>
              <a:gd name="T50" fmla="*/ 2147483646 w 2619"/>
              <a:gd name="T51" fmla="*/ 2147483646 h 2617"/>
              <a:gd name="T52" fmla="*/ 2147483646 w 2619"/>
              <a:gd name="T53" fmla="*/ 2147483646 h 2617"/>
              <a:gd name="T54" fmla="*/ 2147483646 w 2619"/>
              <a:gd name="T55" fmla="*/ 2147483646 h 2617"/>
              <a:gd name="T56" fmla="*/ 2147483646 w 2619"/>
              <a:gd name="T57" fmla="*/ 2147483646 h 2617"/>
              <a:gd name="T58" fmla="*/ 2147483646 w 2619"/>
              <a:gd name="T59" fmla="*/ 2147483646 h 2617"/>
              <a:gd name="T60" fmla="*/ 2147483646 w 2619"/>
              <a:gd name="T61" fmla="*/ 2147483646 h 2617"/>
              <a:gd name="T62" fmla="*/ 2147483646 w 2619"/>
              <a:gd name="T63" fmla="*/ 2147483646 h 2617"/>
              <a:gd name="T64" fmla="*/ 2147483646 w 2619"/>
              <a:gd name="T65" fmla="*/ 2147483646 h 2617"/>
              <a:gd name="T66" fmla="*/ 2147483646 w 2619"/>
              <a:gd name="T67" fmla="*/ 2147483646 h 2617"/>
              <a:gd name="T68" fmla="*/ 2147483646 w 2619"/>
              <a:gd name="T69" fmla="*/ 2147483646 h 2617"/>
              <a:gd name="T70" fmla="*/ 2147483646 w 2619"/>
              <a:gd name="T71" fmla="*/ 2147483646 h 2617"/>
              <a:gd name="T72" fmla="*/ 2147483646 w 2619"/>
              <a:gd name="T73" fmla="*/ 2147483646 h 2617"/>
              <a:gd name="T74" fmla="*/ 2147483646 w 2619"/>
              <a:gd name="T75" fmla="*/ 2147483646 h 2617"/>
              <a:gd name="T76" fmla="*/ 2147483646 w 2619"/>
              <a:gd name="T77" fmla="*/ 2147483646 h 2617"/>
              <a:gd name="T78" fmla="*/ 2147483646 w 2619"/>
              <a:gd name="T79" fmla="*/ 2147483646 h 2617"/>
              <a:gd name="T80" fmla="*/ 2147483646 w 2619"/>
              <a:gd name="T81" fmla="*/ 2147483646 h 2617"/>
              <a:gd name="T82" fmla="*/ 2147483646 w 2619"/>
              <a:gd name="T83" fmla="*/ 2147483646 h 2617"/>
              <a:gd name="T84" fmla="*/ 2147483646 w 2619"/>
              <a:gd name="T85" fmla="*/ 2147483646 h 2617"/>
              <a:gd name="T86" fmla="*/ 2147483646 w 2619"/>
              <a:gd name="T87" fmla="*/ 2147483646 h 2617"/>
              <a:gd name="T88" fmla="*/ 2147483646 w 2619"/>
              <a:gd name="T89" fmla="*/ 2147483646 h 2617"/>
              <a:gd name="T90" fmla="*/ 2147483646 w 2619"/>
              <a:gd name="T91" fmla="*/ 2147483646 h 2617"/>
              <a:gd name="T92" fmla="*/ 2147483646 w 2619"/>
              <a:gd name="T93" fmla="*/ 2147483646 h 2617"/>
              <a:gd name="T94" fmla="*/ 2147483646 w 2619"/>
              <a:gd name="T95" fmla="*/ 2147483646 h 2617"/>
              <a:gd name="T96" fmla="*/ 2147483646 w 2619"/>
              <a:gd name="T97" fmla="*/ 2147483646 h 2617"/>
              <a:gd name="T98" fmla="*/ 2147483646 w 2619"/>
              <a:gd name="T99" fmla="*/ 2147483646 h 2617"/>
              <a:gd name="T100" fmla="*/ 2147483646 w 2619"/>
              <a:gd name="T101" fmla="*/ 2147483646 h 2617"/>
              <a:gd name="T102" fmla="*/ 2147483646 w 2619"/>
              <a:gd name="T103" fmla="*/ 2147483646 h 2617"/>
              <a:gd name="T104" fmla="*/ 2147483646 w 2619"/>
              <a:gd name="T105" fmla="*/ 2147483646 h 2617"/>
              <a:gd name="T106" fmla="*/ 2147483646 w 2619"/>
              <a:gd name="T107" fmla="*/ 2147483646 h 2617"/>
              <a:gd name="T108" fmla="*/ 2147483646 w 2619"/>
              <a:gd name="T109" fmla="*/ 2147483646 h 2617"/>
              <a:gd name="T110" fmla="*/ 2147483646 w 2619"/>
              <a:gd name="T111" fmla="*/ 2147483646 h 2617"/>
              <a:gd name="T112" fmla="*/ 2147483646 w 2619"/>
              <a:gd name="T113" fmla="*/ 2147483646 h 2617"/>
              <a:gd name="T114" fmla="*/ 2147483646 w 2619"/>
              <a:gd name="T115" fmla="*/ 2147483646 h 2617"/>
              <a:gd name="T116" fmla="*/ 2147483646 w 2619"/>
              <a:gd name="T117" fmla="*/ 2147483646 h 2617"/>
              <a:gd name="T118" fmla="*/ 2147483646 w 2619"/>
              <a:gd name="T119" fmla="*/ 2147483646 h 2617"/>
              <a:gd name="T120" fmla="*/ 2147483646 w 2619"/>
              <a:gd name="T121" fmla="*/ 2147483646 h 2617"/>
              <a:gd name="T122" fmla="*/ 2147483646 w 2619"/>
              <a:gd name="T123" fmla="*/ 148636248 h 2617"/>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619" h="2617">
                <a:moveTo>
                  <a:pt x="1312" y="0"/>
                </a:moveTo>
                <a:lnTo>
                  <a:pt x="1244" y="1"/>
                </a:lnTo>
                <a:lnTo>
                  <a:pt x="1178" y="4"/>
                </a:lnTo>
                <a:lnTo>
                  <a:pt x="1112" y="12"/>
                </a:lnTo>
                <a:lnTo>
                  <a:pt x="1049" y="22"/>
                </a:lnTo>
                <a:lnTo>
                  <a:pt x="986" y="36"/>
                </a:lnTo>
                <a:lnTo>
                  <a:pt x="926" y="52"/>
                </a:lnTo>
                <a:lnTo>
                  <a:pt x="866" y="72"/>
                </a:lnTo>
                <a:lnTo>
                  <a:pt x="808" y="94"/>
                </a:lnTo>
                <a:lnTo>
                  <a:pt x="749" y="118"/>
                </a:lnTo>
                <a:lnTo>
                  <a:pt x="694" y="146"/>
                </a:lnTo>
                <a:lnTo>
                  <a:pt x="639" y="177"/>
                </a:lnTo>
                <a:lnTo>
                  <a:pt x="586" y="212"/>
                </a:lnTo>
                <a:lnTo>
                  <a:pt x="533" y="249"/>
                </a:lnTo>
                <a:lnTo>
                  <a:pt x="483" y="290"/>
                </a:lnTo>
                <a:lnTo>
                  <a:pt x="433" y="333"/>
                </a:lnTo>
                <a:lnTo>
                  <a:pt x="385" y="380"/>
                </a:lnTo>
                <a:lnTo>
                  <a:pt x="338" y="428"/>
                </a:lnTo>
                <a:lnTo>
                  <a:pt x="295" y="478"/>
                </a:lnTo>
                <a:lnTo>
                  <a:pt x="254" y="529"/>
                </a:lnTo>
                <a:lnTo>
                  <a:pt x="217" y="581"/>
                </a:lnTo>
                <a:lnTo>
                  <a:pt x="182" y="634"/>
                </a:lnTo>
                <a:lnTo>
                  <a:pt x="151" y="689"/>
                </a:lnTo>
                <a:lnTo>
                  <a:pt x="122" y="745"/>
                </a:lnTo>
                <a:lnTo>
                  <a:pt x="96" y="803"/>
                </a:lnTo>
                <a:lnTo>
                  <a:pt x="74" y="861"/>
                </a:lnTo>
                <a:lnTo>
                  <a:pt x="54" y="921"/>
                </a:lnTo>
                <a:lnTo>
                  <a:pt x="38" y="982"/>
                </a:lnTo>
                <a:lnTo>
                  <a:pt x="24" y="1046"/>
                </a:lnTo>
                <a:lnTo>
                  <a:pt x="14" y="1108"/>
                </a:lnTo>
                <a:lnTo>
                  <a:pt x="6" y="1173"/>
                </a:lnTo>
                <a:lnTo>
                  <a:pt x="2" y="1239"/>
                </a:lnTo>
                <a:lnTo>
                  <a:pt x="0" y="1307"/>
                </a:lnTo>
                <a:lnTo>
                  <a:pt x="2" y="1373"/>
                </a:lnTo>
                <a:lnTo>
                  <a:pt x="3" y="1406"/>
                </a:lnTo>
                <a:lnTo>
                  <a:pt x="6" y="1439"/>
                </a:lnTo>
                <a:lnTo>
                  <a:pt x="14" y="1504"/>
                </a:lnTo>
                <a:lnTo>
                  <a:pt x="24" y="1568"/>
                </a:lnTo>
                <a:lnTo>
                  <a:pt x="38" y="1629"/>
                </a:lnTo>
                <a:lnTo>
                  <a:pt x="45" y="1659"/>
                </a:lnTo>
                <a:lnTo>
                  <a:pt x="54" y="1690"/>
                </a:lnTo>
                <a:lnTo>
                  <a:pt x="74" y="1750"/>
                </a:lnTo>
                <a:lnTo>
                  <a:pt x="96" y="1809"/>
                </a:lnTo>
                <a:lnTo>
                  <a:pt x="122" y="1865"/>
                </a:lnTo>
                <a:lnTo>
                  <a:pt x="135" y="1893"/>
                </a:lnTo>
                <a:lnTo>
                  <a:pt x="151" y="1921"/>
                </a:lnTo>
                <a:lnTo>
                  <a:pt x="165" y="1948"/>
                </a:lnTo>
                <a:lnTo>
                  <a:pt x="182" y="1975"/>
                </a:lnTo>
                <a:lnTo>
                  <a:pt x="217" y="2029"/>
                </a:lnTo>
                <a:lnTo>
                  <a:pt x="254" y="2081"/>
                </a:lnTo>
                <a:lnTo>
                  <a:pt x="273" y="2106"/>
                </a:lnTo>
                <a:lnTo>
                  <a:pt x="295" y="2133"/>
                </a:lnTo>
                <a:lnTo>
                  <a:pt x="338" y="2183"/>
                </a:lnTo>
                <a:lnTo>
                  <a:pt x="385" y="2232"/>
                </a:lnTo>
                <a:lnTo>
                  <a:pt x="433" y="2278"/>
                </a:lnTo>
                <a:lnTo>
                  <a:pt x="483" y="2322"/>
                </a:lnTo>
                <a:lnTo>
                  <a:pt x="533" y="2362"/>
                </a:lnTo>
                <a:lnTo>
                  <a:pt x="586" y="2400"/>
                </a:lnTo>
                <a:lnTo>
                  <a:pt x="639" y="2434"/>
                </a:lnTo>
                <a:lnTo>
                  <a:pt x="694" y="2466"/>
                </a:lnTo>
                <a:lnTo>
                  <a:pt x="749" y="2494"/>
                </a:lnTo>
                <a:lnTo>
                  <a:pt x="808" y="2520"/>
                </a:lnTo>
                <a:lnTo>
                  <a:pt x="866" y="2542"/>
                </a:lnTo>
                <a:lnTo>
                  <a:pt x="926" y="2562"/>
                </a:lnTo>
                <a:lnTo>
                  <a:pt x="986" y="2578"/>
                </a:lnTo>
                <a:lnTo>
                  <a:pt x="1049" y="2592"/>
                </a:lnTo>
                <a:lnTo>
                  <a:pt x="1112" y="2602"/>
                </a:lnTo>
                <a:lnTo>
                  <a:pt x="1178" y="2610"/>
                </a:lnTo>
                <a:lnTo>
                  <a:pt x="1244" y="2615"/>
                </a:lnTo>
                <a:lnTo>
                  <a:pt x="1312" y="2617"/>
                </a:lnTo>
                <a:lnTo>
                  <a:pt x="1319" y="2616"/>
                </a:lnTo>
                <a:lnTo>
                  <a:pt x="1328" y="2616"/>
                </a:lnTo>
                <a:lnTo>
                  <a:pt x="1345" y="2616"/>
                </a:lnTo>
                <a:lnTo>
                  <a:pt x="1378" y="2615"/>
                </a:lnTo>
                <a:lnTo>
                  <a:pt x="1411" y="2612"/>
                </a:lnTo>
                <a:lnTo>
                  <a:pt x="1444" y="2610"/>
                </a:lnTo>
                <a:lnTo>
                  <a:pt x="1509" y="2602"/>
                </a:lnTo>
                <a:lnTo>
                  <a:pt x="1540" y="2597"/>
                </a:lnTo>
                <a:lnTo>
                  <a:pt x="1573" y="2592"/>
                </a:lnTo>
                <a:lnTo>
                  <a:pt x="1603" y="2585"/>
                </a:lnTo>
                <a:lnTo>
                  <a:pt x="1634" y="2578"/>
                </a:lnTo>
                <a:lnTo>
                  <a:pt x="1648" y="2573"/>
                </a:lnTo>
                <a:lnTo>
                  <a:pt x="1655" y="2571"/>
                </a:lnTo>
                <a:lnTo>
                  <a:pt x="1664" y="2569"/>
                </a:lnTo>
                <a:lnTo>
                  <a:pt x="1695" y="2562"/>
                </a:lnTo>
                <a:lnTo>
                  <a:pt x="1755" y="2542"/>
                </a:lnTo>
                <a:lnTo>
                  <a:pt x="1784" y="2531"/>
                </a:lnTo>
                <a:lnTo>
                  <a:pt x="1798" y="2525"/>
                </a:lnTo>
                <a:lnTo>
                  <a:pt x="1814" y="2520"/>
                </a:lnTo>
                <a:lnTo>
                  <a:pt x="1827" y="2513"/>
                </a:lnTo>
                <a:lnTo>
                  <a:pt x="1841" y="2507"/>
                </a:lnTo>
                <a:lnTo>
                  <a:pt x="1870" y="2494"/>
                </a:lnTo>
                <a:lnTo>
                  <a:pt x="1926" y="2466"/>
                </a:lnTo>
                <a:lnTo>
                  <a:pt x="1952" y="2449"/>
                </a:lnTo>
                <a:lnTo>
                  <a:pt x="1958" y="2445"/>
                </a:lnTo>
                <a:lnTo>
                  <a:pt x="1965" y="2441"/>
                </a:lnTo>
                <a:lnTo>
                  <a:pt x="1980" y="2434"/>
                </a:lnTo>
                <a:lnTo>
                  <a:pt x="2006" y="2417"/>
                </a:lnTo>
                <a:lnTo>
                  <a:pt x="2034" y="2400"/>
                </a:lnTo>
                <a:lnTo>
                  <a:pt x="2059" y="2381"/>
                </a:lnTo>
                <a:lnTo>
                  <a:pt x="2085" y="2362"/>
                </a:lnTo>
                <a:lnTo>
                  <a:pt x="2097" y="2351"/>
                </a:lnTo>
                <a:lnTo>
                  <a:pt x="2110" y="2341"/>
                </a:lnTo>
                <a:lnTo>
                  <a:pt x="2137" y="2322"/>
                </a:lnTo>
                <a:lnTo>
                  <a:pt x="2161" y="2299"/>
                </a:lnTo>
                <a:lnTo>
                  <a:pt x="2186" y="2278"/>
                </a:lnTo>
                <a:lnTo>
                  <a:pt x="2210" y="2255"/>
                </a:lnTo>
                <a:lnTo>
                  <a:pt x="2222" y="2243"/>
                </a:lnTo>
                <a:lnTo>
                  <a:pt x="2228" y="2237"/>
                </a:lnTo>
                <a:lnTo>
                  <a:pt x="2235" y="2232"/>
                </a:lnTo>
                <a:lnTo>
                  <a:pt x="2240" y="2225"/>
                </a:lnTo>
                <a:lnTo>
                  <a:pt x="2246" y="2219"/>
                </a:lnTo>
                <a:lnTo>
                  <a:pt x="2258" y="2207"/>
                </a:lnTo>
                <a:lnTo>
                  <a:pt x="2281" y="2183"/>
                </a:lnTo>
                <a:lnTo>
                  <a:pt x="2325" y="2133"/>
                </a:lnTo>
                <a:lnTo>
                  <a:pt x="2344" y="2106"/>
                </a:lnTo>
                <a:lnTo>
                  <a:pt x="2354" y="2093"/>
                </a:lnTo>
                <a:lnTo>
                  <a:pt x="2365" y="2081"/>
                </a:lnTo>
                <a:lnTo>
                  <a:pt x="2384" y="2055"/>
                </a:lnTo>
                <a:lnTo>
                  <a:pt x="2403" y="2029"/>
                </a:lnTo>
                <a:lnTo>
                  <a:pt x="2420" y="2002"/>
                </a:lnTo>
                <a:lnTo>
                  <a:pt x="2437" y="1975"/>
                </a:lnTo>
                <a:lnTo>
                  <a:pt x="2444" y="1961"/>
                </a:lnTo>
                <a:lnTo>
                  <a:pt x="2448" y="1954"/>
                </a:lnTo>
                <a:lnTo>
                  <a:pt x="2452" y="1948"/>
                </a:lnTo>
                <a:lnTo>
                  <a:pt x="2469" y="1921"/>
                </a:lnTo>
                <a:lnTo>
                  <a:pt x="2482" y="1893"/>
                </a:lnTo>
                <a:lnTo>
                  <a:pt x="2497" y="1865"/>
                </a:lnTo>
                <a:lnTo>
                  <a:pt x="2510" y="1836"/>
                </a:lnTo>
                <a:lnTo>
                  <a:pt x="2516" y="1822"/>
                </a:lnTo>
                <a:lnTo>
                  <a:pt x="2523" y="1809"/>
                </a:lnTo>
                <a:lnTo>
                  <a:pt x="2528" y="1793"/>
                </a:lnTo>
                <a:lnTo>
                  <a:pt x="2534" y="1779"/>
                </a:lnTo>
                <a:lnTo>
                  <a:pt x="2545" y="1750"/>
                </a:lnTo>
                <a:lnTo>
                  <a:pt x="2565" y="1690"/>
                </a:lnTo>
                <a:lnTo>
                  <a:pt x="2572" y="1659"/>
                </a:lnTo>
                <a:lnTo>
                  <a:pt x="2574" y="1650"/>
                </a:lnTo>
                <a:lnTo>
                  <a:pt x="2576" y="1643"/>
                </a:lnTo>
                <a:lnTo>
                  <a:pt x="2581" y="1629"/>
                </a:lnTo>
                <a:lnTo>
                  <a:pt x="2588" y="1598"/>
                </a:lnTo>
                <a:lnTo>
                  <a:pt x="2595" y="1568"/>
                </a:lnTo>
                <a:lnTo>
                  <a:pt x="2600" y="1535"/>
                </a:lnTo>
                <a:lnTo>
                  <a:pt x="2605" y="1504"/>
                </a:lnTo>
                <a:lnTo>
                  <a:pt x="2613" y="1439"/>
                </a:lnTo>
                <a:lnTo>
                  <a:pt x="2614" y="1406"/>
                </a:lnTo>
                <a:lnTo>
                  <a:pt x="2617" y="1373"/>
                </a:lnTo>
                <a:lnTo>
                  <a:pt x="2618" y="1340"/>
                </a:lnTo>
                <a:lnTo>
                  <a:pt x="2618" y="1323"/>
                </a:lnTo>
                <a:lnTo>
                  <a:pt x="2618" y="1314"/>
                </a:lnTo>
                <a:lnTo>
                  <a:pt x="2619" y="1307"/>
                </a:lnTo>
                <a:lnTo>
                  <a:pt x="2617" y="1239"/>
                </a:lnTo>
                <a:lnTo>
                  <a:pt x="2613" y="1173"/>
                </a:lnTo>
                <a:lnTo>
                  <a:pt x="2605" y="1108"/>
                </a:lnTo>
                <a:lnTo>
                  <a:pt x="2595" y="1046"/>
                </a:lnTo>
                <a:lnTo>
                  <a:pt x="2581" y="982"/>
                </a:lnTo>
                <a:lnTo>
                  <a:pt x="2565" y="921"/>
                </a:lnTo>
                <a:lnTo>
                  <a:pt x="2545" y="861"/>
                </a:lnTo>
                <a:lnTo>
                  <a:pt x="2523" y="803"/>
                </a:lnTo>
                <a:lnTo>
                  <a:pt x="2497" y="745"/>
                </a:lnTo>
                <a:lnTo>
                  <a:pt x="2469" y="689"/>
                </a:lnTo>
                <a:lnTo>
                  <a:pt x="2437" y="634"/>
                </a:lnTo>
                <a:lnTo>
                  <a:pt x="2403" y="581"/>
                </a:lnTo>
                <a:lnTo>
                  <a:pt x="2365" y="529"/>
                </a:lnTo>
                <a:lnTo>
                  <a:pt x="2325" y="478"/>
                </a:lnTo>
                <a:lnTo>
                  <a:pt x="2281" y="428"/>
                </a:lnTo>
                <a:lnTo>
                  <a:pt x="2235" y="380"/>
                </a:lnTo>
                <a:lnTo>
                  <a:pt x="2186" y="333"/>
                </a:lnTo>
                <a:lnTo>
                  <a:pt x="2161" y="310"/>
                </a:lnTo>
                <a:lnTo>
                  <a:pt x="2137" y="290"/>
                </a:lnTo>
                <a:lnTo>
                  <a:pt x="2110" y="268"/>
                </a:lnTo>
                <a:lnTo>
                  <a:pt x="2085" y="249"/>
                </a:lnTo>
                <a:lnTo>
                  <a:pt x="2034" y="212"/>
                </a:lnTo>
                <a:lnTo>
                  <a:pt x="1980" y="177"/>
                </a:lnTo>
                <a:lnTo>
                  <a:pt x="1952" y="160"/>
                </a:lnTo>
                <a:lnTo>
                  <a:pt x="1926" y="146"/>
                </a:lnTo>
                <a:lnTo>
                  <a:pt x="1870" y="118"/>
                </a:lnTo>
                <a:lnTo>
                  <a:pt x="1841" y="105"/>
                </a:lnTo>
                <a:lnTo>
                  <a:pt x="1814" y="94"/>
                </a:lnTo>
                <a:lnTo>
                  <a:pt x="1755" y="72"/>
                </a:lnTo>
                <a:lnTo>
                  <a:pt x="1695" y="52"/>
                </a:lnTo>
                <a:lnTo>
                  <a:pt x="1664" y="43"/>
                </a:lnTo>
                <a:lnTo>
                  <a:pt x="1634" y="36"/>
                </a:lnTo>
                <a:lnTo>
                  <a:pt x="1573" y="22"/>
                </a:lnTo>
                <a:lnTo>
                  <a:pt x="1509" y="12"/>
                </a:lnTo>
                <a:lnTo>
                  <a:pt x="1444" y="4"/>
                </a:lnTo>
                <a:lnTo>
                  <a:pt x="1378" y="1"/>
                </a:lnTo>
                <a:lnTo>
                  <a:pt x="1312" y="0"/>
                </a:lnTo>
              </a:path>
            </a:pathLst>
          </a:custGeom>
          <a:noFill/>
          <a:ln w="12700" cap="flat" cmpd="sng">
            <a:solidFill>
              <a:srgbClr val="9966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48" name="Freeform 40">
            <a:extLst>
              <a:ext uri="{FF2B5EF4-FFF2-40B4-BE49-F238E27FC236}">
                <a16:creationId xmlns:a16="http://schemas.microsoft.com/office/drawing/2014/main" id="{41C166A6-5BD2-C7C8-CA49-CE67E9E9C335}"/>
              </a:ext>
            </a:extLst>
          </p:cNvPr>
          <p:cNvSpPr>
            <a:spLocks/>
          </p:cNvSpPr>
          <p:nvPr/>
        </p:nvSpPr>
        <p:spPr bwMode="auto">
          <a:xfrm>
            <a:off x="6119813" y="1873250"/>
            <a:ext cx="527050" cy="525463"/>
          </a:xfrm>
          <a:custGeom>
            <a:avLst/>
            <a:gdLst>
              <a:gd name="T0" fmla="*/ 148129096 w 996"/>
              <a:gd name="T1" fmla="*/ 2147483646 h 995"/>
              <a:gd name="T2" fmla="*/ 1333722779 w 996"/>
              <a:gd name="T3" fmla="*/ 2147483646 h 995"/>
              <a:gd name="T4" fmla="*/ 2147483646 w 996"/>
              <a:gd name="T5" fmla="*/ 2147483646 h 995"/>
              <a:gd name="T6" fmla="*/ 2147483646 w 996"/>
              <a:gd name="T7" fmla="*/ 2147483646 h 995"/>
              <a:gd name="T8" fmla="*/ 2147483646 w 996"/>
              <a:gd name="T9" fmla="*/ 2147483646 h 995"/>
              <a:gd name="T10" fmla="*/ 2147483646 w 996"/>
              <a:gd name="T11" fmla="*/ 2147483646 h 995"/>
              <a:gd name="T12" fmla="*/ 2147483646 w 996"/>
              <a:gd name="T13" fmla="*/ 2147483646 h 995"/>
              <a:gd name="T14" fmla="*/ 2147483646 w 996"/>
              <a:gd name="T15" fmla="*/ 2147483646 h 995"/>
              <a:gd name="T16" fmla="*/ 2147483646 w 996"/>
              <a:gd name="T17" fmla="*/ 2147483646 h 995"/>
              <a:gd name="T18" fmla="*/ 2147483646 w 996"/>
              <a:gd name="T19" fmla="*/ 2147483646 h 995"/>
              <a:gd name="T20" fmla="*/ 2147483646 w 996"/>
              <a:gd name="T21" fmla="*/ 2147483646 h 995"/>
              <a:gd name="T22" fmla="*/ 2147483646 w 996"/>
              <a:gd name="T23" fmla="*/ 2147483646 h 995"/>
              <a:gd name="T24" fmla="*/ 2147483646 w 996"/>
              <a:gd name="T25" fmla="*/ 2147483646 h 995"/>
              <a:gd name="T26" fmla="*/ 2147483646 w 996"/>
              <a:gd name="T27" fmla="*/ 2147483646 h 995"/>
              <a:gd name="T28" fmla="*/ 2147483646 w 996"/>
              <a:gd name="T29" fmla="*/ 2147483646 h 995"/>
              <a:gd name="T30" fmla="*/ 2147483646 w 996"/>
              <a:gd name="T31" fmla="*/ 2147483646 h 995"/>
              <a:gd name="T32" fmla="*/ 2147483646 w 996"/>
              <a:gd name="T33" fmla="*/ 2147483646 h 995"/>
              <a:gd name="T34" fmla="*/ 2147483646 w 996"/>
              <a:gd name="T35" fmla="*/ 2147483646 h 995"/>
              <a:gd name="T36" fmla="*/ 2147483646 w 996"/>
              <a:gd name="T37" fmla="*/ 2147483646 h 995"/>
              <a:gd name="T38" fmla="*/ 2147483646 w 996"/>
              <a:gd name="T39" fmla="*/ 2147483646 h 995"/>
              <a:gd name="T40" fmla="*/ 2147483646 w 996"/>
              <a:gd name="T41" fmla="*/ 2147483646 h 995"/>
              <a:gd name="T42" fmla="*/ 2147483646 w 996"/>
              <a:gd name="T43" fmla="*/ 2147483646 h 995"/>
              <a:gd name="T44" fmla="*/ 2147483646 w 996"/>
              <a:gd name="T45" fmla="*/ 2147483646 h 995"/>
              <a:gd name="T46" fmla="*/ 2147483646 w 996"/>
              <a:gd name="T47" fmla="*/ 2147483646 h 995"/>
              <a:gd name="T48" fmla="*/ 2147483646 w 996"/>
              <a:gd name="T49" fmla="*/ 2147483646 h 995"/>
              <a:gd name="T50" fmla="*/ 2147483646 w 996"/>
              <a:gd name="T51" fmla="*/ 2147483646 h 995"/>
              <a:gd name="T52" fmla="*/ 2147483646 w 996"/>
              <a:gd name="T53" fmla="*/ 2147483646 h 995"/>
              <a:gd name="T54" fmla="*/ 2147483646 w 996"/>
              <a:gd name="T55" fmla="*/ 2147483646 h 995"/>
              <a:gd name="T56" fmla="*/ 2147483646 w 996"/>
              <a:gd name="T57" fmla="*/ 2147483646 h 995"/>
              <a:gd name="T58" fmla="*/ 2147483646 w 996"/>
              <a:gd name="T59" fmla="*/ 2147483646 h 995"/>
              <a:gd name="T60" fmla="*/ 2147483646 w 996"/>
              <a:gd name="T61" fmla="*/ 2147483646 h 995"/>
              <a:gd name="T62" fmla="*/ 2147483646 w 996"/>
              <a:gd name="T63" fmla="*/ 2147483646 h 995"/>
              <a:gd name="T64" fmla="*/ 2147483646 w 996"/>
              <a:gd name="T65" fmla="*/ 2147483646 h 995"/>
              <a:gd name="T66" fmla="*/ 2147483646 w 996"/>
              <a:gd name="T67" fmla="*/ 2147483646 h 995"/>
              <a:gd name="T68" fmla="*/ 2147483646 w 996"/>
              <a:gd name="T69" fmla="*/ 2147483646 h 995"/>
              <a:gd name="T70" fmla="*/ 2147483646 w 996"/>
              <a:gd name="T71" fmla="*/ 2147483646 h 995"/>
              <a:gd name="T72" fmla="*/ 2147483646 w 996"/>
              <a:gd name="T73" fmla="*/ 2147483646 h 995"/>
              <a:gd name="T74" fmla="*/ 2147483646 w 996"/>
              <a:gd name="T75" fmla="*/ 2147483646 h 995"/>
              <a:gd name="T76" fmla="*/ 2147483646 w 996"/>
              <a:gd name="T77" fmla="*/ 1178324108 h 995"/>
              <a:gd name="T78" fmla="*/ 2147483646 w 996"/>
              <a:gd name="T79" fmla="*/ 147255857 h 995"/>
              <a:gd name="T80" fmla="*/ 2147483646 w 996"/>
              <a:gd name="T81" fmla="*/ 147255857 h 995"/>
              <a:gd name="T82" fmla="*/ 2147483646 w 996"/>
              <a:gd name="T83" fmla="*/ 2147483646 h 995"/>
              <a:gd name="T84" fmla="*/ 2147483646 w 996"/>
              <a:gd name="T85" fmla="*/ 2147483646 h 995"/>
              <a:gd name="T86" fmla="*/ 2147483646 w 996"/>
              <a:gd name="T87" fmla="*/ 2147483646 h 995"/>
              <a:gd name="T88" fmla="*/ 2147483646 w 996"/>
              <a:gd name="T89" fmla="*/ 2147483646 h 995"/>
              <a:gd name="T90" fmla="*/ 2147483646 w 996"/>
              <a:gd name="T91" fmla="*/ 2147483646 h 995"/>
              <a:gd name="T92" fmla="*/ 2147483646 w 996"/>
              <a:gd name="T93" fmla="*/ 2147483646 h 995"/>
              <a:gd name="T94" fmla="*/ 148129096 w 996"/>
              <a:gd name="T95" fmla="*/ 2147483646 h 99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996" h="995">
                <a:moveTo>
                  <a:pt x="0" y="497"/>
                </a:moveTo>
                <a:lnTo>
                  <a:pt x="1" y="547"/>
                </a:lnTo>
                <a:lnTo>
                  <a:pt x="4" y="571"/>
                </a:lnTo>
                <a:lnTo>
                  <a:pt x="9" y="596"/>
                </a:lnTo>
                <a:lnTo>
                  <a:pt x="19" y="643"/>
                </a:lnTo>
                <a:lnTo>
                  <a:pt x="36" y="688"/>
                </a:lnTo>
                <a:lnTo>
                  <a:pt x="45" y="709"/>
                </a:lnTo>
                <a:lnTo>
                  <a:pt x="55" y="730"/>
                </a:lnTo>
                <a:lnTo>
                  <a:pt x="81" y="771"/>
                </a:lnTo>
                <a:lnTo>
                  <a:pt x="94" y="790"/>
                </a:lnTo>
                <a:lnTo>
                  <a:pt x="109" y="811"/>
                </a:lnTo>
                <a:lnTo>
                  <a:pt x="145" y="849"/>
                </a:lnTo>
                <a:lnTo>
                  <a:pt x="181" y="883"/>
                </a:lnTo>
                <a:lnTo>
                  <a:pt x="221" y="913"/>
                </a:lnTo>
                <a:lnTo>
                  <a:pt x="262" y="937"/>
                </a:lnTo>
                <a:lnTo>
                  <a:pt x="306" y="958"/>
                </a:lnTo>
                <a:lnTo>
                  <a:pt x="351" y="974"/>
                </a:lnTo>
                <a:lnTo>
                  <a:pt x="399" y="986"/>
                </a:lnTo>
                <a:lnTo>
                  <a:pt x="447" y="993"/>
                </a:lnTo>
                <a:lnTo>
                  <a:pt x="498" y="995"/>
                </a:lnTo>
                <a:lnTo>
                  <a:pt x="522" y="994"/>
                </a:lnTo>
                <a:lnTo>
                  <a:pt x="534" y="993"/>
                </a:lnTo>
                <a:lnTo>
                  <a:pt x="547" y="993"/>
                </a:lnTo>
                <a:lnTo>
                  <a:pt x="571" y="989"/>
                </a:lnTo>
                <a:lnTo>
                  <a:pt x="583" y="987"/>
                </a:lnTo>
                <a:lnTo>
                  <a:pt x="586" y="986"/>
                </a:lnTo>
                <a:lnTo>
                  <a:pt x="589" y="986"/>
                </a:lnTo>
                <a:lnTo>
                  <a:pt x="597" y="986"/>
                </a:lnTo>
                <a:lnTo>
                  <a:pt x="601" y="983"/>
                </a:lnTo>
                <a:lnTo>
                  <a:pt x="604" y="982"/>
                </a:lnTo>
                <a:lnTo>
                  <a:pt x="607" y="982"/>
                </a:lnTo>
                <a:lnTo>
                  <a:pt x="619" y="980"/>
                </a:lnTo>
                <a:lnTo>
                  <a:pt x="643" y="974"/>
                </a:lnTo>
                <a:lnTo>
                  <a:pt x="689" y="958"/>
                </a:lnTo>
                <a:lnTo>
                  <a:pt x="699" y="952"/>
                </a:lnTo>
                <a:lnTo>
                  <a:pt x="709" y="947"/>
                </a:lnTo>
                <a:lnTo>
                  <a:pt x="731" y="937"/>
                </a:lnTo>
                <a:lnTo>
                  <a:pt x="772" y="913"/>
                </a:lnTo>
                <a:lnTo>
                  <a:pt x="791" y="897"/>
                </a:lnTo>
                <a:lnTo>
                  <a:pt x="811" y="883"/>
                </a:lnTo>
                <a:lnTo>
                  <a:pt x="850" y="849"/>
                </a:lnTo>
                <a:lnTo>
                  <a:pt x="883" y="811"/>
                </a:lnTo>
                <a:lnTo>
                  <a:pt x="898" y="790"/>
                </a:lnTo>
                <a:lnTo>
                  <a:pt x="913" y="771"/>
                </a:lnTo>
                <a:lnTo>
                  <a:pt x="937" y="730"/>
                </a:lnTo>
                <a:lnTo>
                  <a:pt x="948" y="709"/>
                </a:lnTo>
                <a:lnTo>
                  <a:pt x="953" y="698"/>
                </a:lnTo>
                <a:lnTo>
                  <a:pt x="959" y="688"/>
                </a:lnTo>
                <a:lnTo>
                  <a:pt x="975" y="643"/>
                </a:lnTo>
                <a:lnTo>
                  <a:pt x="981" y="619"/>
                </a:lnTo>
                <a:lnTo>
                  <a:pt x="983" y="607"/>
                </a:lnTo>
                <a:lnTo>
                  <a:pt x="983" y="603"/>
                </a:lnTo>
                <a:lnTo>
                  <a:pt x="984" y="601"/>
                </a:lnTo>
                <a:lnTo>
                  <a:pt x="987" y="596"/>
                </a:lnTo>
                <a:lnTo>
                  <a:pt x="987" y="589"/>
                </a:lnTo>
                <a:lnTo>
                  <a:pt x="987" y="585"/>
                </a:lnTo>
                <a:lnTo>
                  <a:pt x="988" y="583"/>
                </a:lnTo>
                <a:lnTo>
                  <a:pt x="990" y="571"/>
                </a:lnTo>
                <a:lnTo>
                  <a:pt x="994" y="547"/>
                </a:lnTo>
                <a:lnTo>
                  <a:pt x="994" y="533"/>
                </a:lnTo>
                <a:lnTo>
                  <a:pt x="995" y="521"/>
                </a:lnTo>
                <a:lnTo>
                  <a:pt x="996" y="497"/>
                </a:lnTo>
                <a:lnTo>
                  <a:pt x="994" y="446"/>
                </a:lnTo>
                <a:lnTo>
                  <a:pt x="987" y="398"/>
                </a:lnTo>
                <a:lnTo>
                  <a:pt x="975" y="350"/>
                </a:lnTo>
                <a:lnTo>
                  <a:pt x="959" y="305"/>
                </a:lnTo>
                <a:lnTo>
                  <a:pt x="937" y="261"/>
                </a:lnTo>
                <a:lnTo>
                  <a:pt x="913" y="220"/>
                </a:lnTo>
                <a:lnTo>
                  <a:pt x="883" y="181"/>
                </a:lnTo>
                <a:lnTo>
                  <a:pt x="850" y="145"/>
                </a:lnTo>
                <a:lnTo>
                  <a:pt x="811" y="109"/>
                </a:lnTo>
                <a:lnTo>
                  <a:pt x="791" y="93"/>
                </a:lnTo>
                <a:lnTo>
                  <a:pt x="772" y="80"/>
                </a:lnTo>
                <a:lnTo>
                  <a:pt x="731" y="55"/>
                </a:lnTo>
                <a:lnTo>
                  <a:pt x="709" y="44"/>
                </a:lnTo>
                <a:lnTo>
                  <a:pt x="689" y="36"/>
                </a:lnTo>
                <a:lnTo>
                  <a:pt x="643" y="19"/>
                </a:lnTo>
                <a:lnTo>
                  <a:pt x="597" y="8"/>
                </a:lnTo>
                <a:lnTo>
                  <a:pt x="571" y="3"/>
                </a:lnTo>
                <a:lnTo>
                  <a:pt x="547" y="1"/>
                </a:lnTo>
                <a:lnTo>
                  <a:pt x="498" y="0"/>
                </a:lnTo>
                <a:lnTo>
                  <a:pt x="447" y="1"/>
                </a:lnTo>
                <a:lnTo>
                  <a:pt x="399" y="8"/>
                </a:lnTo>
                <a:lnTo>
                  <a:pt x="351" y="19"/>
                </a:lnTo>
                <a:lnTo>
                  <a:pt x="306" y="36"/>
                </a:lnTo>
                <a:lnTo>
                  <a:pt x="262" y="55"/>
                </a:lnTo>
                <a:lnTo>
                  <a:pt x="221" y="80"/>
                </a:lnTo>
                <a:lnTo>
                  <a:pt x="181" y="109"/>
                </a:lnTo>
                <a:lnTo>
                  <a:pt x="145" y="145"/>
                </a:lnTo>
                <a:lnTo>
                  <a:pt x="109" y="181"/>
                </a:lnTo>
                <a:lnTo>
                  <a:pt x="81" y="220"/>
                </a:lnTo>
                <a:lnTo>
                  <a:pt x="55" y="261"/>
                </a:lnTo>
                <a:lnTo>
                  <a:pt x="36" y="305"/>
                </a:lnTo>
                <a:lnTo>
                  <a:pt x="19" y="350"/>
                </a:lnTo>
                <a:lnTo>
                  <a:pt x="9" y="398"/>
                </a:lnTo>
                <a:lnTo>
                  <a:pt x="1" y="446"/>
                </a:lnTo>
                <a:lnTo>
                  <a:pt x="0" y="497"/>
                </a:lnTo>
              </a:path>
            </a:pathLst>
          </a:custGeom>
          <a:noFill/>
          <a:ln w="12700">
            <a:solidFill>
              <a:srgbClr val="99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49" name="Rectangle 41">
            <a:extLst>
              <a:ext uri="{FF2B5EF4-FFF2-40B4-BE49-F238E27FC236}">
                <a16:creationId xmlns:a16="http://schemas.microsoft.com/office/drawing/2014/main" id="{DD711551-5DC2-1448-8D37-960BBB835DD8}"/>
              </a:ext>
            </a:extLst>
          </p:cNvPr>
          <p:cNvSpPr>
            <a:spLocks noChangeArrowheads="1"/>
          </p:cNvSpPr>
          <p:nvPr/>
        </p:nvSpPr>
        <p:spPr bwMode="auto">
          <a:xfrm>
            <a:off x="6467475" y="1771650"/>
            <a:ext cx="79375"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altLang="en-US" sz="8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A</a:t>
            </a: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50" name="Rectangle 42">
            <a:extLst>
              <a:ext uri="{FF2B5EF4-FFF2-40B4-BE49-F238E27FC236}">
                <a16:creationId xmlns:a16="http://schemas.microsoft.com/office/drawing/2014/main" id="{6697C0E6-9ADF-7933-B48E-F5A0AF23ADB6}"/>
              </a:ext>
            </a:extLst>
          </p:cNvPr>
          <p:cNvSpPr>
            <a:spLocks noChangeArrowheads="1"/>
          </p:cNvSpPr>
          <p:nvPr/>
        </p:nvSpPr>
        <p:spPr bwMode="auto">
          <a:xfrm>
            <a:off x="5969000" y="2522538"/>
            <a:ext cx="77788" cy="12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altLang="en-US" sz="8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B</a:t>
            </a: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51" name="Rectangle 43">
            <a:extLst>
              <a:ext uri="{FF2B5EF4-FFF2-40B4-BE49-F238E27FC236}">
                <a16:creationId xmlns:a16="http://schemas.microsoft.com/office/drawing/2014/main" id="{91D5CDD2-1C14-DE44-0E0F-FC88224E46F8}"/>
              </a:ext>
            </a:extLst>
          </p:cNvPr>
          <p:cNvSpPr>
            <a:spLocks noChangeArrowheads="1"/>
          </p:cNvSpPr>
          <p:nvPr/>
        </p:nvSpPr>
        <p:spPr bwMode="auto">
          <a:xfrm>
            <a:off x="6565900" y="2355850"/>
            <a:ext cx="73025"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altLang="en-US" sz="8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C</a:t>
            </a: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52" name="Rectangle 44">
            <a:extLst>
              <a:ext uri="{FF2B5EF4-FFF2-40B4-BE49-F238E27FC236}">
                <a16:creationId xmlns:a16="http://schemas.microsoft.com/office/drawing/2014/main" id="{72E2821F-497A-5454-1F1A-9EF5F18362DB}"/>
              </a:ext>
            </a:extLst>
          </p:cNvPr>
          <p:cNvSpPr>
            <a:spLocks noChangeArrowheads="1"/>
          </p:cNvSpPr>
          <p:nvPr/>
        </p:nvSpPr>
        <p:spPr bwMode="auto">
          <a:xfrm>
            <a:off x="7070725" y="2333625"/>
            <a:ext cx="84138"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altLang="en-US" sz="8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D</a:t>
            </a: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53" name="Rectangle 45">
            <a:extLst>
              <a:ext uri="{FF2B5EF4-FFF2-40B4-BE49-F238E27FC236}">
                <a16:creationId xmlns:a16="http://schemas.microsoft.com/office/drawing/2014/main" id="{BA80B799-F4CF-2B71-A963-5B375EDBBF41}"/>
              </a:ext>
            </a:extLst>
          </p:cNvPr>
          <p:cNvSpPr>
            <a:spLocks noChangeArrowheads="1"/>
          </p:cNvSpPr>
          <p:nvPr/>
        </p:nvSpPr>
        <p:spPr bwMode="auto">
          <a:xfrm>
            <a:off x="1728788" y="2425700"/>
            <a:ext cx="9620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altLang="en-US" sz="10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I/O Requests</a:t>
            </a: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54" name="Rectangle 46">
            <a:extLst>
              <a:ext uri="{FF2B5EF4-FFF2-40B4-BE49-F238E27FC236}">
                <a16:creationId xmlns:a16="http://schemas.microsoft.com/office/drawing/2014/main" id="{968C421D-2603-E240-5035-DAF2FC232616}"/>
              </a:ext>
            </a:extLst>
          </p:cNvPr>
          <p:cNvSpPr>
            <a:spLocks noChangeArrowheads="1"/>
          </p:cNvSpPr>
          <p:nvPr/>
        </p:nvSpPr>
        <p:spPr bwMode="auto">
          <a:xfrm>
            <a:off x="4210050" y="2425700"/>
            <a:ext cx="1125538"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altLang="en-US" sz="10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I/O Processing </a:t>
            </a: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55" name="Rectangle 47">
            <a:extLst>
              <a:ext uri="{FF2B5EF4-FFF2-40B4-BE49-F238E27FC236}">
                <a16:creationId xmlns:a16="http://schemas.microsoft.com/office/drawing/2014/main" id="{3FA08DA9-512C-9F6B-FA3D-151FA32BCEFA}"/>
              </a:ext>
            </a:extLst>
          </p:cNvPr>
          <p:cNvSpPr>
            <a:spLocks noChangeArrowheads="1"/>
          </p:cNvSpPr>
          <p:nvPr/>
        </p:nvSpPr>
        <p:spPr bwMode="auto">
          <a:xfrm>
            <a:off x="4546600" y="2603500"/>
            <a:ext cx="407988"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altLang="en-US" sz="10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Order</a:t>
            </a: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56" name="Rectangle 48">
            <a:extLst>
              <a:ext uri="{FF2B5EF4-FFF2-40B4-BE49-F238E27FC236}">
                <a16:creationId xmlns:a16="http://schemas.microsoft.com/office/drawing/2014/main" id="{51F2C2E5-CAE6-243F-7894-50B6133EDC5B}"/>
              </a:ext>
            </a:extLst>
          </p:cNvPr>
          <p:cNvSpPr>
            <a:spLocks noChangeArrowheads="1"/>
          </p:cNvSpPr>
          <p:nvPr/>
        </p:nvSpPr>
        <p:spPr bwMode="auto">
          <a:xfrm>
            <a:off x="3252788" y="2933700"/>
            <a:ext cx="75088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altLang="en-US" sz="10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Front-End </a:t>
            </a: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57" name="Rectangle 49">
            <a:extLst>
              <a:ext uri="{FF2B5EF4-FFF2-40B4-BE49-F238E27FC236}">
                <a16:creationId xmlns:a16="http://schemas.microsoft.com/office/drawing/2014/main" id="{E672D80E-A712-F3D3-085A-146833EA883C}"/>
              </a:ext>
            </a:extLst>
          </p:cNvPr>
          <p:cNvSpPr>
            <a:spLocks noChangeArrowheads="1"/>
          </p:cNvSpPr>
          <p:nvPr/>
        </p:nvSpPr>
        <p:spPr bwMode="auto">
          <a:xfrm>
            <a:off x="3251200" y="3111500"/>
            <a:ext cx="7112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altLang="en-US" sz="10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Controller</a:t>
            </a: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58" name="Rectangle 50">
            <a:extLst>
              <a:ext uri="{FF2B5EF4-FFF2-40B4-BE49-F238E27FC236}">
                <a16:creationId xmlns:a16="http://schemas.microsoft.com/office/drawing/2014/main" id="{A13C123A-98DF-AA6B-9B3E-A0194230DB60}"/>
              </a:ext>
            </a:extLst>
          </p:cNvPr>
          <p:cNvSpPr>
            <a:spLocks noChangeArrowheads="1"/>
          </p:cNvSpPr>
          <p:nvPr/>
        </p:nvSpPr>
        <p:spPr bwMode="auto">
          <a:xfrm>
            <a:off x="6129338" y="2933700"/>
            <a:ext cx="66198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altLang="en-US" sz="10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Cylinders</a:t>
            </a: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59" name="Rectangle 51">
            <a:extLst>
              <a:ext uri="{FF2B5EF4-FFF2-40B4-BE49-F238E27FC236}">
                <a16:creationId xmlns:a16="http://schemas.microsoft.com/office/drawing/2014/main" id="{ADBA8A93-12AE-2516-2011-1CC249EB2CA7}"/>
              </a:ext>
            </a:extLst>
          </p:cNvPr>
          <p:cNvSpPr>
            <a:spLocks noChangeArrowheads="1"/>
          </p:cNvSpPr>
          <p:nvPr/>
        </p:nvSpPr>
        <p:spPr bwMode="auto">
          <a:xfrm>
            <a:off x="3298825" y="3632200"/>
            <a:ext cx="287337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Without Optimization (FIFO)</a:t>
            </a:r>
            <a:endParaRPr kumimoji="0" lang="en-US" altLang="en-US" sz="34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60" name="AutoShape 52">
            <a:extLst>
              <a:ext uri="{FF2B5EF4-FFF2-40B4-BE49-F238E27FC236}">
                <a16:creationId xmlns:a16="http://schemas.microsoft.com/office/drawing/2014/main" id="{A025D19D-4842-7244-95EF-B0586E4259A5}"/>
              </a:ext>
            </a:extLst>
          </p:cNvPr>
          <p:cNvSpPr>
            <a:spLocks noChangeAspect="1" noChangeArrowheads="1" noTextEdit="1"/>
          </p:cNvSpPr>
          <p:nvPr/>
        </p:nvSpPr>
        <p:spPr bwMode="auto">
          <a:xfrm>
            <a:off x="1600200" y="4191000"/>
            <a:ext cx="5629275" cy="243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61" name="Rectangle 53">
            <a:extLst>
              <a:ext uri="{FF2B5EF4-FFF2-40B4-BE49-F238E27FC236}">
                <a16:creationId xmlns:a16="http://schemas.microsoft.com/office/drawing/2014/main" id="{8612A6C8-90C9-0ED2-7C2E-EA41951C80FE}"/>
              </a:ext>
            </a:extLst>
          </p:cNvPr>
          <p:cNvSpPr>
            <a:spLocks noChangeArrowheads="1"/>
          </p:cNvSpPr>
          <p:nvPr/>
        </p:nvSpPr>
        <p:spPr bwMode="auto">
          <a:xfrm>
            <a:off x="3233738" y="4387850"/>
            <a:ext cx="190500" cy="127000"/>
          </a:xfrm>
          <a:prstGeom prst="rect">
            <a:avLst/>
          </a:prstGeom>
          <a:gradFill rotWithShape="1">
            <a:gsLst>
              <a:gs pos="0">
                <a:srgbClr val="86BAB5"/>
              </a:gs>
              <a:gs pos="100000">
                <a:srgbClr val="5B7E7B"/>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62" name="Rectangle 54">
            <a:extLst>
              <a:ext uri="{FF2B5EF4-FFF2-40B4-BE49-F238E27FC236}">
                <a16:creationId xmlns:a16="http://schemas.microsoft.com/office/drawing/2014/main" id="{22D47E68-5DE3-1C8F-D3A1-5B2DFD145D80}"/>
              </a:ext>
            </a:extLst>
          </p:cNvPr>
          <p:cNvSpPr>
            <a:spLocks noChangeArrowheads="1"/>
          </p:cNvSpPr>
          <p:nvPr/>
        </p:nvSpPr>
        <p:spPr bwMode="auto">
          <a:xfrm>
            <a:off x="3233738" y="4673600"/>
            <a:ext cx="190500" cy="125413"/>
          </a:xfrm>
          <a:prstGeom prst="rect">
            <a:avLst/>
          </a:prstGeom>
          <a:gradFill rotWithShape="1">
            <a:gsLst>
              <a:gs pos="0">
                <a:srgbClr val="86BAB5"/>
              </a:gs>
              <a:gs pos="100000">
                <a:srgbClr val="5B7E7B"/>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63" name="Rectangle 55">
            <a:extLst>
              <a:ext uri="{FF2B5EF4-FFF2-40B4-BE49-F238E27FC236}">
                <a16:creationId xmlns:a16="http://schemas.microsoft.com/office/drawing/2014/main" id="{6A72DF21-926C-017A-045B-A48067C2F799}"/>
              </a:ext>
            </a:extLst>
          </p:cNvPr>
          <p:cNvSpPr>
            <a:spLocks noChangeArrowheads="1"/>
          </p:cNvSpPr>
          <p:nvPr/>
        </p:nvSpPr>
        <p:spPr bwMode="auto">
          <a:xfrm>
            <a:off x="3233738" y="5062538"/>
            <a:ext cx="190500" cy="125412"/>
          </a:xfrm>
          <a:prstGeom prst="rect">
            <a:avLst/>
          </a:prstGeom>
          <a:gradFill rotWithShape="1">
            <a:gsLst>
              <a:gs pos="0">
                <a:srgbClr val="86BAB5"/>
              </a:gs>
              <a:gs pos="100000">
                <a:srgbClr val="5B7E7B"/>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64" name="Rectangle 56">
            <a:extLst>
              <a:ext uri="{FF2B5EF4-FFF2-40B4-BE49-F238E27FC236}">
                <a16:creationId xmlns:a16="http://schemas.microsoft.com/office/drawing/2014/main" id="{7E109860-E5D8-9E13-5957-0EFDF8D3F814}"/>
              </a:ext>
            </a:extLst>
          </p:cNvPr>
          <p:cNvSpPr>
            <a:spLocks noChangeArrowheads="1"/>
          </p:cNvSpPr>
          <p:nvPr/>
        </p:nvSpPr>
        <p:spPr bwMode="auto">
          <a:xfrm>
            <a:off x="3233738" y="5348288"/>
            <a:ext cx="190500" cy="125412"/>
          </a:xfrm>
          <a:prstGeom prst="rect">
            <a:avLst/>
          </a:prstGeom>
          <a:gradFill rotWithShape="1">
            <a:gsLst>
              <a:gs pos="0">
                <a:srgbClr val="86BAB5"/>
              </a:gs>
              <a:gs pos="100000">
                <a:srgbClr val="5B7E7B"/>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65" name="Rectangle 57">
            <a:extLst>
              <a:ext uri="{FF2B5EF4-FFF2-40B4-BE49-F238E27FC236}">
                <a16:creationId xmlns:a16="http://schemas.microsoft.com/office/drawing/2014/main" id="{7A13F875-A00C-3521-DB4B-ED9CC9B93BC7}"/>
              </a:ext>
            </a:extLst>
          </p:cNvPr>
          <p:cNvSpPr>
            <a:spLocks noChangeArrowheads="1"/>
          </p:cNvSpPr>
          <p:nvPr/>
        </p:nvSpPr>
        <p:spPr bwMode="auto">
          <a:xfrm>
            <a:off x="3332163" y="4191000"/>
            <a:ext cx="604837" cy="1471613"/>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66" name="Rectangle 58">
            <a:extLst>
              <a:ext uri="{FF2B5EF4-FFF2-40B4-BE49-F238E27FC236}">
                <a16:creationId xmlns:a16="http://schemas.microsoft.com/office/drawing/2014/main" id="{E5BDE4A0-449E-A48C-8E15-A8FFAF01FD0E}"/>
              </a:ext>
            </a:extLst>
          </p:cNvPr>
          <p:cNvSpPr>
            <a:spLocks noChangeArrowheads="1"/>
          </p:cNvSpPr>
          <p:nvPr/>
        </p:nvSpPr>
        <p:spPr bwMode="auto">
          <a:xfrm>
            <a:off x="3332163" y="4337050"/>
            <a:ext cx="323850" cy="528638"/>
          </a:xfrm>
          <a:prstGeom prst="rect">
            <a:avLst/>
          </a:prstGeom>
          <a:gradFill rotWithShape="1">
            <a:gsLst>
              <a:gs pos="0">
                <a:srgbClr val="86BAB5"/>
              </a:gs>
              <a:gs pos="100000">
                <a:srgbClr val="5B7E7B"/>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67" name="Rectangle 59">
            <a:extLst>
              <a:ext uri="{FF2B5EF4-FFF2-40B4-BE49-F238E27FC236}">
                <a16:creationId xmlns:a16="http://schemas.microsoft.com/office/drawing/2014/main" id="{8857A406-2664-BF7D-841C-4ACFB59379F2}"/>
              </a:ext>
            </a:extLst>
          </p:cNvPr>
          <p:cNvSpPr>
            <a:spLocks noChangeArrowheads="1"/>
          </p:cNvSpPr>
          <p:nvPr/>
        </p:nvSpPr>
        <p:spPr bwMode="auto">
          <a:xfrm>
            <a:off x="3332163" y="5018088"/>
            <a:ext cx="323850" cy="530225"/>
          </a:xfrm>
          <a:prstGeom prst="rect">
            <a:avLst/>
          </a:prstGeom>
          <a:gradFill rotWithShape="1">
            <a:gsLst>
              <a:gs pos="0">
                <a:srgbClr val="86BAB5"/>
              </a:gs>
              <a:gs pos="100000">
                <a:srgbClr val="5B7E7B"/>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68" name="Freeform 60">
            <a:extLst>
              <a:ext uri="{FF2B5EF4-FFF2-40B4-BE49-F238E27FC236}">
                <a16:creationId xmlns:a16="http://schemas.microsoft.com/office/drawing/2014/main" id="{906C68F7-C003-CC47-AA05-E2F756247B48}"/>
              </a:ext>
            </a:extLst>
          </p:cNvPr>
          <p:cNvSpPr>
            <a:spLocks/>
          </p:cNvSpPr>
          <p:nvPr/>
        </p:nvSpPr>
        <p:spPr bwMode="auto">
          <a:xfrm>
            <a:off x="4206875" y="4654550"/>
            <a:ext cx="1239838" cy="479425"/>
          </a:xfrm>
          <a:custGeom>
            <a:avLst/>
            <a:gdLst>
              <a:gd name="T0" fmla="*/ 2147483646 w 2341"/>
              <a:gd name="T1" fmla="*/ 0 h 906"/>
              <a:gd name="T2" fmla="*/ 2147483646 w 2341"/>
              <a:gd name="T3" fmla="*/ 2147483646 h 906"/>
              <a:gd name="T4" fmla="*/ 2147483646 w 2341"/>
              <a:gd name="T5" fmla="*/ 2147483646 h 906"/>
              <a:gd name="T6" fmla="*/ 2147483646 w 2341"/>
              <a:gd name="T7" fmla="*/ 2147483646 h 906"/>
              <a:gd name="T8" fmla="*/ 0 w 2341"/>
              <a:gd name="T9" fmla="*/ 2147483646 h 906"/>
              <a:gd name="T10" fmla="*/ 0 w 2341"/>
              <a:gd name="T11" fmla="*/ 2147483646 h 906"/>
              <a:gd name="T12" fmla="*/ 2147483646 w 2341"/>
              <a:gd name="T13" fmla="*/ 2147483646 h 906"/>
              <a:gd name="T14" fmla="*/ 2147483646 w 2341"/>
              <a:gd name="T15" fmla="*/ 0 h 90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341" h="906">
                <a:moveTo>
                  <a:pt x="1825" y="0"/>
                </a:moveTo>
                <a:lnTo>
                  <a:pt x="2341" y="450"/>
                </a:lnTo>
                <a:lnTo>
                  <a:pt x="1825" y="906"/>
                </a:lnTo>
                <a:lnTo>
                  <a:pt x="1825" y="720"/>
                </a:lnTo>
                <a:lnTo>
                  <a:pt x="0" y="720"/>
                </a:lnTo>
                <a:lnTo>
                  <a:pt x="0" y="216"/>
                </a:lnTo>
                <a:lnTo>
                  <a:pt x="1825" y="216"/>
                </a:lnTo>
                <a:lnTo>
                  <a:pt x="1825" y="0"/>
                </a:lnTo>
              </a:path>
            </a:pathLst>
          </a:custGeom>
          <a:solidFill>
            <a:srgbClr val="FFCC00">
              <a:alpha val="74901"/>
            </a:srgbClr>
          </a:solidFill>
          <a:ln w="1270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69" name="Rectangle 61">
            <a:extLst>
              <a:ext uri="{FF2B5EF4-FFF2-40B4-BE49-F238E27FC236}">
                <a16:creationId xmlns:a16="http://schemas.microsoft.com/office/drawing/2014/main" id="{EF4EC9AE-1C2A-C2CF-616D-BDECBF7E7FC1}"/>
              </a:ext>
            </a:extLst>
          </p:cNvPr>
          <p:cNvSpPr>
            <a:spLocks noChangeArrowheads="1"/>
          </p:cNvSpPr>
          <p:nvPr/>
        </p:nvSpPr>
        <p:spPr bwMode="auto">
          <a:xfrm>
            <a:off x="4251325" y="4813300"/>
            <a:ext cx="180975" cy="1809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70" name="Rectangle 62">
            <a:extLst>
              <a:ext uri="{FF2B5EF4-FFF2-40B4-BE49-F238E27FC236}">
                <a16:creationId xmlns:a16="http://schemas.microsoft.com/office/drawing/2014/main" id="{F6EE89D5-5192-9A02-A332-4A2CBF8B9448}"/>
              </a:ext>
            </a:extLst>
          </p:cNvPr>
          <p:cNvSpPr>
            <a:spLocks noChangeArrowheads="1"/>
          </p:cNvSpPr>
          <p:nvPr/>
        </p:nvSpPr>
        <p:spPr bwMode="auto">
          <a:xfrm>
            <a:off x="4257675" y="4819650"/>
            <a:ext cx="168275" cy="168275"/>
          </a:xfrm>
          <a:prstGeom prst="rect">
            <a:avLst/>
          </a:prstGeom>
          <a:solidFill>
            <a:srgbClr val="33CCCC"/>
          </a:solidFill>
          <a:ln w="127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71" name="Rectangle 63">
            <a:extLst>
              <a:ext uri="{FF2B5EF4-FFF2-40B4-BE49-F238E27FC236}">
                <a16:creationId xmlns:a16="http://schemas.microsoft.com/office/drawing/2014/main" id="{F4F61283-27AE-062C-F892-826EEE94CB66}"/>
              </a:ext>
            </a:extLst>
          </p:cNvPr>
          <p:cNvSpPr>
            <a:spLocks noChangeArrowheads="1"/>
          </p:cNvSpPr>
          <p:nvPr/>
        </p:nvSpPr>
        <p:spPr bwMode="auto">
          <a:xfrm>
            <a:off x="4286250" y="4829175"/>
            <a:ext cx="1047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altLang="en-US" sz="10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D</a:t>
            </a: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72" name="Rectangle 64">
            <a:extLst>
              <a:ext uri="{FF2B5EF4-FFF2-40B4-BE49-F238E27FC236}">
                <a16:creationId xmlns:a16="http://schemas.microsoft.com/office/drawing/2014/main" id="{836A36F9-8D64-10ED-BAA0-26850BCB9EAC}"/>
              </a:ext>
            </a:extLst>
          </p:cNvPr>
          <p:cNvSpPr>
            <a:spLocks noChangeArrowheads="1"/>
          </p:cNvSpPr>
          <p:nvPr/>
        </p:nvSpPr>
        <p:spPr bwMode="auto">
          <a:xfrm>
            <a:off x="4537075" y="4813300"/>
            <a:ext cx="180975" cy="180975"/>
          </a:xfrm>
          <a:prstGeom prst="rect">
            <a:avLst/>
          </a:prstGeom>
          <a:solidFill>
            <a:srgbClr val="9999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73" name="Rectangle 65">
            <a:extLst>
              <a:ext uri="{FF2B5EF4-FFF2-40B4-BE49-F238E27FC236}">
                <a16:creationId xmlns:a16="http://schemas.microsoft.com/office/drawing/2014/main" id="{2DE3ED9E-5C0B-76AC-A48E-B7BED27C2461}"/>
              </a:ext>
            </a:extLst>
          </p:cNvPr>
          <p:cNvSpPr>
            <a:spLocks noChangeArrowheads="1"/>
          </p:cNvSpPr>
          <p:nvPr/>
        </p:nvSpPr>
        <p:spPr bwMode="auto">
          <a:xfrm>
            <a:off x="4543425" y="4819650"/>
            <a:ext cx="168275" cy="168275"/>
          </a:xfrm>
          <a:prstGeom prst="rect">
            <a:avLst/>
          </a:prstGeom>
          <a:solidFill>
            <a:srgbClr val="FF0000"/>
          </a:solidFill>
          <a:ln w="12700">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74" name="Rectangle 66">
            <a:extLst>
              <a:ext uri="{FF2B5EF4-FFF2-40B4-BE49-F238E27FC236}">
                <a16:creationId xmlns:a16="http://schemas.microsoft.com/office/drawing/2014/main" id="{33596CDC-FF0C-B59C-7A3A-9B0E283CD7F6}"/>
              </a:ext>
            </a:extLst>
          </p:cNvPr>
          <p:cNvSpPr>
            <a:spLocks noChangeArrowheads="1"/>
          </p:cNvSpPr>
          <p:nvPr/>
        </p:nvSpPr>
        <p:spPr bwMode="auto">
          <a:xfrm>
            <a:off x="4594225" y="4829175"/>
            <a:ext cx="96838"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altLang="en-US" sz="10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B</a:t>
            </a: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75" name="Rectangle 67">
            <a:extLst>
              <a:ext uri="{FF2B5EF4-FFF2-40B4-BE49-F238E27FC236}">
                <a16:creationId xmlns:a16="http://schemas.microsoft.com/office/drawing/2014/main" id="{4F42E74A-B8E9-F5D8-6862-99DBF497E87E}"/>
              </a:ext>
            </a:extLst>
          </p:cNvPr>
          <p:cNvSpPr>
            <a:spLocks noChangeArrowheads="1"/>
          </p:cNvSpPr>
          <p:nvPr/>
        </p:nvSpPr>
        <p:spPr bwMode="auto">
          <a:xfrm>
            <a:off x="4822825" y="4813300"/>
            <a:ext cx="180975" cy="180975"/>
          </a:xfrm>
          <a:prstGeom prst="rect">
            <a:avLst/>
          </a:prstGeom>
          <a:solidFill>
            <a:srgbClr val="9999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76" name="Rectangle 68">
            <a:extLst>
              <a:ext uri="{FF2B5EF4-FFF2-40B4-BE49-F238E27FC236}">
                <a16:creationId xmlns:a16="http://schemas.microsoft.com/office/drawing/2014/main" id="{27FBAD13-1128-FEF7-216F-FADCC1CC566D}"/>
              </a:ext>
            </a:extLst>
          </p:cNvPr>
          <p:cNvSpPr>
            <a:spLocks noChangeArrowheads="1"/>
          </p:cNvSpPr>
          <p:nvPr/>
        </p:nvSpPr>
        <p:spPr bwMode="auto">
          <a:xfrm>
            <a:off x="4829175" y="4819650"/>
            <a:ext cx="168275" cy="168275"/>
          </a:xfrm>
          <a:prstGeom prst="rect">
            <a:avLst/>
          </a:prstGeom>
          <a:solidFill>
            <a:srgbClr val="FF0000"/>
          </a:solidFill>
          <a:ln w="127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77" name="Rectangle 69">
            <a:extLst>
              <a:ext uri="{FF2B5EF4-FFF2-40B4-BE49-F238E27FC236}">
                <a16:creationId xmlns:a16="http://schemas.microsoft.com/office/drawing/2014/main" id="{EC8DF52C-0EA0-38FB-036E-D40B4FF9DD4E}"/>
              </a:ext>
            </a:extLst>
          </p:cNvPr>
          <p:cNvSpPr>
            <a:spLocks noChangeArrowheads="1"/>
          </p:cNvSpPr>
          <p:nvPr/>
        </p:nvSpPr>
        <p:spPr bwMode="auto">
          <a:xfrm>
            <a:off x="4864100" y="4829175"/>
            <a:ext cx="920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altLang="en-US" sz="10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C</a:t>
            </a: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78" name="Rectangle 70">
            <a:extLst>
              <a:ext uri="{FF2B5EF4-FFF2-40B4-BE49-F238E27FC236}">
                <a16:creationId xmlns:a16="http://schemas.microsoft.com/office/drawing/2014/main" id="{A8886487-7DB6-0495-8FDB-85F958835FAC}"/>
              </a:ext>
            </a:extLst>
          </p:cNvPr>
          <p:cNvSpPr>
            <a:spLocks noChangeArrowheads="1"/>
          </p:cNvSpPr>
          <p:nvPr/>
        </p:nvSpPr>
        <p:spPr bwMode="auto">
          <a:xfrm>
            <a:off x="5108575" y="4813300"/>
            <a:ext cx="180975" cy="1809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79" name="Rectangle 71">
            <a:extLst>
              <a:ext uri="{FF2B5EF4-FFF2-40B4-BE49-F238E27FC236}">
                <a16:creationId xmlns:a16="http://schemas.microsoft.com/office/drawing/2014/main" id="{A2F5023D-DAAB-953C-68FA-1C21E070B802}"/>
              </a:ext>
            </a:extLst>
          </p:cNvPr>
          <p:cNvSpPr>
            <a:spLocks noChangeArrowheads="1"/>
          </p:cNvSpPr>
          <p:nvPr/>
        </p:nvSpPr>
        <p:spPr bwMode="auto">
          <a:xfrm>
            <a:off x="5114925" y="4819650"/>
            <a:ext cx="168275" cy="168275"/>
          </a:xfrm>
          <a:prstGeom prst="rect">
            <a:avLst/>
          </a:prstGeom>
          <a:solidFill>
            <a:srgbClr val="33CCCC"/>
          </a:solidFill>
          <a:ln w="127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80" name="Rectangle 72">
            <a:extLst>
              <a:ext uri="{FF2B5EF4-FFF2-40B4-BE49-F238E27FC236}">
                <a16:creationId xmlns:a16="http://schemas.microsoft.com/office/drawing/2014/main" id="{A38691A3-D3EC-B0AD-A5B7-BFEA39C20089}"/>
              </a:ext>
            </a:extLst>
          </p:cNvPr>
          <p:cNvSpPr>
            <a:spLocks noChangeArrowheads="1"/>
          </p:cNvSpPr>
          <p:nvPr/>
        </p:nvSpPr>
        <p:spPr bwMode="auto">
          <a:xfrm>
            <a:off x="5156200" y="4829175"/>
            <a:ext cx="984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altLang="en-US" sz="10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A</a:t>
            </a: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81" name="Freeform 73">
            <a:extLst>
              <a:ext uri="{FF2B5EF4-FFF2-40B4-BE49-F238E27FC236}">
                <a16:creationId xmlns:a16="http://schemas.microsoft.com/office/drawing/2014/main" id="{9F2984FF-5C2E-54A5-0BE2-30F739300C95}"/>
              </a:ext>
            </a:extLst>
          </p:cNvPr>
          <p:cNvSpPr>
            <a:spLocks/>
          </p:cNvSpPr>
          <p:nvPr/>
        </p:nvSpPr>
        <p:spPr bwMode="auto">
          <a:xfrm>
            <a:off x="1666875" y="4654550"/>
            <a:ext cx="1238250" cy="479425"/>
          </a:xfrm>
          <a:custGeom>
            <a:avLst/>
            <a:gdLst>
              <a:gd name="T0" fmla="*/ 2147483646 w 2341"/>
              <a:gd name="T1" fmla="*/ 0 h 906"/>
              <a:gd name="T2" fmla="*/ 2147483646 w 2341"/>
              <a:gd name="T3" fmla="*/ 2147483646 h 906"/>
              <a:gd name="T4" fmla="*/ 2147483646 w 2341"/>
              <a:gd name="T5" fmla="*/ 2147483646 h 906"/>
              <a:gd name="T6" fmla="*/ 2147483646 w 2341"/>
              <a:gd name="T7" fmla="*/ 2147483646 h 906"/>
              <a:gd name="T8" fmla="*/ 0 w 2341"/>
              <a:gd name="T9" fmla="*/ 2147483646 h 906"/>
              <a:gd name="T10" fmla="*/ 0 w 2341"/>
              <a:gd name="T11" fmla="*/ 2147483646 h 906"/>
              <a:gd name="T12" fmla="*/ 2147483646 w 2341"/>
              <a:gd name="T13" fmla="*/ 2147483646 h 906"/>
              <a:gd name="T14" fmla="*/ 2147483646 w 2341"/>
              <a:gd name="T15" fmla="*/ 0 h 90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341" h="906">
                <a:moveTo>
                  <a:pt x="1825" y="0"/>
                </a:moveTo>
                <a:lnTo>
                  <a:pt x="2341" y="450"/>
                </a:lnTo>
                <a:lnTo>
                  <a:pt x="1825" y="906"/>
                </a:lnTo>
                <a:lnTo>
                  <a:pt x="1825" y="720"/>
                </a:lnTo>
                <a:lnTo>
                  <a:pt x="0" y="720"/>
                </a:lnTo>
                <a:lnTo>
                  <a:pt x="0" y="216"/>
                </a:lnTo>
                <a:lnTo>
                  <a:pt x="1825" y="216"/>
                </a:lnTo>
                <a:lnTo>
                  <a:pt x="1825" y="0"/>
                </a:lnTo>
              </a:path>
            </a:pathLst>
          </a:custGeom>
          <a:solidFill>
            <a:srgbClr val="FFCC00">
              <a:alpha val="74901"/>
            </a:srgbClr>
          </a:solidFill>
          <a:ln w="1270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82" name="Rectangle 74">
            <a:extLst>
              <a:ext uri="{FF2B5EF4-FFF2-40B4-BE49-F238E27FC236}">
                <a16:creationId xmlns:a16="http://schemas.microsoft.com/office/drawing/2014/main" id="{ED917A30-9377-26E4-7405-BA391FA57AE9}"/>
              </a:ext>
            </a:extLst>
          </p:cNvPr>
          <p:cNvSpPr>
            <a:spLocks noChangeArrowheads="1"/>
          </p:cNvSpPr>
          <p:nvPr/>
        </p:nvSpPr>
        <p:spPr bwMode="auto">
          <a:xfrm>
            <a:off x="1711325" y="4813300"/>
            <a:ext cx="180975" cy="1809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83" name="Rectangle 75">
            <a:extLst>
              <a:ext uri="{FF2B5EF4-FFF2-40B4-BE49-F238E27FC236}">
                <a16:creationId xmlns:a16="http://schemas.microsoft.com/office/drawing/2014/main" id="{9163AD37-E50B-2CD0-F4BC-E332B2A9B1E4}"/>
              </a:ext>
            </a:extLst>
          </p:cNvPr>
          <p:cNvSpPr>
            <a:spLocks noChangeArrowheads="1"/>
          </p:cNvSpPr>
          <p:nvPr/>
        </p:nvSpPr>
        <p:spPr bwMode="auto">
          <a:xfrm>
            <a:off x="1717675" y="4819650"/>
            <a:ext cx="168275" cy="168275"/>
          </a:xfrm>
          <a:prstGeom prst="rect">
            <a:avLst/>
          </a:prstGeom>
          <a:solidFill>
            <a:srgbClr val="33CCCC"/>
          </a:solidFill>
          <a:ln w="127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84" name="Rectangle 76">
            <a:extLst>
              <a:ext uri="{FF2B5EF4-FFF2-40B4-BE49-F238E27FC236}">
                <a16:creationId xmlns:a16="http://schemas.microsoft.com/office/drawing/2014/main" id="{0A4C0AFF-668E-7C07-19F0-D0772C4CD5AE}"/>
              </a:ext>
            </a:extLst>
          </p:cNvPr>
          <p:cNvSpPr>
            <a:spLocks noChangeArrowheads="1"/>
          </p:cNvSpPr>
          <p:nvPr/>
        </p:nvSpPr>
        <p:spPr bwMode="auto">
          <a:xfrm>
            <a:off x="1765300" y="4829175"/>
            <a:ext cx="1047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altLang="en-US" sz="10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D</a:t>
            </a: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85" name="Rectangle 77">
            <a:extLst>
              <a:ext uri="{FF2B5EF4-FFF2-40B4-BE49-F238E27FC236}">
                <a16:creationId xmlns:a16="http://schemas.microsoft.com/office/drawing/2014/main" id="{D6D65830-13F2-DFEA-D445-483888F28C94}"/>
              </a:ext>
            </a:extLst>
          </p:cNvPr>
          <p:cNvSpPr>
            <a:spLocks noChangeArrowheads="1"/>
          </p:cNvSpPr>
          <p:nvPr/>
        </p:nvSpPr>
        <p:spPr bwMode="auto">
          <a:xfrm>
            <a:off x="1997075" y="4813300"/>
            <a:ext cx="180975" cy="1809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86" name="Rectangle 78">
            <a:extLst>
              <a:ext uri="{FF2B5EF4-FFF2-40B4-BE49-F238E27FC236}">
                <a16:creationId xmlns:a16="http://schemas.microsoft.com/office/drawing/2014/main" id="{BA7603E5-39CB-FE3A-E13E-86F88C962A90}"/>
              </a:ext>
            </a:extLst>
          </p:cNvPr>
          <p:cNvSpPr>
            <a:spLocks noChangeArrowheads="1"/>
          </p:cNvSpPr>
          <p:nvPr/>
        </p:nvSpPr>
        <p:spPr bwMode="auto">
          <a:xfrm>
            <a:off x="2003425" y="4819650"/>
            <a:ext cx="168275" cy="168275"/>
          </a:xfrm>
          <a:prstGeom prst="rect">
            <a:avLst/>
          </a:prstGeom>
          <a:solidFill>
            <a:srgbClr val="33CCCC"/>
          </a:solidFill>
          <a:ln w="127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87" name="Rectangle 79">
            <a:extLst>
              <a:ext uri="{FF2B5EF4-FFF2-40B4-BE49-F238E27FC236}">
                <a16:creationId xmlns:a16="http://schemas.microsoft.com/office/drawing/2014/main" id="{AEAA636D-B4CD-F73F-9F7B-D6859B255DC4}"/>
              </a:ext>
            </a:extLst>
          </p:cNvPr>
          <p:cNvSpPr>
            <a:spLocks noChangeArrowheads="1"/>
          </p:cNvSpPr>
          <p:nvPr/>
        </p:nvSpPr>
        <p:spPr bwMode="auto">
          <a:xfrm>
            <a:off x="2038350" y="4829175"/>
            <a:ext cx="920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altLang="en-US" sz="10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C</a:t>
            </a: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88" name="Rectangle 80">
            <a:extLst>
              <a:ext uri="{FF2B5EF4-FFF2-40B4-BE49-F238E27FC236}">
                <a16:creationId xmlns:a16="http://schemas.microsoft.com/office/drawing/2014/main" id="{88893564-D35B-CCE7-A416-ACAA7D554E50}"/>
              </a:ext>
            </a:extLst>
          </p:cNvPr>
          <p:cNvSpPr>
            <a:spLocks noChangeArrowheads="1"/>
          </p:cNvSpPr>
          <p:nvPr/>
        </p:nvSpPr>
        <p:spPr bwMode="auto">
          <a:xfrm>
            <a:off x="2282825" y="4813300"/>
            <a:ext cx="180975" cy="1809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89" name="Rectangle 81">
            <a:extLst>
              <a:ext uri="{FF2B5EF4-FFF2-40B4-BE49-F238E27FC236}">
                <a16:creationId xmlns:a16="http://schemas.microsoft.com/office/drawing/2014/main" id="{EF62915D-D928-F51A-C10B-7E1284F0AAE7}"/>
              </a:ext>
            </a:extLst>
          </p:cNvPr>
          <p:cNvSpPr>
            <a:spLocks noChangeArrowheads="1"/>
          </p:cNvSpPr>
          <p:nvPr/>
        </p:nvSpPr>
        <p:spPr bwMode="auto">
          <a:xfrm>
            <a:off x="2289175" y="4819650"/>
            <a:ext cx="168275" cy="168275"/>
          </a:xfrm>
          <a:prstGeom prst="rect">
            <a:avLst/>
          </a:prstGeom>
          <a:solidFill>
            <a:srgbClr val="33CCCC"/>
          </a:solidFill>
          <a:ln w="127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90" name="Rectangle 82">
            <a:extLst>
              <a:ext uri="{FF2B5EF4-FFF2-40B4-BE49-F238E27FC236}">
                <a16:creationId xmlns:a16="http://schemas.microsoft.com/office/drawing/2014/main" id="{0836A347-F4BD-7264-B28E-37F63424DD34}"/>
              </a:ext>
            </a:extLst>
          </p:cNvPr>
          <p:cNvSpPr>
            <a:spLocks noChangeArrowheads="1"/>
          </p:cNvSpPr>
          <p:nvPr/>
        </p:nvSpPr>
        <p:spPr bwMode="auto">
          <a:xfrm>
            <a:off x="2320925" y="4829175"/>
            <a:ext cx="96838"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altLang="en-US" sz="10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B</a:t>
            </a: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91" name="Rectangle 83">
            <a:extLst>
              <a:ext uri="{FF2B5EF4-FFF2-40B4-BE49-F238E27FC236}">
                <a16:creationId xmlns:a16="http://schemas.microsoft.com/office/drawing/2014/main" id="{46CEF3AB-5CD5-5F6D-728D-1497D23C4B52}"/>
              </a:ext>
            </a:extLst>
          </p:cNvPr>
          <p:cNvSpPr>
            <a:spLocks noChangeArrowheads="1"/>
          </p:cNvSpPr>
          <p:nvPr/>
        </p:nvSpPr>
        <p:spPr bwMode="auto">
          <a:xfrm>
            <a:off x="2568575" y="4813300"/>
            <a:ext cx="180975" cy="1809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92" name="Rectangle 84">
            <a:extLst>
              <a:ext uri="{FF2B5EF4-FFF2-40B4-BE49-F238E27FC236}">
                <a16:creationId xmlns:a16="http://schemas.microsoft.com/office/drawing/2014/main" id="{0926F4B7-7BF6-6FB8-E990-0A3B0B39F918}"/>
              </a:ext>
            </a:extLst>
          </p:cNvPr>
          <p:cNvSpPr>
            <a:spLocks noChangeArrowheads="1"/>
          </p:cNvSpPr>
          <p:nvPr/>
        </p:nvSpPr>
        <p:spPr bwMode="auto">
          <a:xfrm>
            <a:off x="2574925" y="4819650"/>
            <a:ext cx="168275" cy="168275"/>
          </a:xfrm>
          <a:prstGeom prst="rect">
            <a:avLst/>
          </a:prstGeom>
          <a:solidFill>
            <a:srgbClr val="33CCCC"/>
          </a:solidFill>
          <a:ln w="127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93" name="Rectangle 85">
            <a:extLst>
              <a:ext uri="{FF2B5EF4-FFF2-40B4-BE49-F238E27FC236}">
                <a16:creationId xmlns:a16="http://schemas.microsoft.com/office/drawing/2014/main" id="{E96DFF3B-6D2B-D414-B45B-1581FFEA4992}"/>
              </a:ext>
            </a:extLst>
          </p:cNvPr>
          <p:cNvSpPr>
            <a:spLocks noChangeArrowheads="1"/>
          </p:cNvSpPr>
          <p:nvPr/>
        </p:nvSpPr>
        <p:spPr bwMode="auto">
          <a:xfrm>
            <a:off x="2606675" y="4829175"/>
            <a:ext cx="984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altLang="en-US" sz="10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A</a:t>
            </a: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94" name="Freeform 86">
            <a:extLst>
              <a:ext uri="{FF2B5EF4-FFF2-40B4-BE49-F238E27FC236}">
                <a16:creationId xmlns:a16="http://schemas.microsoft.com/office/drawing/2014/main" id="{A6BDE6E6-CD38-B7FF-286F-8721BDAA6925}"/>
              </a:ext>
            </a:extLst>
          </p:cNvPr>
          <p:cNvSpPr>
            <a:spLocks/>
          </p:cNvSpPr>
          <p:nvPr/>
        </p:nvSpPr>
        <p:spPr bwMode="auto">
          <a:xfrm>
            <a:off x="6043613" y="4537075"/>
            <a:ext cx="812800" cy="811213"/>
          </a:xfrm>
          <a:custGeom>
            <a:avLst/>
            <a:gdLst>
              <a:gd name="T0" fmla="*/ 2147483646 w 1535"/>
              <a:gd name="T1" fmla="*/ 2147483646 h 1534"/>
              <a:gd name="T2" fmla="*/ 2147483646 w 1535"/>
              <a:gd name="T3" fmla="*/ 2147483646 h 1534"/>
              <a:gd name="T4" fmla="*/ 2078474157 w 1535"/>
              <a:gd name="T5" fmla="*/ 2147483646 h 1534"/>
              <a:gd name="T6" fmla="*/ 0 w 1535"/>
              <a:gd name="T7" fmla="*/ 2147483646 h 1534"/>
              <a:gd name="T8" fmla="*/ 890774790 w 1535"/>
              <a:gd name="T9" fmla="*/ 2147483646 h 1534"/>
              <a:gd name="T10" fmla="*/ 2147483646 w 1535"/>
              <a:gd name="T11" fmla="*/ 2147483646 h 1534"/>
              <a:gd name="T12" fmla="*/ 2147483646 w 1535"/>
              <a:gd name="T13" fmla="*/ 2147483646 h 1534"/>
              <a:gd name="T14" fmla="*/ 2147483646 w 1535"/>
              <a:gd name="T15" fmla="*/ 2147483646 h 1534"/>
              <a:gd name="T16" fmla="*/ 2147483646 w 1535"/>
              <a:gd name="T17" fmla="*/ 2147483646 h 1534"/>
              <a:gd name="T18" fmla="*/ 2147483646 w 1535"/>
              <a:gd name="T19" fmla="*/ 2147483646 h 1534"/>
              <a:gd name="T20" fmla="*/ 2147483646 w 1535"/>
              <a:gd name="T21" fmla="*/ 2147483646 h 1534"/>
              <a:gd name="T22" fmla="*/ 2147483646 w 1535"/>
              <a:gd name="T23" fmla="*/ 2147483646 h 1534"/>
              <a:gd name="T24" fmla="*/ 2147483646 w 1535"/>
              <a:gd name="T25" fmla="*/ 2147483646 h 1534"/>
              <a:gd name="T26" fmla="*/ 2147483646 w 1535"/>
              <a:gd name="T27" fmla="*/ 2147483646 h 1534"/>
              <a:gd name="T28" fmla="*/ 2147483646 w 1535"/>
              <a:gd name="T29" fmla="*/ 2147483646 h 1534"/>
              <a:gd name="T30" fmla="*/ 2147483646 w 1535"/>
              <a:gd name="T31" fmla="*/ 2147483646 h 1534"/>
              <a:gd name="T32" fmla="*/ 2147483646 w 1535"/>
              <a:gd name="T33" fmla="*/ 2147483646 h 1534"/>
              <a:gd name="T34" fmla="*/ 2147483646 w 1535"/>
              <a:gd name="T35" fmla="*/ 2147483646 h 1534"/>
              <a:gd name="T36" fmla="*/ 2147483646 w 1535"/>
              <a:gd name="T37" fmla="*/ 2147483646 h 1534"/>
              <a:gd name="T38" fmla="*/ 2147483646 w 1535"/>
              <a:gd name="T39" fmla="*/ 2147483646 h 1534"/>
              <a:gd name="T40" fmla="*/ 2147483646 w 1535"/>
              <a:gd name="T41" fmla="*/ 2147483646 h 1534"/>
              <a:gd name="T42" fmla="*/ 2147483646 w 1535"/>
              <a:gd name="T43" fmla="*/ 2147483646 h 1534"/>
              <a:gd name="T44" fmla="*/ 2147483646 w 1535"/>
              <a:gd name="T45" fmla="*/ 2147483646 h 1534"/>
              <a:gd name="T46" fmla="*/ 2147483646 w 1535"/>
              <a:gd name="T47" fmla="*/ 2147483646 h 1534"/>
              <a:gd name="T48" fmla="*/ 2147483646 w 1535"/>
              <a:gd name="T49" fmla="*/ 2147483646 h 1534"/>
              <a:gd name="T50" fmla="*/ 2147483646 w 1535"/>
              <a:gd name="T51" fmla="*/ 2147483646 h 1534"/>
              <a:gd name="T52" fmla="*/ 2147483646 w 1535"/>
              <a:gd name="T53" fmla="*/ 2147483646 h 1534"/>
              <a:gd name="T54" fmla="*/ 2147483646 w 1535"/>
              <a:gd name="T55" fmla="*/ 2147483646 h 1534"/>
              <a:gd name="T56" fmla="*/ 2147483646 w 1535"/>
              <a:gd name="T57" fmla="*/ 2147483646 h 1534"/>
              <a:gd name="T58" fmla="*/ 2147483646 w 1535"/>
              <a:gd name="T59" fmla="*/ 2147483646 h 1534"/>
              <a:gd name="T60" fmla="*/ 2147483646 w 1535"/>
              <a:gd name="T61" fmla="*/ 2147483646 h 1534"/>
              <a:gd name="T62" fmla="*/ 2147483646 w 1535"/>
              <a:gd name="T63" fmla="*/ 2147483646 h 1534"/>
              <a:gd name="T64" fmla="*/ 2147483646 w 1535"/>
              <a:gd name="T65" fmla="*/ 2147483646 h 1534"/>
              <a:gd name="T66" fmla="*/ 2147483646 w 1535"/>
              <a:gd name="T67" fmla="*/ 2147483646 h 1534"/>
              <a:gd name="T68" fmla="*/ 2147483646 w 1535"/>
              <a:gd name="T69" fmla="*/ 2147483646 h 1534"/>
              <a:gd name="T70" fmla="*/ 2147483646 w 1535"/>
              <a:gd name="T71" fmla="*/ 2147483646 h 1534"/>
              <a:gd name="T72" fmla="*/ 2147483646 w 1535"/>
              <a:gd name="T73" fmla="*/ 2147483646 h 1534"/>
              <a:gd name="T74" fmla="*/ 2147483646 w 1535"/>
              <a:gd name="T75" fmla="*/ 1922612356 h 1534"/>
              <a:gd name="T76" fmla="*/ 2147483646 w 1535"/>
              <a:gd name="T77" fmla="*/ 0 h 1534"/>
              <a:gd name="T78" fmla="*/ 2147483646 w 1535"/>
              <a:gd name="T79" fmla="*/ 295872755 h 1534"/>
              <a:gd name="T80" fmla="*/ 2147483646 w 1535"/>
              <a:gd name="T81" fmla="*/ 2147483646 h 1534"/>
              <a:gd name="T82" fmla="*/ 2147483646 w 1535"/>
              <a:gd name="T83" fmla="*/ 2147483646 h 1534"/>
              <a:gd name="T84" fmla="*/ 2147483646 w 1535"/>
              <a:gd name="T85" fmla="*/ 2147483646 h 153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535" h="1534">
                <a:moveTo>
                  <a:pt x="225" y="223"/>
                </a:moveTo>
                <a:lnTo>
                  <a:pt x="171" y="279"/>
                </a:lnTo>
                <a:lnTo>
                  <a:pt x="125" y="341"/>
                </a:lnTo>
                <a:lnTo>
                  <a:pt x="86" y="404"/>
                </a:lnTo>
                <a:lnTo>
                  <a:pt x="69" y="437"/>
                </a:lnTo>
                <a:lnTo>
                  <a:pt x="56" y="471"/>
                </a:lnTo>
                <a:lnTo>
                  <a:pt x="30" y="540"/>
                </a:lnTo>
                <a:lnTo>
                  <a:pt x="21" y="574"/>
                </a:lnTo>
                <a:lnTo>
                  <a:pt x="14" y="612"/>
                </a:lnTo>
                <a:lnTo>
                  <a:pt x="3" y="687"/>
                </a:lnTo>
                <a:lnTo>
                  <a:pt x="0" y="726"/>
                </a:lnTo>
                <a:lnTo>
                  <a:pt x="0" y="766"/>
                </a:lnTo>
                <a:lnTo>
                  <a:pt x="0" y="805"/>
                </a:lnTo>
                <a:lnTo>
                  <a:pt x="3" y="843"/>
                </a:lnTo>
                <a:lnTo>
                  <a:pt x="6" y="880"/>
                </a:lnTo>
                <a:lnTo>
                  <a:pt x="14" y="919"/>
                </a:lnTo>
                <a:lnTo>
                  <a:pt x="21" y="954"/>
                </a:lnTo>
                <a:lnTo>
                  <a:pt x="30" y="990"/>
                </a:lnTo>
                <a:lnTo>
                  <a:pt x="41" y="1024"/>
                </a:lnTo>
                <a:lnTo>
                  <a:pt x="56" y="1060"/>
                </a:lnTo>
                <a:lnTo>
                  <a:pt x="69" y="1093"/>
                </a:lnTo>
                <a:lnTo>
                  <a:pt x="86" y="1126"/>
                </a:lnTo>
                <a:lnTo>
                  <a:pt x="104" y="1158"/>
                </a:lnTo>
                <a:lnTo>
                  <a:pt x="125" y="1190"/>
                </a:lnTo>
                <a:lnTo>
                  <a:pt x="147" y="1220"/>
                </a:lnTo>
                <a:lnTo>
                  <a:pt x="171" y="1250"/>
                </a:lnTo>
                <a:lnTo>
                  <a:pt x="196" y="1279"/>
                </a:lnTo>
                <a:lnTo>
                  <a:pt x="225" y="1309"/>
                </a:lnTo>
                <a:lnTo>
                  <a:pt x="252" y="1335"/>
                </a:lnTo>
                <a:lnTo>
                  <a:pt x="281" y="1360"/>
                </a:lnTo>
                <a:lnTo>
                  <a:pt x="311" y="1384"/>
                </a:lnTo>
                <a:lnTo>
                  <a:pt x="342" y="1407"/>
                </a:lnTo>
                <a:lnTo>
                  <a:pt x="406" y="1445"/>
                </a:lnTo>
                <a:lnTo>
                  <a:pt x="438" y="1462"/>
                </a:lnTo>
                <a:lnTo>
                  <a:pt x="473" y="1478"/>
                </a:lnTo>
                <a:lnTo>
                  <a:pt x="542" y="1502"/>
                </a:lnTo>
                <a:lnTo>
                  <a:pt x="576" y="1511"/>
                </a:lnTo>
                <a:lnTo>
                  <a:pt x="614" y="1520"/>
                </a:lnTo>
                <a:lnTo>
                  <a:pt x="651" y="1526"/>
                </a:lnTo>
                <a:lnTo>
                  <a:pt x="689" y="1531"/>
                </a:lnTo>
                <a:lnTo>
                  <a:pt x="728" y="1533"/>
                </a:lnTo>
                <a:lnTo>
                  <a:pt x="768" y="1534"/>
                </a:lnTo>
                <a:lnTo>
                  <a:pt x="807" y="1533"/>
                </a:lnTo>
                <a:lnTo>
                  <a:pt x="845" y="1531"/>
                </a:lnTo>
                <a:lnTo>
                  <a:pt x="882" y="1526"/>
                </a:lnTo>
                <a:lnTo>
                  <a:pt x="921" y="1520"/>
                </a:lnTo>
                <a:lnTo>
                  <a:pt x="938" y="1515"/>
                </a:lnTo>
                <a:lnTo>
                  <a:pt x="946" y="1513"/>
                </a:lnTo>
                <a:lnTo>
                  <a:pt x="956" y="1511"/>
                </a:lnTo>
                <a:lnTo>
                  <a:pt x="992" y="1502"/>
                </a:lnTo>
                <a:lnTo>
                  <a:pt x="1026" y="1490"/>
                </a:lnTo>
                <a:lnTo>
                  <a:pt x="1062" y="1478"/>
                </a:lnTo>
                <a:lnTo>
                  <a:pt x="1070" y="1473"/>
                </a:lnTo>
                <a:lnTo>
                  <a:pt x="1073" y="1471"/>
                </a:lnTo>
                <a:lnTo>
                  <a:pt x="1078" y="1469"/>
                </a:lnTo>
                <a:lnTo>
                  <a:pt x="1095" y="1462"/>
                </a:lnTo>
                <a:lnTo>
                  <a:pt x="1127" y="1445"/>
                </a:lnTo>
                <a:lnTo>
                  <a:pt x="1158" y="1426"/>
                </a:lnTo>
                <a:lnTo>
                  <a:pt x="1191" y="1407"/>
                </a:lnTo>
                <a:lnTo>
                  <a:pt x="1205" y="1395"/>
                </a:lnTo>
                <a:lnTo>
                  <a:pt x="1212" y="1389"/>
                </a:lnTo>
                <a:lnTo>
                  <a:pt x="1221" y="1384"/>
                </a:lnTo>
                <a:lnTo>
                  <a:pt x="1251" y="1360"/>
                </a:lnTo>
                <a:lnTo>
                  <a:pt x="1280" y="1335"/>
                </a:lnTo>
                <a:lnTo>
                  <a:pt x="1310" y="1309"/>
                </a:lnTo>
                <a:lnTo>
                  <a:pt x="1336" y="1279"/>
                </a:lnTo>
                <a:lnTo>
                  <a:pt x="1361" y="1250"/>
                </a:lnTo>
                <a:lnTo>
                  <a:pt x="1385" y="1220"/>
                </a:lnTo>
                <a:lnTo>
                  <a:pt x="1390" y="1212"/>
                </a:lnTo>
                <a:lnTo>
                  <a:pt x="1396" y="1204"/>
                </a:lnTo>
                <a:lnTo>
                  <a:pt x="1408" y="1190"/>
                </a:lnTo>
                <a:lnTo>
                  <a:pt x="1427" y="1158"/>
                </a:lnTo>
                <a:lnTo>
                  <a:pt x="1447" y="1126"/>
                </a:lnTo>
                <a:lnTo>
                  <a:pt x="1463" y="1093"/>
                </a:lnTo>
                <a:lnTo>
                  <a:pt x="1471" y="1076"/>
                </a:lnTo>
                <a:lnTo>
                  <a:pt x="1472" y="1071"/>
                </a:lnTo>
                <a:lnTo>
                  <a:pt x="1474" y="1068"/>
                </a:lnTo>
                <a:lnTo>
                  <a:pt x="1479" y="1060"/>
                </a:lnTo>
                <a:lnTo>
                  <a:pt x="1491" y="1024"/>
                </a:lnTo>
                <a:lnTo>
                  <a:pt x="1503" y="990"/>
                </a:lnTo>
                <a:lnTo>
                  <a:pt x="1513" y="954"/>
                </a:lnTo>
                <a:lnTo>
                  <a:pt x="1514" y="944"/>
                </a:lnTo>
                <a:lnTo>
                  <a:pt x="1516" y="936"/>
                </a:lnTo>
                <a:lnTo>
                  <a:pt x="1521" y="919"/>
                </a:lnTo>
                <a:lnTo>
                  <a:pt x="1527" y="880"/>
                </a:lnTo>
                <a:lnTo>
                  <a:pt x="1532" y="843"/>
                </a:lnTo>
                <a:lnTo>
                  <a:pt x="1534" y="805"/>
                </a:lnTo>
                <a:lnTo>
                  <a:pt x="1535" y="766"/>
                </a:lnTo>
                <a:lnTo>
                  <a:pt x="1534" y="726"/>
                </a:lnTo>
                <a:lnTo>
                  <a:pt x="1532" y="687"/>
                </a:lnTo>
                <a:lnTo>
                  <a:pt x="1527" y="649"/>
                </a:lnTo>
                <a:lnTo>
                  <a:pt x="1521" y="612"/>
                </a:lnTo>
                <a:lnTo>
                  <a:pt x="1513" y="574"/>
                </a:lnTo>
                <a:lnTo>
                  <a:pt x="1503" y="540"/>
                </a:lnTo>
                <a:lnTo>
                  <a:pt x="1479" y="471"/>
                </a:lnTo>
                <a:lnTo>
                  <a:pt x="1463" y="437"/>
                </a:lnTo>
                <a:lnTo>
                  <a:pt x="1447" y="404"/>
                </a:lnTo>
                <a:lnTo>
                  <a:pt x="1408" y="341"/>
                </a:lnTo>
                <a:lnTo>
                  <a:pt x="1385" y="309"/>
                </a:lnTo>
                <a:lnTo>
                  <a:pt x="1361" y="279"/>
                </a:lnTo>
                <a:lnTo>
                  <a:pt x="1336" y="251"/>
                </a:lnTo>
                <a:lnTo>
                  <a:pt x="1310" y="223"/>
                </a:lnTo>
                <a:lnTo>
                  <a:pt x="1280" y="194"/>
                </a:lnTo>
                <a:lnTo>
                  <a:pt x="1251" y="169"/>
                </a:lnTo>
                <a:lnTo>
                  <a:pt x="1221" y="145"/>
                </a:lnTo>
                <a:lnTo>
                  <a:pt x="1191" y="125"/>
                </a:lnTo>
                <a:lnTo>
                  <a:pt x="1158" y="103"/>
                </a:lnTo>
                <a:lnTo>
                  <a:pt x="1127" y="85"/>
                </a:lnTo>
                <a:lnTo>
                  <a:pt x="1095" y="68"/>
                </a:lnTo>
                <a:lnTo>
                  <a:pt x="1062" y="55"/>
                </a:lnTo>
                <a:lnTo>
                  <a:pt x="1026" y="41"/>
                </a:lnTo>
                <a:lnTo>
                  <a:pt x="992" y="30"/>
                </a:lnTo>
                <a:lnTo>
                  <a:pt x="956" y="20"/>
                </a:lnTo>
                <a:lnTo>
                  <a:pt x="921" y="13"/>
                </a:lnTo>
                <a:lnTo>
                  <a:pt x="882" y="6"/>
                </a:lnTo>
                <a:lnTo>
                  <a:pt x="845" y="2"/>
                </a:lnTo>
                <a:lnTo>
                  <a:pt x="807" y="0"/>
                </a:lnTo>
                <a:lnTo>
                  <a:pt x="768" y="0"/>
                </a:lnTo>
                <a:lnTo>
                  <a:pt x="728" y="0"/>
                </a:lnTo>
                <a:lnTo>
                  <a:pt x="689" y="2"/>
                </a:lnTo>
                <a:lnTo>
                  <a:pt x="614" y="13"/>
                </a:lnTo>
                <a:lnTo>
                  <a:pt x="576" y="20"/>
                </a:lnTo>
                <a:lnTo>
                  <a:pt x="542" y="30"/>
                </a:lnTo>
                <a:lnTo>
                  <a:pt x="473" y="55"/>
                </a:lnTo>
                <a:lnTo>
                  <a:pt x="438" y="68"/>
                </a:lnTo>
                <a:lnTo>
                  <a:pt x="406" y="85"/>
                </a:lnTo>
                <a:lnTo>
                  <a:pt x="342" y="125"/>
                </a:lnTo>
                <a:lnTo>
                  <a:pt x="281" y="169"/>
                </a:lnTo>
                <a:lnTo>
                  <a:pt x="225" y="223"/>
                </a:lnTo>
              </a:path>
            </a:pathLst>
          </a:custGeom>
          <a:noFill/>
          <a:ln w="12700" cap="flat" cmpd="sng">
            <a:solidFill>
              <a:srgbClr val="9966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95" name="Freeform 87">
            <a:extLst>
              <a:ext uri="{FF2B5EF4-FFF2-40B4-BE49-F238E27FC236}">
                <a16:creationId xmlns:a16="http://schemas.microsoft.com/office/drawing/2014/main" id="{84ECA86A-2B9A-36DC-E6E9-D8792B5702B8}"/>
              </a:ext>
            </a:extLst>
          </p:cNvPr>
          <p:cNvSpPr>
            <a:spLocks/>
          </p:cNvSpPr>
          <p:nvPr/>
        </p:nvSpPr>
        <p:spPr bwMode="auto">
          <a:xfrm>
            <a:off x="5900738" y="4387850"/>
            <a:ext cx="1106487" cy="1106488"/>
          </a:xfrm>
          <a:custGeom>
            <a:avLst/>
            <a:gdLst>
              <a:gd name="T0" fmla="*/ 2147483646 w 2091"/>
              <a:gd name="T1" fmla="*/ 2147483646 h 2090"/>
              <a:gd name="T2" fmla="*/ 2147483646 w 2091"/>
              <a:gd name="T3" fmla="*/ 2147483646 h 2090"/>
              <a:gd name="T4" fmla="*/ 2147483646 w 2091"/>
              <a:gd name="T5" fmla="*/ 2147483646 h 2090"/>
              <a:gd name="T6" fmla="*/ 2147483646 w 2091"/>
              <a:gd name="T7" fmla="*/ 2147483646 h 2090"/>
              <a:gd name="T8" fmla="*/ 2147483646 w 2091"/>
              <a:gd name="T9" fmla="*/ 593645106 h 2090"/>
              <a:gd name="T10" fmla="*/ 2147483646 w 2091"/>
              <a:gd name="T11" fmla="*/ 0 h 2090"/>
              <a:gd name="T12" fmla="*/ 2147483646 w 2091"/>
              <a:gd name="T13" fmla="*/ 2147483646 h 2090"/>
              <a:gd name="T14" fmla="*/ 2147483646 w 2091"/>
              <a:gd name="T15" fmla="*/ 2147483646 h 2090"/>
              <a:gd name="T16" fmla="*/ 2147483646 w 2091"/>
              <a:gd name="T17" fmla="*/ 2147483646 h 2090"/>
              <a:gd name="T18" fmla="*/ 2147483646 w 2091"/>
              <a:gd name="T19" fmla="*/ 2147483646 h 2090"/>
              <a:gd name="T20" fmla="*/ 2147483646 w 2091"/>
              <a:gd name="T21" fmla="*/ 2147483646 h 2090"/>
              <a:gd name="T22" fmla="*/ 2147483646 w 2091"/>
              <a:gd name="T23" fmla="*/ 2147483646 h 2090"/>
              <a:gd name="T24" fmla="*/ 2147483646 w 2091"/>
              <a:gd name="T25" fmla="*/ 2147483646 h 2090"/>
              <a:gd name="T26" fmla="*/ 2147483646 w 2091"/>
              <a:gd name="T27" fmla="*/ 2147483646 h 2090"/>
              <a:gd name="T28" fmla="*/ 2147483646 w 2091"/>
              <a:gd name="T29" fmla="*/ 2147483646 h 2090"/>
              <a:gd name="T30" fmla="*/ 0 w 2091"/>
              <a:gd name="T31" fmla="*/ 2147483646 h 2090"/>
              <a:gd name="T32" fmla="*/ 592796045 w 2091"/>
              <a:gd name="T33" fmla="*/ 2147483646 h 2090"/>
              <a:gd name="T34" fmla="*/ 2147483646 w 2091"/>
              <a:gd name="T35" fmla="*/ 2147483646 h 2090"/>
              <a:gd name="T36" fmla="*/ 2147483646 w 2091"/>
              <a:gd name="T37" fmla="*/ 2147483646 h 2090"/>
              <a:gd name="T38" fmla="*/ 2147483646 w 2091"/>
              <a:gd name="T39" fmla="*/ 2147483646 h 2090"/>
              <a:gd name="T40" fmla="*/ 2147483646 w 2091"/>
              <a:gd name="T41" fmla="*/ 2147483646 h 2090"/>
              <a:gd name="T42" fmla="*/ 2147483646 w 2091"/>
              <a:gd name="T43" fmla="*/ 2147483646 h 2090"/>
              <a:gd name="T44" fmla="*/ 2147483646 w 2091"/>
              <a:gd name="T45" fmla="*/ 2147483646 h 2090"/>
              <a:gd name="T46" fmla="*/ 2147483646 w 2091"/>
              <a:gd name="T47" fmla="*/ 2147483646 h 2090"/>
              <a:gd name="T48" fmla="*/ 2147483646 w 2091"/>
              <a:gd name="T49" fmla="*/ 2147483646 h 2090"/>
              <a:gd name="T50" fmla="*/ 2147483646 w 2091"/>
              <a:gd name="T51" fmla="*/ 2147483646 h 2090"/>
              <a:gd name="T52" fmla="*/ 2147483646 w 2091"/>
              <a:gd name="T53" fmla="*/ 2147483646 h 2090"/>
              <a:gd name="T54" fmla="*/ 2147483646 w 2091"/>
              <a:gd name="T55" fmla="*/ 2147483646 h 2090"/>
              <a:gd name="T56" fmla="*/ 2147483646 w 2091"/>
              <a:gd name="T57" fmla="*/ 2147483646 h 2090"/>
              <a:gd name="T58" fmla="*/ 2147483646 w 2091"/>
              <a:gd name="T59" fmla="*/ 2147483646 h 2090"/>
              <a:gd name="T60" fmla="*/ 2147483646 w 2091"/>
              <a:gd name="T61" fmla="*/ 2147483646 h 2090"/>
              <a:gd name="T62" fmla="*/ 2147483646 w 2091"/>
              <a:gd name="T63" fmla="*/ 2147483646 h 2090"/>
              <a:gd name="T64" fmla="*/ 2147483646 w 2091"/>
              <a:gd name="T65" fmla="*/ 2147483646 h 2090"/>
              <a:gd name="T66" fmla="*/ 2147483646 w 2091"/>
              <a:gd name="T67" fmla="*/ 2147483646 h 2090"/>
              <a:gd name="T68" fmla="*/ 2147483646 w 2091"/>
              <a:gd name="T69" fmla="*/ 2147483646 h 2090"/>
              <a:gd name="T70" fmla="*/ 2147483646 w 2091"/>
              <a:gd name="T71" fmla="*/ 2147483646 h 2090"/>
              <a:gd name="T72" fmla="*/ 2147483646 w 2091"/>
              <a:gd name="T73" fmla="*/ 2147483646 h 2090"/>
              <a:gd name="T74" fmla="*/ 2147483646 w 2091"/>
              <a:gd name="T75" fmla="*/ 2147483646 h 2090"/>
              <a:gd name="T76" fmla="*/ 2147483646 w 2091"/>
              <a:gd name="T77" fmla="*/ 2147483646 h 2090"/>
              <a:gd name="T78" fmla="*/ 2147483646 w 2091"/>
              <a:gd name="T79" fmla="*/ 2147483646 h 2090"/>
              <a:gd name="T80" fmla="*/ 2147483646 w 2091"/>
              <a:gd name="T81" fmla="*/ 2147483646 h 2090"/>
              <a:gd name="T82" fmla="*/ 2147483646 w 2091"/>
              <a:gd name="T83" fmla="*/ 2147483646 h 2090"/>
              <a:gd name="T84" fmla="*/ 2147483646 w 2091"/>
              <a:gd name="T85" fmla="*/ 2147483646 h 2090"/>
              <a:gd name="T86" fmla="*/ 2147483646 w 2091"/>
              <a:gd name="T87" fmla="*/ 2147483646 h 2090"/>
              <a:gd name="T88" fmla="*/ 2147483646 w 2091"/>
              <a:gd name="T89" fmla="*/ 2147483646 h 2090"/>
              <a:gd name="T90" fmla="*/ 2147483646 w 2091"/>
              <a:gd name="T91" fmla="*/ 2147483646 h 2090"/>
              <a:gd name="T92" fmla="*/ 2147483646 w 2091"/>
              <a:gd name="T93" fmla="*/ 2147483646 h 2090"/>
              <a:gd name="T94" fmla="*/ 2147483646 w 2091"/>
              <a:gd name="T95" fmla="*/ 2147483646 h 2090"/>
              <a:gd name="T96" fmla="*/ 2147483646 w 2091"/>
              <a:gd name="T97" fmla="*/ 2147483646 h 2090"/>
              <a:gd name="T98" fmla="*/ 2147483646 w 2091"/>
              <a:gd name="T99" fmla="*/ 2147483646 h 209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091" h="2090">
                <a:moveTo>
                  <a:pt x="1784" y="303"/>
                </a:moveTo>
                <a:lnTo>
                  <a:pt x="1744" y="266"/>
                </a:lnTo>
                <a:lnTo>
                  <a:pt x="1704" y="231"/>
                </a:lnTo>
                <a:lnTo>
                  <a:pt x="1664" y="199"/>
                </a:lnTo>
                <a:lnTo>
                  <a:pt x="1623" y="169"/>
                </a:lnTo>
                <a:lnTo>
                  <a:pt x="1579" y="141"/>
                </a:lnTo>
                <a:lnTo>
                  <a:pt x="1536" y="116"/>
                </a:lnTo>
                <a:lnTo>
                  <a:pt x="1491" y="93"/>
                </a:lnTo>
                <a:lnTo>
                  <a:pt x="1446" y="75"/>
                </a:lnTo>
                <a:lnTo>
                  <a:pt x="1398" y="57"/>
                </a:lnTo>
                <a:lnTo>
                  <a:pt x="1351" y="42"/>
                </a:lnTo>
                <a:lnTo>
                  <a:pt x="1302" y="29"/>
                </a:lnTo>
                <a:lnTo>
                  <a:pt x="1254" y="18"/>
                </a:lnTo>
                <a:lnTo>
                  <a:pt x="1203" y="10"/>
                </a:lnTo>
                <a:lnTo>
                  <a:pt x="1152" y="4"/>
                </a:lnTo>
                <a:lnTo>
                  <a:pt x="1099" y="0"/>
                </a:lnTo>
                <a:lnTo>
                  <a:pt x="1047" y="0"/>
                </a:lnTo>
                <a:lnTo>
                  <a:pt x="991" y="0"/>
                </a:lnTo>
                <a:lnTo>
                  <a:pt x="939" y="4"/>
                </a:lnTo>
                <a:lnTo>
                  <a:pt x="887" y="10"/>
                </a:lnTo>
                <a:lnTo>
                  <a:pt x="837" y="18"/>
                </a:lnTo>
                <a:lnTo>
                  <a:pt x="786" y="29"/>
                </a:lnTo>
                <a:lnTo>
                  <a:pt x="738" y="42"/>
                </a:lnTo>
                <a:lnTo>
                  <a:pt x="690" y="57"/>
                </a:lnTo>
                <a:lnTo>
                  <a:pt x="645" y="75"/>
                </a:lnTo>
                <a:lnTo>
                  <a:pt x="598" y="93"/>
                </a:lnTo>
                <a:lnTo>
                  <a:pt x="553" y="116"/>
                </a:lnTo>
                <a:lnTo>
                  <a:pt x="509" y="141"/>
                </a:lnTo>
                <a:lnTo>
                  <a:pt x="467" y="169"/>
                </a:lnTo>
                <a:lnTo>
                  <a:pt x="425" y="199"/>
                </a:lnTo>
                <a:lnTo>
                  <a:pt x="384" y="231"/>
                </a:lnTo>
                <a:lnTo>
                  <a:pt x="345" y="266"/>
                </a:lnTo>
                <a:lnTo>
                  <a:pt x="306" y="303"/>
                </a:lnTo>
                <a:lnTo>
                  <a:pt x="269" y="342"/>
                </a:lnTo>
                <a:lnTo>
                  <a:pt x="234" y="381"/>
                </a:lnTo>
                <a:lnTo>
                  <a:pt x="202" y="422"/>
                </a:lnTo>
                <a:lnTo>
                  <a:pt x="172" y="464"/>
                </a:lnTo>
                <a:lnTo>
                  <a:pt x="144" y="506"/>
                </a:lnTo>
                <a:lnTo>
                  <a:pt x="119" y="551"/>
                </a:lnTo>
                <a:lnTo>
                  <a:pt x="96" y="595"/>
                </a:lnTo>
                <a:lnTo>
                  <a:pt x="76" y="642"/>
                </a:lnTo>
                <a:lnTo>
                  <a:pt x="58" y="687"/>
                </a:lnTo>
                <a:lnTo>
                  <a:pt x="42" y="735"/>
                </a:lnTo>
                <a:lnTo>
                  <a:pt x="29" y="783"/>
                </a:lnTo>
                <a:lnTo>
                  <a:pt x="18" y="834"/>
                </a:lnTo>
                <a:lnTo>
                  <a:pt x="10" y="884"/>
                </a:lnTo>
                <a:lnTo>
                  <a:pt x="4" y="936"/>
                </a:lnTo>
                <a:lnTo>
                  <a:pt x="0" y="988"/>
                </a:lnTo>
                <a:lnTo>
                  <a:pt x="0" y="1044"/>
                </a:lnTo>
                <a:lnTo>
                  <a:pt x="0" y="1096"/>
                </a:lnTo>
                <a:lnTo>
                  <a:pt x="4" y="1149"/>
                </a:lnTo>
                <a:lnTo>
                  <a:pt x="10" y="1200"/>
                </a:lnTo>
                <a:lnTo>
                  <a:pt x="18" y="1251"/>
                </a:lnTo>
                <a:lnTo>
                  <a:pt x="29" y="1300"/>
                </a:lnTo>
                <a:lnTo>
                  <a:pt x="42" y="1350"/>
                </a:lnTo>
                <a:lnTo>
                  <a:pt x="58" y="1396"/>
                </a:lnTo>
                <a:lnTo>
                  <a:pt x="76" y="1444"/>
                </a:lnTo>
                <a:lnTo>
                  <a:pt x="96" y="1489"/>
                </a:lnTo>
                <a:lnTo>
                  <a:pt x="119" y="1534"/>
                </a:lnTo>
                <a:lnTo>
                  <a:pt x="144" y="1577"/>
                </a:lnTo>
                <a:lnTo>
                  <a:pt x="172" y="1621"/>
                </a:lnTo>
                <a:lnTo>
                  <a:pt x="202" y="1661"/>
                </a:lnTo>
                <a:lnTo>
                  <a:pt x="234" y="1703"/>
                </a:lnTo>
                <a:lnTo>
                  <a:pt x="269" y="1743"/>
                </a:lnTo>
                <a:lnTo>
                  <a:pt x="306" y="1783"/>
                </a:lnTo>
                <a:lnTo>
                  <a:pt x="345" y="1820"/>
                </a:lnTo>
                <a:lnTo>
                  <a:pt x="384" y="1855"/>
                </a:lnTo>
                <a:lnTo>
                  <a:pt x="425" y="1887"/>
                </a:lnTo>
                <a:lnTo>
                  <a:pt x="467" y="1917"/>
                </a:lnTo>
                <a:lnTo>
                  <a:pt x="509" y="1945"/>
                </a:lnTo>
                <a:lnTo>
                  <a:pt x="553" y="1970"/>
                </a:lnTo>
                <a:lnTo>
                  <a:pt x="598" y="1993"/>
                </a:lnTo>
                <a:lnTo>
                  <a:pt x="645" y="2013"/>
                </a:lnTo>
                <a:lnTo>
                  <a:pt x="690" y="2031"/>
                </a:lnTo>
                <a:lnTo>
                  <a:pt x="738" y="2047"/>
                </a:lnTo>
                <a:lnTo>
                  <a:pt x="786" y="2060"/>
                </a:lnTo>
                <a:lnTo>
                  <a:pt x="837" y="2071"/>
                </a:lnTo>
                <a:lnTo>
                  <a:pt x="887" y="2079"/>
                </a:lnTo>
                <a:lnTo>
                  <a:pt x="939" y="2085"/>
                </a:lnTo>
                <a:lnTo>
                  <a:pt x="991" y="2089"/>
                </a:lnTo>
                <a:lnTo>
                  <a:pt x="1047" y="2090"/>
                </a:lnTo>
                <a:lnTo>
                  <a:pt x="1099" y="2089"/>
                </a:lnTo>
                <a:lnTo>
                  <a:pt x="1152" y="2085"/>
                </a:lnTo>
                <a:lnTo>
                  <a:pt x="1203" y="2079"/>
                </a:lnTo>
                <a:lnTo>
                  <a:pt x="1228" y="2074"/>
                </a:lnTo>
                <a:lnTo>
                  <a:pt x="1254" y="2071"/>
                </a:lnTo>
                <a:lnTo>
                  <a:pt x="1302" y="2060"/>
                </a:lnTo>
                <a:lnTo>
                  <a:pt x="1326" y="2053"/>
                </a:lnTo>
                <a:lnTo>
                  <a:pt x="1338" y="2049"/>
                </a:lnTo>
                <a:lnTo>
                  <a:pt x="1351" y="2047"/>
                </a:lnTo>
                <a:lnTo>
                  <a:pt x="1362" y="2042"/>
                </a:lnTo>
                <a:lnTo>
                  <a:pt x="1374" y="2038"/>
                </a:lnTo>
                <a:lnTo>
                  <a:pt x="1398" y="2031"/>
                </a:lnTo>
                <a:lnTo>
                  <a:pt x="1446" y="2013"/>
                </a:lnTo>
                <a:lnTo>
                  <a:pt x="1468" y="2002"/>
                </a:lnTo>
                <a:lnTo>
                  <a:pt x="1491" y="1993"/>
                </a:lnTo>
                <a:lnTo>
                  <a:pt x="1536" y="1970"/>
                </a:lnTo>
                <a:lnTo>
                  <a:pt x="1579" y="1945"/>
                </a:lnTo>
                <a:lnTo>
                  <a:pt x="1623" y="1917"/>
                </a:lnTo>
                <a:lnTo>
                  <a:pt x="1664" y="1887"/>
                </a:lnTo>
                <a:lnTo>
                  <a:pt x="1704" y="1855"/>
                </a:lnTo>
                <a:lnTo>
                  <a:pt x="1724" y="1837"/>
                </a:lnTo>
                <a:lnTo>
                  <a:pt x="1744" y="1820"/>
                </a:lnTo>
                <a:lnTo>
                  <a:pt x="1763" y="1801"/>
                </a:lnTo>
                <a:lnTo>
                  <a:pt x="1773" y="1791"/>
                </a:lnTo>
                <a:lnTo>
                  <a:pt x="1778" y="1786"/>
                </a:lnTo>
                <a:lnTo>
                  <a:pt x="1784" y="1783"/>
                </a:lnTo>
                <a:lnTo>
                  <a:pt x="1787" y="1777"/>
                </a:lnTo>
                <a:lnTo>
                  <a:pt x="1792" y="1772"/>
                </a:lnTo>
                <a:lnTo>
                  <a:pt x="1802" y="1762"/>
                </a:lnTo>
                <a:lnTo>
                  <a:pt x="1821" y="1743"/>
                </a:lnTo>
                <a:lnTo>
                  <a:pt x="1838" y="1723"/>
                </a:lnTo>
                <a:lnTo>
                  <a:pt x="1856" y="1703"/>
                </a:lnTo>
                <a:lnTo>
                  <a:pt x="1871" y="1682"/>
                </a:lnTo>
                <a:lnTo>
                  <a:pt x="1888" y="1661"/>
                </a:lnTo>
                <a:lnTo>
                  <a:pt x="1918" y="1621"/>
                </a:lnTo>
                <a:lnTo>
                  <a:pt x="1946" y="1577"/>
                </a:lnTo>
                <a:lnTo>
                  <a:pt x="1971" y="1534"/>
                </a:lnTo>
                <a:lnTo>
                  <a:pt x="1994" y="1489"/>
                </a:lnTo>
                <a:lnTo>
                  <a:pt x="2003" y="1466"/>
                </a:lnTo>
                <a:lnTo>
                  <a:pt x="2014" y="1444"/>
                </a:lnTo>
                <a:lnTo>
                  <a:pt x="2032" y="1396"/>
                </a:lnTo>
                <a:lnTo>
                  <a:pt x="2039" y="1372"/>
                </a:lnTo>
                <a:lnTo>
                  <a:pt x="2043" y="1360"/>
                </a:lnTo>
                <a:lnTo>
                  <a:pt x="2048" y="1350"/>
                </a:lnTo>
                <a:lnTo>
                  <a:pt x="2050" y="1336"/>
                </a:lnTo>
                <a:lnTo>
                  <a:pt x="2054" y="1324"/>
                </a:lnTo>
                <a:lnTo>
                  <a:pt x="2061" y="1300"/>
                </a:lnTo>
                <a:lnTo>
                  <a:pt x="2066" y="1275"/>
                </a:lnTo>
                <a:lnTo>
                  <a:pt x="2072" y="1251"/>
                </a:lnTo>
                <a:lnTo>
                  <a:pt x="2075" y="1225"/>
                </a:lnTo>
                <a:lnTo>
                  <a:pt x="2080" y="1200"/>
                </a:lnTo>
                <a:lnTo>
                  <a:pt x="2086" y="1149"/>
                </a:lnTo>
                <a:lnTo>
                  <a:pt x="2090" y="1096"/>
                </a:lnTo>
                <a:lnTo>
                  <a:pt x="2091" y="1044"/>
                </a:lnTo>
                <a:lnTo>
                  <a:pt x="2090" y="988"/>
                </a:lnTo>
                <a:lnTo>
                  <a:pt x="2086" y="936"/>
                </a:lnTo>
                <a:lnTo>
                  <a:pt x="2080" y="884"/>
                </a:lnTo>
                <a:lnTo>
                  <a:pt x="2072" y="834"/>
                </a:lnTo>
                <a:lnTo>
                  <a:pt x="2061" y="783"/>
                </a:lnTo>
                <a:lnTo>
                  <a:pt x="2048" y="735"/>
                </a:lnTo>
                <a:lnTo>
                  <a:pt x="2032" y="687"/>
                </a:lnTo>
                <a:lnTo>
                  <a:pt x="2014" y="642"/>
                </a:lnTo>
                <a:lnTo>
                  <a:pt x="1994" y="595"/>
                </a:lnTo>
                <a:lnTo>
                  <a:pt x="1971" y="551"/>
                </a:lnTo>
                <a:lnTo>
                  <a:pt x="1946" y="506"/>
                </a:lnTo>
                <a:lnTo>
                  <a:pt x="1918" y="464"/>
                </a:lnTo>
                <a:lnTo>
                  <a:pt x="1888" y="422"/>
                </a:lnTo>
                <a:lnTo>
                  <a:pt x="1856" y="381"/>
                </a:lnTo>
                <a:lnTo>
                  <a:pt x="1821" y="342"/>
                </a:lnTo>
                <a:lnTo>
                  <a:pt x="1784" y="303"/>
                </a:lnTo>
              </a:path>
            </a:pathLst>
          </a:custGeom>
          <a:noFill/>
          <a:ln w="12700" cap="flat" cmpd="sng">
            <a:solidFill>
              <a:srgbClr val="9966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96" name="Freeform 88">
            <a:extLst>
              <a:ext uri="{FF2B5EF4-FFF2-40B4-BE49-F238E27FC236}">
                <a16:creationId xmlns:a16="http://schemas.microsoft.com/office/drawing/2014/main" id="{F61A00F5-F5F2-5B8A-92E4-608E65DC3A2D}"/>
              </a:ext>
            </a:extLst>
          </p:cNvPr>
          <p:cNvSpPr>
            <a:spLocks/>
          </p:cNvSpPr>
          <p:nvPr/>
        </p:nvSpPr>
        <p:spPr bwMode="auto">
          <a:xfrm>
            <a:off x="5767388" y="4243388"/>
            <a:ext cx="1385887" cy="1385887"/>
          </a:xfrm>
          <a:custGeom>
            <a:avLst/>
            <a:gdLst>
              <a:gd name="T0" fmla="*/ 2147483646 w 2619"/>
              <a:gd name="T1" fmla="*/ 593983119 h 2617"/>
              <a:gd name="T2" fmla="*/ 2147483646 w 2619"/>
              <a:gd name="T3" fmla="*/ 2147483646 h 2617"/>
              <a:gd name="T4" fmla="*/ 2147483646 w 2619"/>
              <a:gd name="T5" fmla="*/ 2147483646 h 2617"/>
              <a:gd name="T6" fmla="*/ 2147483646 w 2619"/>
              <a:gd name="T7" fmla="*/ 2147483646 h 2617"/>
              <a:gd name="T8" fmla="*/ 2147483646 w 2619"/>
              <a:gd name="T9" fmla="*/ 2147483646 h 2617"/>
              <a:gd name="T10" fmla="*/ 2147483646 w 2619"/>
              <a:gd name="T11" fmla="*/ 2147483646 h 2617"/>
              <a:gd name="T12" fmla="*/ 2147483646 w 2619"/>
              <a:gd name="T13" fmla="*/ 2147483646 h 2617"/>
              <a:gd name="T14" fmla="*/ 2147483646 w 2619"/>
              <a:gd name="T15" fmla="*/ 2147483646 h 2617"/>
              <a:gd name="T16" fmla="*/ 2147483646 w 2619"/>
              <a:gd name="T17" fmla="*/ 2147483646 h 2617"/>
              <a:gd name="T18" fmla="*/ 2074366981 w 2619"/>
              <a:gd name="T19" fmla="*/ 2147483646 h 2617"/>
              <a:gd name="T20" fmla="*/ 0 w 2619"/>
              <a:gd name="T21" fmla="*/ 2147483646 h 2617"/>
              <a:gd name="T22" fmla="*/ 889054713 w 2619"/>
              <a:gd name="T23" fmla="*/ 2147483646 h 2617"/>
              <a:gd name="T24" fmla="*/ 2147483646 w 2619"/>
              <a:gd name="T25" fmla="*/ 2147483646 h 2617"/>
              <a:gd name="T26" fmla="*/ 2147483646 w 2619"/>
              <a:gd name="T27" fmla="*/ 2147483646 h 2617"/>
              <a:gd name="T28" fmla="*/ 2147483646 w 2619"/>
              <a:gd name="T29" fmla="*/ 2147483646 h 2617"/>
              <a:gd name="T30" fmla="*/ 2147483646 w 2619"/>
              <a:gd name="T31" fmla="*/ 2147483646 h 2617"/>
              <a:gd name="T32" fmla="*/ 2147483646 w 2619"/>
              <a:gd name="T33" fmla="*/ 2147483646 h 2617"/>
              <a:gd name="T34" fmla="*/ 2147483646 w 2619"/>
              <a:gd name="T35" fmla="*/ 2147483646 h 2617"/>
              <a:gd name="T36" fmla="*/ 2147483646 w 2619"/>
              <a:gd name="T37" fmla="*/ 2147483646 h 2617"/>
              <a:gd name="T38" fmla="*/ 2147483646 w 2619"/>
              <a:gd name="T39" fmla="*/ 2147483646 h 2617"/>
              <a:gd name="T40" fmla="*/ 2147483646 w 2619"/>
              <a:gd name="T41" fmla="*/ 2147483646 h 2617"/>
              <a:gd name="T42" fmla="*/ 2147483646 w 2619"/>
              <a:gd name="T43" fmla="*/ 2147483646 h 2617"/>
              <a:gd name="T44" fmla="*/ 2147483646 w 2619"/>
              <a:gd name="T45" fmla="*/ 2147483646 h 2617"/>
              <a:gd name="T46" fmla="*/ 2147483646 w 2619"/>
              <a:gd name="T47" fmla="*/ 2147483646 h 2617"/>
              <a:gd name="T48" fmla="*/ 2147483646 w 2619"/>
              <a:gd name="T49" fmla="*/ 2147483646 h 2617"/>
              <a:gd name="T50" fmla="*/ 2147483646 w 2619"/>
              <a:gd name="T51" fmla="*/ 2147483646 h 2617"/>
              <a:gd name="T52" fmla="*/ 2147483646 w 2619"/>
              <a:gd name="T53" fmla="*/ 2147483646 h 2617"/>
              <a:gd name="T54" fmla="*/ 2147483646 w 2619"/>
              <a:gd name="T55" fmla="*/ 2147483646 h 2617"/>
              <a:gd name="T56" fmla="*/ 2147483646 w 2619"/>
              <a:gd name="T57" fmla="*/ 2147483646 h 2617"/>
              <a:gd name="T58" fmla="*/ 2147483646 w 2619"/>
              <a:gd name="T59" fmla="*/ 2147483646 h 2617"/>
              <a:gd name="T60" fmla="*/ 2147483646 w 2619"/>
              <a:gd name="T61" fmla="*/ 2147483646 h 2617"/>
              <a:gd name="T62" fmla="*/ 2147483646 w 2619"/>
              <a:gd name="T63" fmla="*/ 2147483646 h 2617"/>
              <a:gd name="T64" fmla="*/ 2147483646 w 2619"/>
              <a:gd name="T65" fmla="*/ 2147483646 h 2617"/>
              <a:gd name="T66" fmla="*/ 2147483646 w 2619"/>
              <a:gd name="T67" fmla="*/ 2147483646 h 2617"/>
              <a:gd name="T68" fmla="*/ 2147483646 w 2619"/>
              <a:gd name="T69" fmla="*/ 2147483646 h 2617"/>
              <a:gd name="T70" fmla="*/ 2147483646 w 2619"/>
              <a:gd name="T71" fmla="*/ 2147483646 h 2617"/>
              <a:gd name="T72" fmla="*/ 2147483646 w 2619"/>
              <a:gd name="T73" fmla="*/ 2147483646 h 2617"/>
              <a:gd name="T74" fmla="*/ 2147483646 w 2619"/>
              <a:gd name="T75" fmla="*/ 2147483646 h 2617"/>
              <a:gd name="T76" fmla="*/ 2147483646 w 2619"/>
              <a:gd name="T77" fmla="*/ 2147483646 h 2617"/>
              <a:gd name="T78" fmla="*/ 2147483646 w 2619"/>
              <a:gd name="T79" fmla="*/ 2147483646 h 2617"/>
              <a:gd name="T80" fmla="*/ 2147483646 w 2619"/>
              <a:gd name="T81" fmla="*/ 2147483646 h 2617"/>
              <a:gd name="T82" fmla="*/ 2147483646 w 2619"/>
              <a:gd name="T83" fmla="*/ 2147483646 h 2617"/>
              <a:gd name="T84" fmla="*/ 2147483646 w 2619"/>
              <a:gd name="T85" fmla="*/ 2147483646 h 2617"/>
              <a:gd name="T86" fmla="*/ 2147483646 w 2619"/>
              <a:gd name="T87" fmla="*/ 2147483646 h 2617"/>
              <a:gd name="T88" fmla="*/ 2147483646 w 2619"/>
              <a:gd name="T89" fmla="*/ 2147483646 h 2617"/>
              <a:gd name="T90" fmla="*/ 2147483646 w 2619"/>
              <a:gd name="T91" fmla="*/ 2147483646 h 2617"/>
              <a:gd name="T92" fmla="*/ 2147483646 w 2619"/>
              <a:gd name="T93" fmla="*/ 2147483646 h 2617"/>
              <a:gd name="T94" fmla="*/ 2147483646 w 2619"/>
              <a:gd name="T95" fmla="*/ 2147483646 h 2617"/>
              <a:gd name="T96" fmla="*/ 2147483646 w 2619"/>
              <a:gd name="T97" fmla="*/ 2147483646 h 2617"/>
              <a:gd name="T98" fmla="*/ 2147483646 w 2619"/>
              <a:gd name="T99" fmla="*/ 2147483646 h 2617"/>
              <a:gd name="T100" fmla="*/ 2147483646 w 2619"/>
              <a:gd name="T101" fmla="*/ 2147483646 h 2617"/>
              <a:gd name="T102" fmla="*/ 2147483646 w 2619"/>
              <a:gd name="T103" fmla="*/ 2147483646 h 2617"/>
              <a:gd name="T104" fmla="*/ 2147483646 w 2619"/>
              <a:gd name="T105" fmla="*/ 2147483646 h 2617"/>
              <a:gd name="T106" fmla="*/ 2147483646 w 2619"/>
              <a:gd name="T107" fmla="*/ 2147483646 h 2617"/>
              <a:gd name="T108" fmla="*/ 2147483646 w 2619"/>
              <a:gd name="T109" fmla="*/ 2147483646 h 2617"/>
              <a:gd name="T110" fmla="*/ 2147483646 w 2619"/>
              <a:gd name="T111" fmla="*/ 2147483646 h 2617"/>
              <a:gd name="T112" fmla="*/ 2147483646 w 2619"/>
              <a:gd name="T113" fmla="*/ 2147483646 h 2617"/>
              <a:gd name="T114" fmla="*/ 2147483646 w 2619"/>
              <a:gd name="T115" fmla="*/ 2147483646 h 2617"/>
              <a:gd name="T116" fmla="*/ 2147483646 w 2619"/>
              <a:gd name="T117" fmla="*/ 2147483646 h 2617"/>
              <a:gd name="T118" fmla="*/ 2147483646 w 2619"/>
              <a:gd name="T119" fmla="*/ 2147483646 h 2617"/>
              <a:gd name="T120" fmla="*/ 2147483646 w 2619"/>
              <a:gd name="T121" fmla="*/ 2147483646 h 2617"/>
              <a:gd name="T122" fmla="*/ 2147483646 w 2619"/>
              <a:gd name="T123" fmla="*/ 148636248 h 2617"/>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619" h="2617">
                <a:moveTo>
                  <a:pt x="1312" y="0"/>
                </a:moveTo>
                <a:lnTo>
                  <a:pt x="1244" y="1"/>
                </a:lnTo>
                <a:lnTo>
                  <a:pt x="1178" y="4"/>
                </a:lnTo>
                <a:lnTo>
                  <a:pt x="1112" y="12"/>
                </a:lnTo>
                <a:lnTo>
                  <a:pt x="1049" y="22"/>
                </a:lnTo>
                <a:lnTo>
                  <a:pt x="986" y="36"/>
                </a:lnTo>
                <a:lnTo>
                  <a:pt x="926" y="52"/>
                </a:lnTo>
                <a:lnTo>
                  <a:pt x="866" y="72"/>
                </a:lnTo>
                <a:lnTo>
                  <a:pt x="808" y="94"/>
                </a:lnTo>
                <a:lnTo>
                  <a:pt x="749" y="118"/>
                </a:lnTo>
                <a:lnTo>
                  <a:pt x="694" y="146"/>
                </a:lnTo>
                <a:lnTo>
                  <a:pt x="639" y="177"/>
                </a:lnTo>
                <a:lnTo>
                  <a:pt x="586" y="212"/>
                </a:lnTo>
                <a:lnTo>
                  <a:pt x="533" y="249"/>
                </a:lnTo>
                <a:lnTo>
                  <a:pt x="483" y="290"/>
                </a:lnTo>
                <a:lnTo>
                  <a:pt x="433" y="333"/>
                </a:lnTo>
                <a:lnTo>
                  <a:pt x="385" y="380"/>
                </a:lnTo>
                <a:lnTo>
                  <a:pt x="338" y="428"/>
                </a:lnTo>
                <a:lnTo>
                  <a:pt x="295" y="478"/>
                </a:lnTo>
                <a:lnTo>
                  <a:pt x="254" y="529"/>
                </a:lnTo>
                <a:lnTo>
                  <a:pt x="217" y="581"/>
                </a:lnTo>
                <a:lnTo>
                  <a:pt x="182" y="634"/>
                </a:lnTo>
                <a:lnTo>
                  <a:pt x="151" y="689"/>
                </a:lnTo>
                <a:lnTo>
                  <a:pt x="122" y="745"/>
                </a:lnTo>
                <a:lnTo>
                  <a:pt x="96" y="803"/>
                </a:lnTo>
                <a:lnTo>
                  <a:pt x="74" y="861"/>
                </a:lnTo>
                <a:lnTo>
                  <a:pt x="54" y="921"/>
                </a:lnTo>
                <a:lnTo>
                  <a:pt x="38" y="982"/>
                </a:lnTo>
                <a:lnTo>
                  <a:pt x="24" y="1046"/>
                </a:lnTo>
                <a:lnTo>
                  <a:pt x="14" y="1108"/>
                </a:lnTo>
                <a:lnTo>
                  <a:pt x="6" y="1173"/>
                </a:lnTo>
                <a:lnTo>
                  <a:pt x="2" y="1239"/>
                </a:lnTo>
                <a:lnTo>
                  <a:pt x="0" y="1307"/>
                </a:lnTo>
                <a:lnTo>
                  <a:pt x="2" y="1373"/>
                </a:lnTo>
                <a:lnTo>
                  <a:pt x="3" y="1406"/>
                </a:lnTo>
                <a:lnTo>
                  <a:pt x="6" y="1439"/>
                </a:lnTo>
                <a:lnTo>
                  <a:pt x="14" y="1504"/>
                </a:lnTo>
                <a:lnTo>
                  <a:pt x="24" y="1568"/>
                </a:lnTo>
                <a:lnTo>
                  <a:pt x="38" y="1629"/>
                </a:lnTo>
                <a:lnTo>
                  <a:pt x="45" y="1659"/>
                </a:lnTo>
                <a:lnTo>
                  <a:pt x="54" y="1690"/>
                </a:lnTo>
                <a:lnTo>
                  <a:pt x="74" y="1750"/>
                </a:lnTo>
                <a:lnTo>
                  <a:pt x="96" y="1809"/>
                </a:lnTo>
                <a:lnTo>
                  <a:pt x="122" y="1865"/>
                </a:lnTo>
                <a:lnTo>
                  <a:pt x="135" y="1893"/>
                </a:lnTo>
                <a:lnTo>
                  <a:pt x="151" y="1921"/>
                </a:lnTo>
                <a:lnTo>
                  <a:pt x="165" y="1948"/>
                </a:lnTo>
                <a:lnTo>
                  <a:pt x="182" y="1975"/>
                </a:lnTo>
                <a:lnTo>
                  <a:pt x="217" y="2029"/>
                </a:lnTo>
                <a:lnTo>
                  <a:pt x="254" y="2081"/>
                </a:lnTo>
                <a:lnTo>
                  <a:pt x="273" y="2106"/>
                </a:lnTo>
                <a:lnTo>
                  <a:pt x="295" y="2133"/>
                </a:lnTo>
                <a:lnTo>
                  <a:pt x="338" y="2183"/>
                </a:lnTo>
                <a:lnTo>
                  <a:pt x="385" y="2232"/>
                </a:lnTo>
                <a:lnTo>
                  <a:pt x="433" y="2278"/>
                </a:lnTo>
                <a:lnTo>
                  <a:pt x="483" y="2322"/>
                </a:lnTo>
                <a:lnTo>
                  <a:pt x="533" y="2362"/>
                </a:lnTo>
                <a:lnTo>
                  <a:pt x="586" y="2400"/>
                </a:lnTo>
                <a:lnTo>
                  <a:pt x="639" y="2434"/>
                </a:lnTo>
                <a:lnTo>
                  <a:pt x="694" y="2466"/>
                </a:lnTo>
                <a:lnTo>
                  <a:pt x="749" y="2494"/>
                </a:lnTo>
                <a:lnTo>
                  <a:pt x="808" y="2520"/>
                </a:lnTo>
                <a:lnTo>
                  <a:pt x="866" y="2542"/>
                </a:lnTo>
                <a:lnTo>
                  <a:pt x="926" y="2562"/>
                </a:lnTo>
                <a:lnTo>
                  <a:pt x="986" y="2578"/>
                </a:lnTo>
                <a:lnTo>
                  <a:pt x="1049" y="2592"/>
                </a:lnTo>
                <a:lnTo>
                  <a:pt x="1112" y="2602"/>
                </a:lnTo>
                <a:lnTo>
                  <a:pt x="1178" y="2610"/>
                </a:lnTo>
                <a:lnTo>
                  <a:pt x="1244" y="2615"/>
                </a:lnTo>
                <a:lnTo>
                  <a:pt x="1312" y="2617"/>
                </a:lnTo>
                <a:lnTo>
                  <a:pt x="1319" y="2616"/>
                </a:lnTo>
                <a:lnTo>
                  <a:pt x="1328" y="2616"/>
                </a:lnTo>
                <a:lnTo>
                  <a:pt x="1345" y="2616"/>
                </a:lnTo>
                <a:lnTo>
                  <a:pt x="1378" y="2615"/>
                </a:lnTo>
                <a:lnTo>
                  <a:pt x="1411" y="2612"/>
                </a:lnTo>
                <a:lnTo>
                  <a:pt x="1444" y="2610"/>
                </a:lnTo>
                <a:lnTo>
                  <a:pt x="1509" y="2602"/>
                </a:lnTo>
                <a:lnTo>
                  <a:pt x="1540" y="2597"/>
                </a:lnTo>
                <a:lnTo>
                  <a:pt x="1573" y="2592"/>
                </a:lnTo>
                <a:lnTo>
                  <a:pt x="1603" y="2585"/>
                </a:lnTo>
                <a:lnTo>
                  <a:pt x="1634" y="2578"/>
                </a:lnTo>
                <a:lnTo>
                  <a:pt x="1648" y="2573"/>
                </a:lnTo>
                <a:lnTo>
                  <a:pt x="1655" y="2571"/>
                </a:lnTo>
                <a:lnTo>
                  <a:pt x="1664" y="2569"/>
                </a:lnTo>
                <a:lnTo>
                  <a:pt x="1695" y="2562"/>
                </a:lnTo>
                <a:lnTo>
                  <a:pt x="1755" y="2542"/>
                </a:lnTo>
                <a:lnTo>
                  <a:pt x="1784" y="2531"/>
                </a:lnTo>
                <a:lnTo>
                  <a:pt x="1798" y="2525"/>
                </a:lnTo>
                <a:lnTo>
                  <a:pt x="1814" y="2520"/>
                </a:lnTo>
                <a:lnTo>
                  <a:pt x="1827" y="2513"/>
                </a:lnTo>
                <a:lnTo>
                  <a:pt x="1841" y="2507"/>
                </a:lnTo>
                <a:lnTo>
                  <a:pt x="1870" y="2494"/>
                </a:lnTo>
                <a:lnTo>
                  <a:pt x="1926" y="2466"/>
                </a:lnTo>
                <a:lnTo>
                  <a:pt x="1952" y="2449"/>
                </a:lnTo>
                <a:lnTo>
                  <a:pt x="1958" y="2445"/>
                </a:lnTo>
                <a:lnTo>
                  <a:pt x="1965" y="2441"/>
                </a:lnTo>
                <a:lnTo>
                  <a:pt x="1980" y="2434"/>
                </a:lnTo>
                <a:lnTo>
                  <a:pt x="2006" y="2417"/>
                </a:lnTo>
                <a:lnTo>
                  <a:pt x="2034" y="2400"/>
                </a:lnTo>
                <a:lnTo>
                  <a:pt x="2059" y="2381"/>
                </a:lnTo>
                <a:lnTo>
                  <a:pt x="2085" y="2362"/>
                </a:lnTo>
                <a:lnTo>
                  <a:pt x="2097" y="2351"/>
                </a:lnTo>
                <a:lnTo>
                  <a:pt x="2110" y="2341"/>
                </a:lnTo>
                <a:lnTo>
                  <a:pt x="2137" y="2322"/>
                </a:lnTo>
                <a:lnTo>
                  <a:pt x="2161" y="2299"/>
                </a:lnTo>
                <a:lnTo>
                  <a:pt x="2186" y="2278"/>
                </a:lnTo>
                <a:lnTo>
                  <a:pt x="2210" y="2255"/>
                </a:lnTo>
                <a:lnTo>
                  <a:pt x="2222" y="2243"/>
                </a:lnTo>
                <a:lnTo>
                  <a:pt x="2228" y="2237"/>
                </a:lnTo>
                <a:lnTo>
                  <a:pt x="2235" y="2232"/>
                </a:lnTo>
                <a:lnTo>
                  <a:pt x="2240" y="2225"/>
                </a:lnTo>
                <a:lnTo>
                  <a:pt x="2246" y="2219"/>
                </a:lnTo>
                <a:lnTo>
                  <a:pt x="2258" y="2207"/>
                </a:lnTo>
                <a:lnTo>
                  <a:pt x="2281" y="2183"/>
                </a:lnTo>
                <a:lnTo>
                  <a:pt x="2325" y="2133"/>
                </a:lnTo>
                <a:lnTo>
                  <a:pt x="2344" y="2106"/>
                </a:lnTo>
                <a:lnTo>
                  <a:pt x="2354" y="2093"/>
                </a:lnTo>
                <a:lnTo>
                  <a:pt x="2365" y="2081"/>
                </a:lnTo>
                <a:lnTo>
                  <a:pt x="2384" y="2055"/>
                </a:lnTo>
                <a:lnTo>
                  <a:pt x="2403" y="2029"/>
                </a:lnTo>
                <a:lnTo>
                  <a:pt x="2420" y="2002"/>
                </a:lnTo>
                <a:lnTo>
                  <a:pt x="2437" y="1975"/>
                </a:lnTo>
                <a:lnTo>
                  <a:pt x="2444" y="1961"/>
                </a:lnTo>
                <a:lnTo>
                  <a:pt x="2448" y="1954"/>
                </a:lnTo>
                <a:lnTo>
                  <a:pt x="2452" y="1948"/>
                </a:lnTo>
                <a:lnTo>
                  <a:pt x="2469" y="1921"/>
                </a:lnTo>
                <a:lnTo>
                  <a:pt x="2482" y="1893"/>
                </a:lnTo>
                <a:lnTo>
                  <a:pt x="2497" y="1865"/>
                </a:lnTo>
                <a:lnTo>
                  <a:pt x="2510" y="1836"/>
                </a:lnTo>
                <a:lnTo>
                  <a:pt x="2516" y="1822"/>
                </a:lnTo>
                <a:lnTo>
                  <a:pt x="2523" y="1809"/>
                </a:lnTo>
                <a:lnTo>
                  <a:pt x="2528" y="1793"/>
                </a:lnTo>
                <a:lnTo>
                  <a:pt x="2534" y="1779"/>
                </a:lnTo>
                <a:lnTo>
                  <a:pt x="2545" y="1750"/>
                </a:lnTo>
                <a:lnTo>
                  <a:pt x="2565" y="1690"/>
                </a:lnTo>
                <a:lnTo>
                  <a:pt x="2572" y="1659"/>
                </a:lnTo>
                <a:lnTo>
                  <a:pt x="2574" y="1650"/>
                </a:lnTo>
                <a:lnTo>
                  <a:pt x="2576" y="1643"/>
                </a:lnTo>
                <a:lnTo>
                  <a:pt x="2581" y="1629"/>
                </a:lnTo>
                <a:lnTo>
                  <a:pt x="2588" y="1598"/>
                </a:lnTo>
                <a:lnTo>
                  <a:pt x="2595" y="1568"/>
                </a:lnTo>
                <a:lnTo>
                  <a:pt x="2600" y="1535"/>
                </a:lnTo>
                <a:lnTo>
                  <a:pt x="2605" y="1504"/>
                </a:lnTo>
                <a:lnTo>
                  <a:pt x="2613" y="1439"/>
                </a:lnTo>
                <a:lnTo>
                  <a:pt x="2614" y="1406"/>
                </a:lnTo>
                <a:lnTo>
                  <a:pt x="2617" y="1373"/>
                </a:lnTo>
                <a:lnTo>
                  <a:pt x="2618" y="1340"/>
                </a:lnTo>
                <a:lnTo>
                  <a:pt x="2618" y="1323"/>
                </a:lnTo>
                <a:lnTo>
                  <a:pt x="2618" y="1314"/>
                </a:lnTo>
                <a:lnTo>
                  <a:pt x="2619" y="1307"/>
                </a:lnTo>
                <a:lnTo>
                  <a:pt x="2617" y="1239"/>
                </a:lnTo>
                <a:lnTo>
                  <a:pt x="2613" y="1173"/>
                </a:lnTo>
                <a:lnTo>
                  <a:pt x="2605" y="1108"/>
                </a:lnTo>
                <a:lnTo>
                  <a:pt x="2595" y="1046"/>
                </a:lnTo>
                <a:lnTo>
                  <a:pt x="2581" y="982"/>
                </a:lnTo>
                <a:lnTo>
                  <a:pt x="2565" y="921"/>
                </a:lnTo>
                <a:lnTo>
                  <a:pt x="2545" y="861"/>
                </a:lnTo>
                <a:lnTo>
                  <a:pt x="2523" y="803"/>
                </a:lnTo>
                <a:lnTo>
                  <a:pt x="2497" y="745"/>
                </a:lnTo>
                <a:lnTo>
                  <a:pt x="2469" y="689"/>
                </a:lnTo>
                <a:lnTo>
                  <a:pt x="2437" y="634"/>
                </a:lnTo>
                <a:lnTo>
                  <a:pt x="2403" y="581"/>
                </a:lnTo>
                <a:lnTo>
                  <a:pt x="2365" y="529"/>
                </a:lnTo>
                <a:lnTo>
                  <a:pt x="2325" y="478"/>
                </a:lnTo>
                <a:lnTo>
                  <a:pt x="2281" y="428"/>
                </a:lnTo>
                <a:lnTo>
                  <a:pt x="2235" y="380"/>
                </a:lnTo>
                <a:lnTo>
                  <a:pt x="2186" y="333"/>
                </a:lnTo>
                <a:lnTo>
                  <a:pt x="2161" y="310"/>
                </a:lnTo>
                <a:lnTo>
                  <a:pt x="2137" y="290"/>
                </a:lnTo>
                <a:lnTo>
                  <a:pt x="2110" y="268"/>
                </a:lnTo>
                <a:lnTo>
                  <a:pt x="2085" y="249"/>
                </a:lnTo>
                <a:lnTo>
                  <a:pt x="2034" y="212"/>
                </a:lnTo>
                <a:lnTo>
                  <a:pt x="1980" y="177"/>
                </a:lnTo>
                <a:lnTo>
                  <a:pt x="1952" y="160"/>
                </a:lnTo>
                <a:lnTo>
                  <a:pt x="1926" y="146"/>
                </a:lnTo>
                <a:lnTo>
                  <a:pt x="1870" y="118"/>
                </a:lnTo>
                <a:lnTo>
                  <a:pt x="1841" y="105"/>
                </a:lnTo>
                <a:lnTo>
                  <a:pt x="1814" y="94"/>
                </a:lnTo>
                <a:lnTo>
                  <a:pt x="1755" y="72"/>
                </a:lnTo>
                <a:lnTo>
                  <a:pt x="1695" y="52"/>
                </a:lnTo>
                <a:lnTo>
                  <a:pt x="1664" y="43"/>
                </a:lnTo>
                <a:lnTo>
                  <a:pt x="1634" y="36"/>
                </a:lnTo>
                <a:lnTo>
                  <a:pt x="1573" y="22"/>
                </a:lnTo>
                <a:lnTo>
                  <a:pt x="1509" y="12"/>
                </a:lnTo>
                <a:lnTo>
                  <a:pt x="1444" y="4"/>
                </a:lnTo>
                <a:lnTo>
                  <a:pt x="1378" y="1"/>
                </a:lnTo>
                <a:lnTo>
                  <a:pt x="1312" y="0"/>
                </a:lnTo>
              </a:path>
            </a:pathLst>
          </a:custGeom>
          <a:noFill/>
          <a:ln w="12700" cap="flat" cmpd="sng">
            <a:solidFill>
              <a:srgbClr val="9966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97" name="Freeform 89">
            <a:extLst>
              <a:ext uri="{FF2B5EF4-FFF2-40B4-BE49-F238E27FC236}">
                <a16:creationId xmlns:a16="http://schemas.microsoft.com/office/drawing/2014/main" id="{7B393095-E9B3-CAA0-3CD2-8D766AF533CD}"/>
              </a:ext>
            </a:extLst>
          </p:cNvPr>
          <p:cNvSpPr>
            <a:spLocks/>
          </p:cNvSpPr>
          <p:nvPr/>
        </p:nvSpPr>
        <p:spPr bwMode="auto">
          <a:xfrm>
            <a:off x="6186488" y="4686300"/>
            <a:ext cx="527050" cy="525463"/>
          </a:xfrm>
          <a:custGeom>
            <a:avLst/>
            <a:gdLst>
              <a:gd name="T0" fmla="*/ 148129096 w 996"/>
              <a:gd name="T1" fmla="*/ 2147483646 h 995"/>
              <a:gd name="T2" fmla="*/ 1333722779 w 996"/>
              <a:gd name="T3" fmla="*/ 2147483646 h 995"/>
              <a:gd name="T4" fmla="*/ 2147483646 w 996"/>
              <a:gd name="T5" fmla="*/ 2147483646 h 995"/>
              <a:gd name="T6" fmla="*/ 2147483646 w 996"/>
              <a:gd name="T7" fmla="*/ 2147483646 h 995"/>
              <a:gd name="T8" fmla="*/ 2147483646 w 996"/>
              <a:gd name="T9" fmla="*/ 2147483646 h 995"/>
              <a:gd name="T10" fmla="*/ 2147483646 w 996"/>
              <a:gd name="T11" fmla="*/ 2147483646 h 995"/>
              <a:gd name="T12" fmla="*/ 2147483646 w 996"/>
              <a:gd name="T13" fmla="*/ 2147483646 h 995"/>
              <a:gd name="T14" fmla="*/ 2147483646 w 996"/>
              <a:gd name="T15" fmla="*/ 2147483646 h 995"/>
              <a:gd name="T16" fmla="*/ 2147483646 w 996"/>
              <a:gd name="T17" fmla="*/ 2147483646 h 995"/>
              <a:gd name="T18" fmla="*/ 2147483646 w 996"/>
              <a:gd name="T19" fmla="*/ 2147483646 h 995"/>
              <a:gd name="T20" fmla="*/ 2147483646 w 996"/>
              <a:gd name="T21" fmla="*/ 2147483646 h 995"/>
              <a:gd name="T22" fmla="*/ 2147483646 w 996"/>
              <a:gd name="T23" fmla="*/ 2147483646 h 995"/>
              <a:gd name="T24" fmla="*/ 2147483646 w 996"/>
              <a:gd name="T25" fmla="*/ 2147483646 h 995"/>
              <a:gd name="T26" fmla="*/ 2147483646 w 996"/>
              <a:gd name="T27" fmla="*/ 2147483646 h 995"/>
              <a:gd name="T28" fmla="*/ 2147483646 w 996"/>
              <a:gd name="T29" fmla="*/ 2147483646 h 995"/>
              <a:gd name="T30" fmla="*/ 2147483646 w 996"/>
              <a:gd name="T31" fmla="*/ 2147483646 h 995"/>
              <a:gd name="T32" fmla="*/ 2147483646 w 996"/>
              <a:gd name="T33" fmla="*/ 2147483646 h 995"/>
              <a:gd name="T34" fmla="*/ 2147483646 w 996"/>
              <a:gd name="T35" fmla="*/ 2147483646 h 995"/>
              <a:gd name="T36" fmla="*/ 2147483646 w 996"/>
              <a:gd name="T37" fmla="*/ 2147483646 h 995"/>
              <a:gd name="T38" fmla="*/ 2147483646 w 996"/>
              <a:gd name="T39" fmla="*/ 2147483646 h 995"/>
              <a:gd name="T40" fmla="*/ 2147483646 w 996"/>
              <a:gd name="T41" fmla="*/ 2147483646 h 995"/>
              <a:gd name="T42" fmla="*/ 2147483646 w 996"/>
              <a:gd name="T43" fmla="*/ 2147483646 h 995"/>
              <a:gd name="T44" fmla="*/ 2147483646 w 996"/>
              <a:gd name="T45" fmla="*/ 2147483646 h 995"/>
              <a:gd name="T46" fmla="*/ 2147483646 w 996"/>
              <a:gd name="T47" fmla="*/ 2147483646 h 995"/>
              <a:gd name="T48" fmla="*/ 2147483646 w 996"/>
              <a:gd name="T49" fmla="*/ 2147483646 h 995"/>
              <a:gd name="T50" fmla="*/ 2147483646 w 996"/>
              <a:gd name="T51" fmla="*/ 2147483646 h 995"/>
              <a:gd name="T52" fmla="*/ 2147483646 w 996"/>
              <a:gd name="T53" fmla="*/ 2147483646 h 995"/>
              <a:gd name="T54" fmla="*/ 2147483646 w 996"/>
              <a:gd name="T55" fmla="*/ 2147483646 h 995"/>
              <a:gd name="T56" fmla="*/ 2147483646 w 996"/>
              <a:gd name="T57" fmla="*/ 2147483646 h 995"/>
              <a:gd name="T58" fmla="*/ 2147483646 w 996"/>
              <a:gd name="T59" fmla="*/ 2147483646 h 995"/>
              <a:gd name="T60" fmla="*/ 2147483646 w 996"/>
              <a:gd name="T61" fmla="*/ 2147483646 h 995"/>
              <a:gd name="T62" fmla="*/ 2147483646 w 996"/>
              <a:gd name="T63" fmla="*/ 2147483646 h 995"/>
              <a:gd name="T64" fmla="*/ 2147483646 w 996"/>
              <a:gd name="T65" fmla="*/ 2147483646 h 995"/>
              <a:gd name="T66" fmla="*/ 2147483646 w 996"/>
              <a:gd name="T67" fmla="*/ 2147483646 h 995"/>
              <a:gd name="T68" fmla="*/ 2147483646 w 996"/>
              <a:gd name="T69" fmla="*/ 2147483646 h 995"/>
              <a:gd name="T70" fmla="*/ 2147483646 w 996"/>
              <a:gd name="T71" fmla="*/ 2147483646 h 995"/>
              <a:gd name="T72" fmla="*/ 2147483646 w 996"/>
              <a:gd name="T73" fmla="*/ 2147483646 h 995"/>
              <a:gd name="T74" fmla="*/ 2147483646 w 996"/>
              <a:gd name="T75" fmla="*/ 2147483646 h 995"/>
              <a:gd name="T76" fmla="*/ 2147483646 w 996"/>
              <a:gd name="T77" fmla="*/ 1178324108 h 995"/>
              <a:gd name="T78" fmla="*/ 2147483646 w 996"/>
              <a:gd name="T79" fmla="*/ 147255857 h 995"/>
              <a:gd name="T80" fmla="*/ 2147483646 w 996"/>
              <a:gd name="T81" fmla="*/ 147255857 h 995"/>
              <a:gd name="T82" fmla="*/ 2147483646 w 996"/>
              <a:gd name="T83" fmla="*/ 2147483646 h 995"/>
              <a:gd name="T84" fmla="*/ 2147483646 w 996"/>
              <a:gd name="T85" fmla="*/ 2147483646 h 995"/>
              <a:gd name="T86" fmla="*/ 2147483646 w 996"/>
              <a:gd name="T87" fmla="*/ 2147483646 h 995"/>
              <a:gd name="T88" fmla="*/ 2147483646 w 996"/>
              <a:gd name="T89" fmla="*/ 2147483646 h 995"/>
              <a:gd name="T90" fmla="*/ 2147483646 w 996"/>
              <a:gd name="T91" fmla="*/ 2147483646 h 995"/>
              <a:gd name="T92" fmla="*/ 2147483646 w 996"/>
              <a:gd name="T93" fmla="*/ 2147483646 h 995"/>
              <a:gd name="T94" fmla="*/ 148129096 w 996"/>
              <a:gd name="T95" fmla="*/ 2147483646 h 99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996" h="995">
                <a:moveTo>
                  <a:pt x="0" y="497"/>
                </a:moveTo>
                <a:lnTo>
                  <a:pt x="1" y="547"/>
                </a:lnTo>
                <a:lnTo>
                  <a:pt x="4" y="571"/>
                </a:lnTo>
                <a:lnTo>
                  <a:pt x="9" y="596"/>
                </a:lnTo>
                <a:lnTo>
                  <a:pt x="19" y="643"/>
                </a:lnTo>
                <a:lnTo>
                  <a:pt x="36" y="688"/>
                </a:lnTo>
                <a:lnTo>
                  <a:pt x="45" y="709"/>
                </a:lnTo>
                <a:lnTo>
                  <a:pt x="55" y="730"/>
                </a:lnTo>
                <a:lnTo>
                  <a:pt x="81" y="771"/>
                </a:lnTo>
                <a:lnTo>
                  <a:pt x="94" y="790"/>
                </a:lnTo>
                <a:lnTo>
                  <a:pt x="109" y="811"/>
                </a:lnTo>
                <a:lnTo>
                  <a:pt x="145" y="849"/>
                </a:lnTo>
                <a:lnTo>
                  <a:pt x="181" y="883"/>
                </a:lnTo>
                <a:lnTo>
                  <a:pt x="221" y="913"/>
                </a:lnTo>
                <a:lnTo>
                  <a:pt x="262" y="937"/>
                </a:lnTo>
                <a:lnTo>
                  <a:pt x="306" y="958"/>
                </a:lnTo>
                <a:lnTo>
                  <a:pt x="351" y="974"/>
                </a:lnTo>
                <a:lnTo>
                  <a:pt x="399" y="986"/>
                </a:lnTo>
                <a:lnTo>
                  <a:pt x="447" y="993"/>
                </a:lnTo>
                <a:lnTo>
                  <a:pt x="498" y="995"/>
                </a:lnTo>
                <a:lnTo>
                  <a:pt x="522" y="994"/>
                </a:lnTo>
                <a:lnTo>
                  <a:pt x="534" y="993"/>
                </a:lnTo>
                <a:lnTo>
                  <a:pt x="547" y="993"/>
                </a:lnTo>
                <a:lnTo>
                  <a:pt x="571" y="989"/>
                </a:lnTo>
                <a:lnTo>
                  <a:pt x="583" y="987"/>
                </a:lnTo>
                <a:lnTo>
                  <a:pt x="586" y="986"/>
                </a:lnTo>
                <a:lnTo>
                  <a:pt x="589" y="986"/>
                </a:lnTo>
                <a:lnTo>
                  <a:pt x="597" y="986"/>
                </a:lnTo>
                <a:lnTo>
                  <a:pt x="601" y="983"/>
                </a:lnTo>
                <a:lnTo>
                  <a:pt x="604" y="982"/>
                </a:lnTo>
                <a:lnTo>
                  <a:pt x="607" y="982"/>
                </a:lnTo>
                <a:lnTo>
                  <a:pt x="619" y="980"/>
                </a:lnTo>
                <a:lnTo>
                  <a:pt x="643" y="974"/>
                </a:lnTo>
                <a:lnTo>
                  <a:pt x="689" y="958"/>
                </a:lnTo>
                <a:lnTo>
                  <a:pt x="699" y="952"/>
                </a:lnTo>
                <a:lnTo>
                  <a:pt x="709" y="947"/>
                </a:lnTo>
                <a:lnTo>
                  <a:pt x="731" y="937"/>
                </a:lnTo>
                <a:lnTo>
                  <a:pt x="772" y="913"/>
                </a:lnTo>
                <a:lnTo>
                  <a:pt x="791" y="897"/>
                </a:lnTo>
                <a:lnTo>
                  <a:pt x="811" y="883"/>
                </a:lnTo>
                <a:lnTo>
                  <a:pt x="850" y="849"/>
                </a:lnTo>
                <a:lnTo>
                  <a:pt x="883" y="811"/>
                </a:lnTo>
                <a:lnTo>
                  <a:pt x="898" y="790"/>
                </a:lnTo>
                <a:lnTo>
                  <a:pt x="913" y="771"/>
                </a:lnTo>
                <a:lnTo>
                  <a:pt x="937" y="730"/>
                </a:lnTo>
                <a:lnTo>
                  <a:pt x="948" y="709"/>
                </a:lnTo>
                <a:lnTo>
                  <a:pt x="953" y="698"/>
                </a:lnTo>
                <a:lnTo>
                  <a:pt x="959" y="688"/>
                </a:lnTo>
                <a:lnTo>
                  <a:pt x="975" y="643"/>
                </a:lnTo>
                <a:lnTo>
                  <a:pt x="981" y="619"/>
                </a:lnTo>
                <a:lnTo>
                  <a:pt x="983" y="607"/>
                </a:lnTo>
                <a:lnTo>
                  <a:pt x="983" y="603"/>
                </a:lnTo>
                <a:lnTo>
                  <a:pt x="984" y="601"/>
                </a:lnTo>
                <a:lnTo>
                  <a:pt x="987" y="596"/>
                </a:lnTo>
                <a:lnTo>
                  <a:pt x="987" y="589"/>
                </a:lnTo>
                <a:lnTo>
                  <a:pt x="987" y="585"/>
                </a:lnTo>
                <a:lnTo>
                  <a:pt x="988" y="583"/>
                </a:lnTo>
                <a:lnTo>
                  <a:pt x="990" y="571"/>
                </a:lnTo>
                <a:lnTo>
                  <a:pt x="994" y="547"/>
                </a:lnTo>
                <a:lnTo>
                  <a:pt x="994" y="533"/>
                </a:lnTo>
                <a:lnTo>
                  <a:pt x="995" y="521"/>
                </a:lnTo>
                <a:lnTo>
                  <a:pt x="996" y="497"/>
                </a:lnTo>
                <a:lnTo>
                  <a:pt x="994" y="446"/>
                </a:lnTo>
                <a:lnTo>
                  <a:pt x="987" y="398"/>
                </a:lnTo>
                <a:lnTo>
                  <a:pt x="975" y="350"/>
                </a:lnTo>
                <a:lnTo>
                  <a:pt x="959" y="305"/>
                </a:lnTo>
                <a:lnTo>
                  <a:pt x="937" y="261"/>
                </a:lnTo>
                <a:lnTo>
                  <a:pt x="913" y="220"/>
                </a:lnTo>
                <a:lnTo>
                  <a:pt x="883" y="181"/>
                </a:lnTo>
                <a:lnTo>
                  <a:pt x="850" y="145"/>
                </a:lnTo>
                <a:lnTo>
                  <a:pt x="811" y="109"/>
                </a:lnTo>
                <a:lnTo>
                  <a:pt x="791" y="93"/>
                </a:lnTo>
                <a:lnTo>
                  <a:pt x="772" y="80"/>
                </a:lnTo>
                <a:lnTo>
                  <a:pt x="731" y="55"/>
                </a:lnTo>
                <a:lnTo>
                  <a:pt x="709" y="44"/>
                </a:lnTo>
                <a:lnTo>
                  <a:pt x="689" y="36"/>
                </a:lnTo>
                <a:lnTo>
                  <a:pt x="643" y="19"/>
                </a:lnTo>
                <a:lnTo>
                  <a:pt x="597" y="8"/>
                </a:lnTo>
                <a:lnTo>
                  <a:pt x="571" y="3"/>
                </a:lnTo>
                <a:lnTo>
                  <a:pt x="547" y="1"/>
                </a:lnTo>
                <a:lnTo>
                  <a:pt x="498" y="0"/>
                </a:lnTo>
                <a:lnTo>
                  <a:pt x="447" y="1"/>
                </a:lnTo>
                <a:lnTo>
                  <a:pt x="399" y="8"/>
                </a:lnTo>
                <a:lnTo>
                  <a:pt x="351" y="19"/>
                </a:lnTo>
                <a:lnTo>
                  <a:pt x="306" y="36"/>
                </a:lnTo>
                <a:lnTo>
                  <a:pt x="262" y="55"/>
                </a:lnTo>
                <a:lnTo>
                  <a:pt x="221" y="80"/>
                </a:lnTo>
                <a:lnTo>
                  <a:pt x="181" y="109"/>
                </a:lnTo>
                <a:lnTo>
                  <a:pt x="145" y="145"/>
                </a:lnTo>
                <a:lnTo>
                  <a:pt x="109" y="181"/>
                </a:lnTo>
                <a:lnTo>
                  <a:pt x="81" y="220"/>
                </a:lnTo>
                <a:lnTo>
                  <a:pt x="55" y="261"/>
                </a:lnTo>
                <a:lnTo>
                  <a:pt x="36" y="305"/>
                </a:lnTo>
                <a:lnTo>
                  <a:pt x="19" y="350"/>
                </a:lnTo>
                <a:lnTo>
                  <a:pt x="9" y="398"/>
                </a:lnTo>
                <a:lnTo>
                  <a:pt x="1" y="446"/>
                </a:lnTo>
                <a:lnTo>
                  <a:pt x="0" y="497"/>
                </a:lnTo>
              </a:path>
            </a:pathLst>
          </a:custGeom>
          <a:noFill/>
          <a:ln w="12700" cap="flat" cmpd="sng">
            <a:solidFill>
              <a:srgbClr val="9966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98" name="Rectangle 90">
            <a:extLst>
              <a:ext uri="{FF2B5EF4-FFF2-40B4-BE49-F238E27FC236}">
                <a16:creationId xmlns:a16="http://schemas.microsoft.com/office/drawing/2014/main" id="{CF21083A-6A10-BA10-FD77-0E1648F890B0}"/>
              </a:ext>
            </a:extLst>
          </p:cNvPr>
          <p:cNvSpPr>
            <a:spLocks noChangeArrowheads="1"/>
          </p:cNvSpPr>
          <p:nvPr/>
        </p:nvSpPr>
        <p:spPr bwMode="auto">
          <a:xfrm>
            <a:off x="6534150" y="4584700"/>
            <a:ext cx="79375"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altLang="en-US" sz="8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A</a:t>
            </a: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499" name="Rectangle 91">
            <a:extLst>
              <a:ext uri="{FF2B5EF4-FFF2-40B4-BE49-F238E27FC236}">
                <a16:creationId xmlns:a16="http://schemas.microsoft.com/office/drawing/2014/main" id="{DC3360D4-A06A-3F0F-5488-FDF3B2BDD5B4}"/>
              </a:ext>
            </a:extLst>
          </p:cNvPr>
          <p:cNvSpPr>
            <a:spLocks noChangeArrowheads="1"/>
          </p:cNvSpPr>
          <p:nvPr/>
        </p:nvSpPr>
        <p:spPr bwMode="auto">
          <a:xfrm>
            <a:off x="6035675" y="5326063"/>
            <a:ext cx="77788" cy="12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altLang="en-US" sz="8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B</a:t>
            </a: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500" name="Rectangle 92">
            <a:extLst>
              <a:ext uri="{FF2B5EF4-FFF2-40B4-BE49-F238E27FC236}">
                <a16:creationId xmlns:a16="http://schemas.microsoft.com/office/drawing/2014/main" id="{6A1B57B7-81EA-1CC1-4D26-91C57A701B5D}"/>
              </a:ext>
            </a:extLst>
          </p:cNvPr>
          <p:cNvSpPr>
            <a:spLocks noChangeArrowheads="1"/>
          </p:cNvSpPr>
          <p:nvPr/>
        </p:nvSpPr>
        <p:spPr bwMode="auto">
          <a:xfrm>
            <a:off x="6632575" y="5178425"/>
            <a:ext cx="73025"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altLang="en-US" sz="8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C</a:t>
            </a: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501" name="Rectangle 93">
            <a:extLst>
              <a:ext uri="{FF2B5EF4-FFF2-40B4-BE49-F238E27FC236}">
                <a16:creationId xmlns:a16="http://schemas.microsoft.com/office/drawing/2014/main" id="{1DB17739-A702-3BE0-A7ED-7BE04610740E}"/>
              </a:ext>
            </a:extLst>
          </p:cNvPr>
          <p:cNvSpPr>
            <a:spLocks noChangeArrowheads="1"/>
          </p:cNvSpPr>
          <p:nvPr/>
        </p:nvSpPr>
        <p:spPr bwMode="auto">
          <a:xfrm>
            <a:off x="7146925" y="5146675"/>
            <a:ext cx="84138"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altLang="en-US" sz="8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D</a:t>
            </a: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502" name="Rectangle 94">
            <a:extLst>
              <a:ext uri="{FF2B5EF4-FFF2-40B4-BE49-F238E27FC236}">
                <a16:creationId xmlns:a16="http://schemas.microsoft.com/office/drawing/2014/main" id="{D3412285-BF49-F1E6-A3A2-24AA37B695F1}"/>
              </a:ext>
            </a:extLst>
          </p:cNvPr>
          <p:cNvSpPr>
            <a:spLocks noChangeArrowheads="1"/>
          </p:cNvSpPr>
          <p:nvPr/>
        </p:nvSpPr>
        <p:spPr bwMode="auto">
          <a:xfrm>
            <a:off x="1795463" y="5238750"/>
            <a:ext cx="9620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altLang="en-US" sz="10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I/O Requests</a:t>
            </a: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503" name="Rectangle 95">
            <a:extLst>
              <a:ext uri="{FF2B5EF4-FFF2-40B4-BE49-F238E27FC236}">
                <a16:creationId xmlns:a16="http://schemas.microsoft.com/office/drawing/2014/main" id="{EEFBC6C7-2370-25D1-BD96-F9DF8E4F6071}"/>
              </a:ext>
            </a:extLst>
          </p:cNvPr>
          <p:cNvSpPr>
            <a:spLocks noChangeArrowheads="1"/>
          </p:cNvSpPr>
          <p:nvPr/>
        </p:nvSpPr>
        <p:spPr bwMode="auto">
          <a:xfrm>
            <a:off x="4276725" y="5238750"/>
            <a:ext cx="1125538"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altLang="en-US" sz="10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I/O Processing </a:t>
            </a: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504" name="Rectangle 96">
            <a:extLst>
              <a:ext uri="{FF2B5EF4-FFF2-40B4-BE49-F238E27FC236}">
                <a16:creationId xmlns:a16="http://schemas.microsoft.com/office/drawing/2014/main" id="{75FB16BF-A71C-557C-CD1D-1B15C2EE7BD0}"/>
              </a:ext>
            </a:extLst>
          </p:cNvPr>
          <p:cNvSpPr>
            <a:spLocks noChangeArrowheads="1"/>
          </p:cNvSpPr>
          <p:nvPr/>
        </p:nvSpPr>
        <p:spPr bwMode="auto">
          <a:xfrm>
            <a:off x="4613275" y="5416550"/>
            <a:ext cx="407988"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altLang="en-US" sz="10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Order</a:t>
            </a: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505" name="Rectangle 97">
            <a:extLst>
              <a:ext uri="{FF2B5EF4-FFF2-40B4-BE49-F238E27FC236}">
                <a16:creationId xmlns:a16="http://schemas.microsoft.com/office/drawing/2014/main" id="{8AE8D6BC-F543-9B08-FA8A-8DBF6C96A769}"/>
              </a:ext>
            </a:extLst>
          </p:cNvPr>
          <p:cNvSpPr>
            <a:spLocks noChangeArrowheads="1"/>
          </p:cNvSpPr>
          <p:nvPr/>
        </p:nvSpPr>
        <p:spPr bwMode="auto">
          <a:xfrm>
            <a:off x="3319463" y="5746750"/>
            <a:ext cx="75088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altLang="en-US" sz="10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Front-End </a:t>
            </a: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506" name="Rectangle 98">
            <a:extLst>
              <a:ext uri="{FF2B5EF4-FFF2-40B4-BE49-F238E27FC236}">
                <a16:creationId xmlns:a16="http://schemas.microsoft.com/office/drawing/2014/main" id="{0C7B0235-0874-552F-89EE-B569DBC88979}"/>
              </a:ext>
            </a:extLst>
          </p:cNvPr>
          <p:cNvSpPr>
            <a:spLocks noChangeArrowheads="1"/>
          </p:cNvSpPr>
          <p:nvPr/>
        </p:nvSpPr>
        <p:spPr bwMode="auto">
          <a:xfrm>
            <a:off x="3317875" y="5924550"/>
            <a:ext cx="7112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altLang="en-US" sz="10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Controller</a:t>
            </a: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507" name="Rectangle 99">
            <a:extLst>
              <a:ext uri="{FF2B5EF4-FFF2-40B4-BE49-F238E27FC236}">
                <a16:creationId xmlns:a16="http://schemas.microsoft.com/office/drawing/2014/main" id="{77AFCA24-97B1-3793-29D3-59190A004008}"/>
              </a:ext>
            </a:extLst>
          </p:cNvPr>
          <p:cNvSpPr>
            <a:spLocks noChangeArrowheads="1"/>
          </p:cNvSpPr>
          <p:nvPr/>
        </p:nvSpPr>
        <p:spPr bwMode="auto">
          <a:xfrm>
            <a:off x="6196013" y="5746750"/>
            <a:ext cx="66198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altLang="en-US" sz="10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Cylinders</a:t>
            </a: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508" name="Rectangle 100">
            <a:extLst>
              <a:ext uri="{FF2B5EF4-FFF2-40B4-BE49-F238E27FC236}">
                <a16:creationId xmlns:a16="http://schemas.microsoft.com/office/drawing/2014/main" id="{E80C414C-178A-2334-814E-35DDD2B8FC5C}"/>
              </a:ext>
            </a:extLst>
          </p:cNvPr>
          <p:cNvSpPr>
            <a:spLocks noChangeArrowheads="1"/>
          </p:cNvSpPr>
          <p:nvPr/>
        </p:nvSpPr>
        <p:spPr bwMode="auto">
          <a:xfrm>
            <a:off x="3429000" y="6264275"/>
            <a:ext cx="243046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With command queuing </a:t>
            </a:r>
            <a:endParaRPr kumimoji="0" lang="en-US" altLang="en-US" sz="34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7510" name="Slide Number Placeholder 2">
            <a:extLst>
              <a:ext uri="{FF2B5EF4-FFF2-40B4-BE49-F238E27FC236}">
                <a16:creationId xmlns:a16="http://schemas.microsoft.com/office/drawing/2014/main" id="{ACAAB0E2-205B-CF53-735C-AD1D35E5579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3AB5056-BFF4-4F9A-8773-DDC8BFC11E57}"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144775597"/>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63854"/>
            <a:ext cx="7696200" cy="5486400"/>
          </a:xfrm>
        </p:spPr>
        <p:txBody>
          <a:bodyPr/>
          <a:lstStyle/>
          <a:p>
            <a:pPr marL="0" indent="0" algn="just" rtl="0">
              <a:lnSpc>
                <a:spcPct val="150000"/>
              </a:lnSpc>
              <a:buNone/>
            </a:pPr>
            <a:r>
              <a:rPr lang="en-US" sz="2200" b="1" dirty="0">
                <a:solidFill>
                  <a:srgbClr val="C00000"/>
                </a:solidFill>
                <a:effectLst>
                  <a:outerShdw blurRad="38100" dist="38100" dir="2700000" algn="tl">
                    <a:srgbClr val="000000">
                      <a:alpha val="43137"/>
                    </a:srgbClr>
                  </a:outerShdw>
                </a:effectLst>
              </a:rPr>
              <a:t>For example</a:t>
            </a:r>
            <a:r>
              <a:rPr lang="en-US" sz="2200" dirty="0">
                <a:latin typeface="Times New Roman" panose="02020603050405020304" pitchFamily="18" charset="0"/>
                <a:cs typeface="Times New Roman" panose="02020603050405020304" pitchFamily="18" charset="0"/>
              </a:rPr>
              <a:t>, as shown in Figure, the commands are executed in the order A, B, C and D. </a:t>
            </a:r>
          </a:p>
          <a:p>
            <a:pPr marL="0" indent="0" algn="just" rtl="0">
              <a:lnSpc>
                <a:spcPct val="150000"/>
              </a:lnSpc>
              <a:buNone/>
            </a:pPr>
            <a:r>
              <a:rPr lang="en-US" sz="2200" dirty="0">
                <a:latin typeface="Times New Roman" panose="02020603050405020304" pitchFamily="18" charset="0"/>
                <a:cs typeface="Times New Roman" panose="02020603050405020304" pitchFamily="18" charset="0"/>
              </a:rPr>
              <a:t>The radial movement required by the head to execute C immediately after A is less than what would be required to execute B. </a:t>
            </a:r>
          </a:p>
          <a:p>
            <a:pPr marL="0" indent="0" algn="just" rtl="0">
              <a:lnSpc>
                <a:spcPct val="150000"/>
              </a:lnSpc>
              <a:buNone/>
            </a:pPr>
            <a:r>
              <a:rPr lang="en-US" sz="2200" dirty="0">
                <a:latin typeface="Times New Roman" panose="02020603050405020304" pitchFamily="18" charset="0"/>
                <a:cs typeface="Times New Roman" panose="02020603050405020304" pitchFamily="18" charset="0"/>
              </a:rPr>
              <a:t>With seek time optimization, the command execution sequence would be A, C, B and D as shown in the figure.</a:t>
            </a:r>
          </a:p>
          <a:p>
            <a:pPr marL="0" indent="0" algn="l" rtl="0">
              <a:buNone/>
            </a:pPr>
            <a:endParaRPr lang="en-US" dirty="0"/>
          </a:p>
        </p:txBody>
      </p:sp>
      <p:sp>
        <p:nvSpPr>
          <p:cNvPr id="4" name="Slide Number Placeholder 3"/>
          <p:cNvSpPr>
            <a:spLocks noGrp="1"/>
          </p:cNvSpPr>
          <p:nvPr>
            <p:ph type="sldNum" sz="quarter" idx="12"/>
          </p:nvPr>
        </p:nvSpPr>
        <p:spPr/>
        <p:txBody>
          <a:bodyPr/>
          <a:lstStyle/>
          <a:p>
            <a:fld id="{E5137D0E-4A4F-4307-8994-C1891D747D59}" type="slidenum">
              <a:rPr lang="en-US" smtClean="0"/>
              <a:t>9</a:t>
            </a:fld>
            <a:endParaRPr lang="en-US"/>
          </a:p>
        </p:txBody>
      </p:sp>
    </p:spTree>
    <p:extLst>
      <p:ext uri="{BB962C8B-B14F-4D97-AF65-F5344CB8AC3E}">
        <p14:creationId xmlns:p14="http://schemas.microsoft.com/office/powerpoint/2010/main" val="2336713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524000"/>
            <a:ext cx="7620892" cy="4419600"/>
          </a:xfrm>
        </p:spPr>
        <p:txBody>
          <a:bodyPr/>
          <a:lstStyle/>
          <a:p>
            <a:pPr algn="just" rtl="0"/>
            <a:r>
              <a:rPr lang="en-US" sz="2200" b="1" dirty="0">
                <a:solidFill>
                  <a:srgbClr val="C00000"/>
                </a:solidFill>
                <a:effectLst>
                  <a:outerShdw blurRad="38100" dist="38100" dir="2700000" algn="tl">
                    <a:srgbClr val="000000">
                      <a:alpha val="43137"/>
                    </a:srgbClr>
                  </a:outerShdw>
                </a:effectLst>
              </a:rPr>
              <a:t>Access Time Optimization</a:t>
            </a:r>
          </a:p>
          <a:p>
            <a:pPr marL="0" indent="0" algn="just" rtl="0">
              <a:lnSpc>
                <a:spcPct val="150000"/>
              </a:lnSpc>
              <a:buNone/>
            </a:pPr>
            <a:r>
              <a:rPr lang="en-US" sz="2200" dirty="0">
                <a:latin typeface="Times New Roman" panose="02020603050405020304" pitchFamily="18" charset="0"/>
                <a:cs typeface="Times New Roman" panose="02020603050405020304" pitchFamily="18" charset="0"/>
              </a:rPr>
              <a:t>Commands are executed based on the combination of seek time optimization and an analysis of rotational latency for optimal performance.</a:t>
            </a:r>
          </a:p>
          <a:p>
            <a:pPr algn="just"/>
            <a:endParaRPr lang="en-US" dirty="0"/>
          </a:p>
        </p:txBody>
      </p:sp>
      <p:sp>
        <p:nvSpPr>
          <p:cNvPr id="4" name="Slide Number Placeholder 3"/>
          <p:cNvSpPr>
            <a:spLocks noGrp="1"/>
          </p:cNvSpPr>
          <p:nvPr>
            <p:ph type="sldNum" sz="quarter" idx="12"/>
          </p:nvPr>
        </p:nvSpPr>
        <p:spPr/>
        <p:txBody>
          <a:bodyPr/>
          <a:lstStyle/>
          <a:p>
            <a:fld id="{E5137D0E-4A4F-4307-8994-C1891D747D59}" type="slidenum">
              <a:rPr lang="en-US" smtClean="0"/>
              <a:t>10</a:t>
            </a:fld>
            <a:endParaRPr lang="en-US"/>
          </a:p>
        </p:txBody>
      </p:sp>
    </p:spTree>
    <p:extLst>
      <p:ext uri="{BB962C8B-B14F-4D97-AF65-F5344CB8AC3E}">
        <p14:creationId xmlns:p14="http://schemas.microsoft.com/office/powerpoint/2010/main" val="2833550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13907A64-D9EC-8154-F84C-0D50C9E30F13}"/>
              </a:ext>
            </a:extLst>
          </p:cNvPr>
          <p:cNvSpPr>
            <a:spLocks noGrp="1"/>
          </p:cNvSpPr>
          <p:nvPr>
            <p:ph type="title"/>
          </p:nvPr>
        </p:nvSpPr>
        <p:spPr/>
        <p:txBody>
          <a:bodyPr/>
          <a:lstStyle/>
          <a:p>
            <a:pPr eaLnBrk="1" hangingPunct="1"/>
            <a:r>
              <a:rPr lang="en-US" altLang="en-US" dirty="0"/>
              <a:t>Intelligent Storage System: Cache</a:t>
            </a:r>
          </a:p>
        </p:txBody>
      </p:sp>
      <p:sp>
        <p:nvSpPr>
          <p:cNvPr id="19459" name="AutoShape 3">
            <a:extLst>
              <a:ext uri="{FF2B5EF4-FFF2-40B4-BE49-F238E27FC236}">
                <a16:creationId xmlns:a16="http://schemas.microsoft.com/office/drawing/2014/main" id="{E337A688-3028-E005-9E69-2615429EC27F}"/>
              </a:ext>
            </a:extLst>
          </p:cNvPr>
          <p:cNvSpPr>
            <a:spLocks noChangeArrowheads="1"/>
          </p:cNvSpPr>
          <p:nvPr/>
        </p:nvSpPr>
        <p:spPr bwMode="auto">
          <a:xfrm>
            <a:off x="3090863" y="2359025"/>
            <a:ext cx="5822950" cy="3244850"/>
          </a:xfrm>
          <a:prstGeom prst="roundRect">
            <a:avLst>
              <a:gd name="adj" fmla="val 5528"/>
            </a:avLst>
          </a:prstGeom>
          <a:gradFill rotWithShape="1">
            <a:gsLst>
              <a:gs pos="0">
                <a:srgbClr val="EAF3F2"/>
              </a:gs>
              <a:gs pos="100000">
                <a:srgbClr val="D1E5E4"/>
              </a:gs>
            </a:gsLst>
            <a:lin ang="2700000" scaled="1"/>
          </a:gradFill>
          <a:ln w="12700" algn="ctr">
            <a:solidFill>
              <a:srgbClr val="88B8B6"/>
            </a:solidFill>
            <a:round/>
            <a:headEnd/>
            <a:tailEnd type="none" w="lg" len="med"/>
          </a:ln>
          <a:effectLst>
            <a:outerShdw dist="35921" dir="2700000" algn="ctr" rotWithShape="0">
              <a:srgbClr val="000000"/>
            </a:outerShdw>
          </a:effec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460" name="Text Box 4">
            <a:extLst>
              <a:ext uri="{FF2B5EF4-FFF2-40B4-BE49-F238E27FC236}">
                <a16:creationId xmlns:a16="http://schemas.microsoft.com/office/drawing/2014/main" id="{D2B71302-2623-735E-F91A-1D84E453174C}"/>
              </a:ext>
            </a:extLst>
          </p:cNvPr>
          <p:cNvSpPr txBox="1">
            <a:spLocks noChangeArrowheads="1"/>
          </p:cNvSpPr>
          <p:nvPr/>
        </p:nvSpPr>
        <p:spPr bwMode="auto">
          <a:xfrm>
            <a:off x="533400" y="2835275"/>
            <a:ext cx="457200" cy="21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altLang="en-US" sz="1400" b="1" i="0" u="none" strike="noStrike" kern="1200" cap="none" spc="0" normalizeH="0" baseline="0" noProof="0">
                <a:ln>
                  <a:noFill/>
                </a:ln>
                <a:solidFill>
                  <a:srgbClr val="000308"/>
                </a:solidFill>
                <a:effectLst/>
                <a:uLnTx/>
                <a:uFillTx/>
                <a:latin typeface="Verdana" panose="020B0604030504040204" pitchFamily="34" charset="0"/>
                <a:ea typeface="+mn-ea"/>
                <a:cs typeface="Arial" panose="020B0604020202020204" pitchFamily="34" charset="0"/>
              </a:rPr>
              <a:t>Host</a:t>
            </a:r>
          </a:p>
        </p:txBody>
      </p:sp>
      <p:sp>
        <p:nvSpPr>
          <p:cNvPr id="19461" name="Text Box 5">
            <a:extLst>
              <a:ext uri="{FF2B5EF4-FFF2-40B4-BE49-F238E27FC236}">
                <a16:creationId xmlns:a16="http://schemas.microsoft.com/office/drawing/2014/main" id="{1B6C4260-E2E4-4F63-AE4E-24079C680C25}"/>
              </a:ext>
            </a:extLst>
          </p:cNvPr>
          <p:cNvSpPr txBox="1">
            <a:spLocks noChangeArrowheads="1"/>
          </p:cNvSpPr>
          <p:nvPr/>
        </p:nvSpPr>
        <p:spPr bwMode="auto">
          <a:xfrm>
            <a:off x="1371600" y="3444875"/>
            <a:ext cx="1241425" cy="21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altLang="en-US" sz="1400" b="1" i="0" u="none" strike="noStrike" kern="1200" cap="none" spc="0" normalizeH="0" baseline="0" noProof="0">
                <a:ln>
                  <a:noFill/>
                </a:ln>
                <a:solidFill>
                  <a:srgbClr val="000308"/>
                </a:solidFill>
                <a:effectLst/>
                <a:uLnTx/>
                <a:uFillTx/>
                <a:latin typeface="Verdana" panose="020B0604030504040204" pitchFamily="34" charset="0"/>
                <a:ea typeface="+mn-ea"/>
                <a:cs typeface="Arial" panose="020B0604020202020204" pitchFamily="34" charset="0"/>
              </a:rPr>
              <a:t>Connectivity</a:t>
            </a:r>
          </a:p>
        </p:txBody>
      </p:sp>
      <p:sp>
        <p:nvSpPr>
          <p:cNvPr id="19462" name="AutoShape 6">
            <a:extLst>
              <a:ext uri="{FF2B5EF4-FFF2-40B4-BE49-F238E27FC236}">
                <a16:creationId xmlns:a16="http://schemas.microsoft.com/office/drawing/2014/main" id="{3F440081-5E1C-4B18-DA14-7AAC74142D94}"/>
              </a:ext>
            </a:extLst>
          </p:cNvPr>
          <p:cNvSpPr>
            <a:spLocks noChangeArrowheads="1"/>
          </p:cNvSpPr>
          <p:nvPr/>
        </p:nvSpPr>
        <p:spPr bwMode="auto">
          <a:xfrm>
            <a:off x="7526338" y="3046413"/>
            <a:ext cx="1298575" cy="1868487"/>
          </a:xfrm>
          <a:prstGeom prst="roundRect">
            <a:avLst>
              <a:gd name="adj" fmla="val 11657"/>
            </a:avLst>
          </a:prstGeom>
          <a:gradFill rotWithShape="1">
            <a:gsLst>
              <a:gs pos="0">
                <a:srgbClr val="E2EAEA"/>
              </a:gs>
              <a:gs pos="100000">
                <a:srgbClr val="F8FAFA"/>
              </a:gs>
            </a:gsLst>
            <a:lin ang="2700000" scaled="1"/>
          </a:gradFill>
          <a:ln w="6350" algn="ctr">
            <a:solidFill>
              <a:srgbClr val="6F9995"/>
            </a:solidFill>
            <a:round/>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463" name="Text Box 7">
            <a:extLst>
              <a:ext uri="{FF2B5EF4-FFF2-40B4-BE49-F238E27FC236}">
                <a16:creationId xmlns:a16="http://schemas.microsoft.com/office/drawing/2014/main" id="{BA0B0E83-ED4A-DF7F-6BED-3C8FD317049A}"/>
              </a:ext>
            </a:extLst>
          </p:cNvPr>
          <p:cNvSpPr txBox="1">
            <a:spLocks noChangeArrowheads="1"/>
          </p:cNvSpPr>
          <p:nvPr/>
        </p:nvSpPr>
        <p:spPr bwMode="auto">
          <a:xfrm>
            <a:off x="3497263" y="2794000"/>
            <a:ext cx="968375" cy="1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ctr" defTabSz="941388" rtl="0" eaLnBrk="1" fontAlgn="base" latinLnBrk="0" hangingPunct="1">
              <a:lnSpc>
                <a:spcPct val="90000"/>
              </a:lnSpc>
              <a:spcBef>
                <a:spcPct val="50000"/>
              </a:spcBef>
              <a:spcAft>
                <a:spcPct val="0"/>
              </a:spcAft>
              <a:buClrTx/>
              <a:buSzTx/>
              <a:buFontTx/>
              <a:buNone/>
              <a:tabLst/>
              <a:defRPr/>
            </a:pPr>
            <a:r>
              <a:rPr kumimoji="0" lang="en-US" altLang="en-US" sz="1400" b="1" i="0" u="none" strike="noStrike" kern="1200" cap="none" spc="0" normalizeH="0" baseline="0" noProof="0">
                <a:ln>
                  <a:noFill/>
                </a:ln>
                <a:solidFill>
                  <a:srgbClr val="000308"/>
                </a:solidFill>
                <a:effectLst/>
                <a:uLnTx/>
                <a:uFillTx/>
                <a:latin typeface="Verdana" panose="020B0604030504040204" pitchFamily="34" charset="0"/>
                <a:ea typeface="+mn-ea"/>
                <a:cs typeface="Arial" panose="020B0604020202020204" pitchFamily="34" charset="0"/>
              </a:rPr>
              <a:t>Front End</a:t>
            </a:r>
          </a:p>
        </p:txBody>
      </p:sp>
      <p:sp>
        <p:nvSpPr>
          <p:cNvPr id="19464" name="Text Box 8">
            <a:extLst>
              <a:ext uri="{FF2B5EF4-FFF2-40B4-BE49-F238E27FC236}">
                <a16:creationId xmlns:a16="http://schemas.microsoft.com/office/drawing/2014/main" id="{5FBE9188-E914-7197-C3D3-138D19836FEC}"/>
              </a:ext>
            </a:extLst>
          </p:cNvPr>
          <p:cNvSpPr txBox="1">
            <a:spLocks noChangeArrowheads="1"/>
          </p:cNvSpPr>
          <p:nvPr/>
        </p:nvSpPr>
        <p:spPr bwMode="auto">
          <a:xfrm>
            <a:off x="5848350" y="2794000"/>
            <a:ext cx="911225" cy="1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ctr" defTabSz="941388" rtl="0" eaLnBrk="1" fontAlgn="base" latinLnBrk="0" hangingPunct="1">
              <a:lnSpc>
                <a:spcPct val="90000"/>
              </a:lnSpc>
              <a:spcBef>
                <a:spcPct val="50000"/>
              </a:spcBef>
              <a:spcAft>
                <a:spcPct val="0"/>
              </a:spcAft>
              <a:buClrTx/>
              <a:buSzTx/>
              <a:buFontTx/>
              <a:buNone/>
              <a:tabLst/>
              <a:defRPr/>
            </a:pPr>
            <a:r>
              <a:rPr kumimoji="0" lang="en-US" altLang="en-US" sz="1400" b="1" i="0" u="none" strike="noStrike" kern="1200" cap="none" spc="0" normalizeH="0" baseline="0" noProof="0">
                <a:ln>
                  <a:noFill/>
                </a:ln>
                <a:solidFill>
                  <a:srgbClr val="000308"/>
                </a:solidFill>
                <a:effectLst/>
                <a:uLnTx/>
                <a:uFillTx/>
                <a:latin typeface="Verdana" panose="020B0604030504040204" pitchFamily="34" charset="0"/>
                <a:ea typeface="+mn-ea"/>
                <a:cs typeface="Arial" panose="020B0604020202020204" pitchFamily="34" charset="0"/>
              </a:rPr>
              <a:t>Back End</a:t>
            </a:r>
          </a:p>
        </p:txBody>
      </p:sp>
      <p:sp>
        <p:nvSpPr>
          <p:cNvPr id="19465" name="Text Box 9">
            <a:extLst>
              <a:ext uri="{FF2B5EF4-FFF2-40B4-BE49-F238E27FC236}">
                <a16:creationId xmlns:a16="http://schemas.microsoft.com/office/drawing/2014/main" id="{93B2380A-75AA-B25E-944A-FF3F87844C82}"/>
              </a:ext>
            </a:extLst>
          </p:cNvPr>
          <p:cNvSpPr txBox="1">
            <a:spLocks noChangeArrowheads="1"/>
          </p:cNvSpPr>
          <p:nvPr/>
        </p:nvSpPr>
        <p:spPr bwMode="auto">
          <a:xfrm>
            <a:off x="4822825" y="3208338"/>
            <a:ext cx="596900" cy="192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ctr" defTabSz="941388" rtl="0" eaLnBrk="1" fontAlgn="base" latinLnBrk="0" hangingPunct="1">
              <a:lnSpc>
                <a:spcPct val="90000"/>
              </a:lnSpc>
              <a:spcBef>
                <a:spcPct val="50000"/>
              </a:spcBef>
              <a:spcAft>
                <a:spcPct val="0"/>
              </a:spcAft>
              <a:buClrTx/>
              <a:buSzTx/>
              <a:buFontTx/>
              <a:buNone/>
              <a:tabLst/>
              <a:defRPr/>
            </a:pPr>
            <a:r>
              <a:rPr kumimoji="0" lang="en-US" altLang="en-US" sz="1400" b="1" i="0" u="none" strike="noStrike" kern="1200" cap="none" spc="0" normalizeH="0" baseline="0" noProof="0" dirty="0">
                <a:ln>
                  <a:noFill/>
                </a:ln>
                <a:solidFill>
                  <a:srgbClr val="000308"/>
                </a:solidFill>
                <a:effectLst/>
                <a:uLnTx/>
                <a:uFillTx/>
                <a:latin typeface="Verdana" panose="020B0604030504040204" pitchFamily="34" charset="0"/>
                <a:ea typeface="+mn-ea"/>
                <a:cs typeface="Arial" panose="020B0604020202020204" pitchFamily="34" charset="0"/>
              </a:rPr>
              <a:t>Cache</a:t>
            </a:r>
          </a:p>
        </p:txBody>
      </p:sp>
      <p:sp>
        <p:nvSpPr>
          <p:cNvPr id="19466" name="Text Box 10">
            <a:extLst>
              <a:ext uri="{FF2B5EF4-FFF2-40B4-BE49-F238E27FC236}">
                <a16:creationId xmlns:a16="http://schemas.microsoft.com/office/drawing/2014/main" id="{8814FB82-28CC-C571-60BB-2C3CCA71A68C}"/>
              </a:ext>
            </a:extLst>
          </p:cNvPr>
          <p:cNvSpPr txBox="1">
            <a:spLocks noChangeArrowheads="1"/>
          </p:cNvSpPr>
          <p:nvPr/>
        </p:nvSpPr>
        <p:spPr bwMode="auto">
          <a:xfrm>
            <a:off x="7456488" y="2794000"/>
            <a:ext cx="1419225" cy="1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ctr" defTabSz="941388" rtl="0" eaLnBrk="1" fontAlgn="base" latinLnBrk="0" hangingPunct="1">
              <a:lnSpc>
                <a:spcPct val="90000"/>
              </a:lnSpc>
              <a:spcBef>
                <a:spcPct val="50000"/>
              </a:spcBef>
              <a:spcAft>
                <a:spcPct val="0"/>
              </a:spcAft>
              <a:buClrTx/>
              <a:buSzTx/>
              <a:buFontTx/>
              <a:buNone/>
              <a:tabLst/>
              <a:defRPr/>
            </a:pPr>
            <a:r>
              <a:rPr kumimoji="0" lang="en-US" altLang="en-US" sz="1400" b="1" i="0" u="none" strike="noStrike" kern="1200" cap="none" spc="0" normalizeH="0" baseline="0" noProof="0">
                <a:ln>
                  <a:noFill/>
                </a:ln>
                <a:solidFill>
                  <a:srgbClr val="000308"/>
                </a:solidFill>
                <a:effectLst/>
                <a:uLnTx/>
                <a:uFillTx/>
                <a:latin typeface="Verdana" panose="020B0604030504040204" pitchFamily="34" charset="0"/>
                <a:ea typeface="+mn-ea"/>
                <a:cs typeface="Arial" panose="020B0604020202020204" pitchFamily="34" charset="0"/>
              </a:rPr>
              <a:t>Physical Disks</a:t>
            </a:r>
          </a:p>
        </p:txBody>
      </p:sp>
      <p:sp>
        <p:nvSpPr>
          <p:cNvPr id="19467" name="Text Box 11">
            <a:extLst>
              <a:ext uri="{FF2B5EF4-FFF2-40B4-BE49-F238E27FC236}">
                <a16:creationId xmlns:a16="http://schemas.microsoft.com/office/drawing/2014/main" id="{B0B44EAD-72CD-9301-BA12-FC84A2843DA7}"/>
              </a:ext>
            </a:extLst>
          </p:cNvPr>
          <p:cNvSpPr txBox="1">
            <a:spLocks noChangeArrowheads="1"/>
          </p:cNvSpPr>
          <p:nvPr/>
        </p:nvSpPr>
        <p:spPr bwMode="auto">
          <a:xfrm>
            <a:off x="4408488" y="2001838"/>
            <a:ext cx="3186112" cy="3048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12700" algn="ctr">
                <a:solidFill>
                  <a:srgbClr val="080808"/>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altLang="en-US" sz="2000" b="1" i="0" u="none" strike="noStrike" kern="1200" cap="none" spc="0" normalizeH="0" baseline="0" noProof="0">
                <a:ln>
                  <a:noFill/>
                </a:ln>
                <a:solidFill>
                  <a:srgbClr val="3A7A77"/>
                </a:solidFill>
                <a:effectLst/>
                <a:uLnTx/>
                <a:uFillTx/>
                <a:latin typeface="Arial" panose="020B0604020202020204" pitchFamily="34" charset="0"/>
                <a:ea typeface="+mn-ea"/>
                <a:cs typeface="Arial" panose="020B0604020202020204" pitchFamily="34" charset="0"/>
              </a:rPr>
              <a:t>Intelligent Storage System</a:t>
            </a:r>
          </a:p>
        </p:txBody>
      </p:sp>
      <p:sp>
        <p:nvSpPr>
          <p:cNvPr id="19468" name="Line 12">
            <a:extLst>
              <a:ext uri="{FF2B5EF4-FFF2-40B4-BE49-F238E27FC236}">
                <a16:creationId xmlns:a16="http://schemas.microsoft.com/office/drawing/2014/main" id="{7EFE7A95-EF57-FFB6-94AD-F1C23AD9D6B3}"/>
              </a:ext>
            </a:extLst>
          </p:cNvPr>
          <p:cNvSpPr>
            <a:spLocks noChangeShapeType="1"/>
          </p:cNvSpPr>
          <p:nvPr/>
        </p:nvSpPr>
        <p:spPr bwMode="auto">
          <a:xfrm flipH="1">
            <a:off x="1087438" y="3886200"/>
            <a:ext cx="457200"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469" name="Line 13">
            <a:extLst>
              <a:ext uri="{FF2B5EF4-FFF2-40B4-BE49-F238E27FC236}">
                <a16:creationId xmlns:a16="http://schemas.microsoft.com/office/drawing/2014/main" id="{D69BAF18-58C1-9DBD-356F-7804A3425362}"/>
              </a:ext>
            </a:extLst>
          </p:cNvPr>
          <p:cNvSpPr>
            <a:spLocks noChangeShapeType="1"/>
          </p:cNvSpPr>
          <p:nvPr/>
        </p:nvSpPr>
        <p:spPr bwMode="auto">
          <a:xfrm flipH="1">
            <a:off x="1077913" y="3984625"/>
            <a:ext cx="457200"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470" name="Line 14">
            <a:extLst>
              <a:ext uri="{FF2B5EF4-FFF2-40B4-BE49-F238E27FC236}">
                <a16:creationId xmlns:a16="http://schemas.microsoft.com/office/drawing/2014/main" id="{01902318-F2AB-C430-DF87-69213165A242}"/>
              </a:ext>
            </a:extLst>
          </p:cNvPr>
          <p:cNvSpPr>
            <a:spLocks noChangeShapeType="1"/>
          </p:cNvSpPr>
          <p:nvPr/>
        </p:nvSpPr>
        <p:spPr bwMode="auto">
          <a:xfrm flipH="1">
            <a:off x="4343400" y="3886200"/>
            <a:ext cx="1600200" cy="0"/>
          </a:xfrm>
          <a:prstGeom prst="line">
            <a:avLst/>
          </a:prstGeom>
          <a:noFill/>
          <a:ln w="3810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471" name="Line 15">
            <a:extLst>
              <a:ext uri="{FF2B5EF4-FFF2-40B4-BE49-F238E27FC236}">
                <a16:creationId xmlns:a16="http://schemas.microsoft.com/office/drawing/2014/main" id="{E9332EFF-2913-635E-D5EC-CAA24CB84B17}"/>
              </a:ext>
            </a:extLst>
          </p:cNvPr>
          <p:cNvSpPr>
            <a:spLocks noChangeShapeType="1"/>
          </p:cNvSpPr>
          <p:nvPr/>
        </p:nvSpPr>
        <p:spPr bwMode="auto">
          <a:xfrm flipH="1">
            <a:off x="2247900" y="3962400"/>
            <a:ext cx="647700" cy="0"/>
          </a:xfrm>
          <a:prstGeom prst="line">
            <a:avLst/>
          </a:prstGeom>
          <a:noFill/>
          <a:ln w="3810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1425" name="Freeform 17">
            <a:extLst>
              <a:ext uri="{FF2B5EF4-FFF2-40B4-BE49-F238E27FC236}">
                <a16:creationId xmlns:a16="http://schemas.microsoft.com/office/drawing/2014/main" id="{873F3522-FE5A-B6EC-920F-925F104F766F}"/>
              </a:ext>
            </a:extLst>
          </p:cNvPr>
          <p:cNvSpPr>
            <a:spLocks/>
          </p:cNvSpPr>
          <p:nvPr/>
        </p:nvSpPr>
        <p:spPr bwMode="auto">
          <a:xfrm>
            <a:off x="1524000" y="3705225"/>
            <a:ext cx="752475" cy="485775"/>
          </a:xfrm>
          <a:custGeom>
            <a:avLst/>
            <a:gdLst>
              <a:gd name="T0" fmla="*/ 1157 w 1423"/>
              <a:gd name="T1" fmla="*/ 5 h 917"/>
              <a:gd name="T2" fmla="*/ 1228 w 1423"/>
              <a:gd name="T3" fmla="*/ 34 h 917"/>
              <a:gd name="T4" fmla="*/ 1287 w 1423"/>
              <a:gd name="T5" fmla="*/ 80 h 917"/>
              <a:gd name="T6" fmla="*/ 1334 w 1423"/>
              <a:gd name="T7" fmla="*/ 157 h 917"/>
              <a:gd name="T8" fmla="*/ 1346 w 1423"/>
              <a:gd name="T9" fmla="*/ 214 h 917"/>
              <a:gd name="T10" fmla="*/ 1339 w 1423"/>
              <a:gd name="T11" fmla="*/ 269 h 917"/>
              <a:gd name="T12" fmla="*/ 1371 w 1423"/>
              <a:gd name="T13" fmla="*/ 328 h 917"/>
              <a:gd name="T14" fmla="*/ 1408 w 1423"/>
              <a:gd name="T15" fmla="*/ 388 h 917"/>
              <a:gd name="T16" fmla="*/ 1423 w 1423"/>
              <a:gd name="T17" fmla="*/ 452 h 917"/>
              <a:gd name="T18" fmla="*/ 1408 w 1423"/>
              <a:gd name="T19" fmla="*/ 515 h 917"/>
              <a:gd name="T20" fmla="*/ 1371 w 1423"/>
              <a:gd name="T21" fmla="*/ 580 h 917"/>
              <a:gd name="T22" fmla="*/ 1340 w 1423"/>
              <a:gd name="T23" fmla="*/ 640 h 917"/>
              <a:gd name="T24" fmla="*/ 1342 w 1423"/>
              <a:gd name="T25" fmla="*/ 719 h 917"/>
              <a:gd name="T26" fmla="*/ 1328 w 1423"/>
              <a:gd name="T27" fmla="*/ 769 h 917"/>
              <a:gd name="T28" fmla="*/ 1298 w 1423"/>
              <a:gd name="T29" fmla="*/ 815 h 917"/>
              <a:gd name="T30" fmla="*/ 1259 w 1423"/>
              <a:gd name="T31" fmla="*/ 853 h 917"/>
              <a:gd name="T32" fmla="*/ 1228 w 1423"/>
              <a:gd name="T33" fmla="*/ 876 h 917"/>
              <a:gd name="T34" fmla="*/ 1183 w 1423"/>
              <a:gd name="T35" fmla="*/ 894 h 917"/>
              <a:gd name="T36" fmla="*/ 1157 w 1423"/>
              <a:gd name="T37" fmla="*/ 902 h 917"/>
              <a:gd name="T38" fmla="*/ 1067 w 1423"/>
              <a:gd name="T39" fmla="*/ 904 h 917"/>
              <a:gd name="T40" fmla="*/ 1016 w 1423"/>
              <a:gd name="T41" fmla="*/ 882 h 917"/>
              <a:gd name="T42" fmla="*/ 971 w 1423"/>
              <a:gd name="T43" fmla="*/ 845 h 917"/>
              <a:gd name="T44" fmla="*/ 892 w 1423"/>
              <a:gd name="T45" fmla="*/ 866 h 917"/>
              <a:gd name="T46" fmla="*/ 794 w 1423"/>
              <a:gd name="T47" fmla="*/ 902 h 917"/>
              <a:gd name="T48" fmla="*/ 701 w 1423"/>
              <a:gd name="T49" fmla="*/ 917 h 917"/>
              <a:gd name="T50" fmla="*/ 609 w 1423"/>
              <a:gd name="T51" fmla="*/ 902 h 917"/>
              <a:gd name="T52" fmla="*/ 521 w 1423"/>
              <a:gd name="T53" fmla="*/ 866 h 917"/>
              <a:gd name="T54" fmla="*/ 458 w 1423"/>
              <a:gd name="T55" fmla="*/ 836 h 917"/>
              <a:gd name="T56" fmla="*/ 452 w 1423"/>
              <a:gd name="T57" fmla="*/ 845 h 917"/>
              <a:gd name="T58" fmla="*/ 408 w 1423"/>
              <a:gd name="T59" fmla="*/ 882 h 917"/>
              <a:gd name="T60" fmla="*/ 356 w 1423"/>
              <a:gd name="T61" fmla="*/ 904 h 917"/>
              <a:gd name="T62" fmla="*/ 302 w 1423"/>
              <a:gd name="T63" fmla="*/ 907 h 917"/>
              <a:gd name="T64" fmla="*/ 231 w 1423"/>
              <a:gd name="T65" fmla="*/ 892 h 917"/>
              <a:gd name="T66" fmla="*/ 177 w 1423"/>
              <a:gd name="T67" fmla="*/ 863 h 917"/>
              <a:gd name="T68" fmla="*/ 124 w 1423"/>
              <a:gd name="T69" fmla="*/ 812 h 917"/>
              <a:gd name="T70" fmla="*/ 84 w 1423"/>
              <a:gd name="T71" fmla="*/ 731 h 917"/>
              <a:gd name="T72" fmla="*/ 81 w 1423"/>
              <a:gd name="T73" fmla="*/ 659 h 917"/>
              <a:gd name="T74" fmla="*/ 51 w 1423"/>
              <a:gd name="T75" fmla="*/ 581 h 917"/>
              <a:gd name="T76" fmla="*/ 12 w 1423"/>
              <a:gd name="T77" fmla="*/ 518 h 917"/>
              <a:gd name="T78" fmla="*/ 2 w 1423"/>
              <a:gd name="T79" fmla="*/ 476 h 917"/>
              <a:gd name="T80" fmla="*/ 5 w 1423"/>
              <a:gd name="T81" fmla="*/ 414 h 917"/>
              <a:gd name="T82" fmla="*/ 35 w 1423"/>
              <a:gd name="T83" fmla="*/ 350 h 917"/>
              <a:gd name="T84" fmla="*/ 92 w 1423"/>
              <a:gd name="T85" fmla="*/ 288 h 917"/>
              <a:gd name="T86" fmla="*/ 78 w 1423"/>
              <a:gd name="T87" fmla="*/ 214 h 917"/>
              <a:gd name="T88" fmla="*/ 114 w 1423"/>
              <a:gd name="T89" fmla="*/ 108 h 917"/>
              <a:gd name="T90" fmla="*/ 179 w 1423"/>
              <a:gd name="T91" fmla="*/ 43 h 917"/>
              <a:gd name="T92" fmla="*/ 267 w 1423"/>
              <a:gd name="T93" fmla="*/ 5 h 917"/>
              <a:gd name="T94" fmla="*/ 356 w 1423"/>
              <a:gd name="T95" fmla="*/ 5 h 917"/>
              <a:gd name="T96" fmla="*/ 408 w 1423"/>
              <a:gd name="T97" fmla="*/ 26 h 917"/>
              <a:gd name="T98" fmla="*/ 452 w 1423"/>
              <a:gd name="T99" fmla="*/ 62 h 917"/>
              <a:gd name="T100" fmla="*/ 556 w 1423"/>
              <a:gd name="T101" fmla="*/ 35 h 917"/>
              <a:gd name="T102" fmla="*/ 650 w 1423"/>
              <a:gd name="T103" fmla="*/ 12 h 917"/>
              <a:gd name="T104" fmla="*/ 803 w 1423"/>
              <a:gd name="T105" fmla="*/ 18 h 917"/>
              <a:gd name="T106" fmla="*/ 897 w 1423"/>
              <a:gd name="T107" fmla="*/ 48 h 917"/>
              <a:gd name="T108" fmla="*/ 985 w 1423"/>
              <a:gd name="T109" fmla="*/ 49 h 917"/>
              <a:gd name="T110" fmla="*/ 1031 w 1423"/>
              <a:gd name="T111" fmla="*/ 17 h 917"/>
              <a:gd name="T112" fmla="*/ 1088 w 1423"/>
              <a:gd name="T113" fmla="*/ 2 h 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23" h="917">
                <a:moveTo>
                  <a:pt x="1088" y="2"/>
                </a:moveTo>
                <a:lnTo>
                  <a:pt x="1121" y="0"/>
                </a:lnTo>
                <a:lnTo>
                  <a:pt x="1157" y="5"/>
                </a:lnTo>
                <a:lnTo>
                  <a:pt x="1174" y="8"/>
                </a:lnTo>
                <a:lnTo>
                  <a:pt x="1192" y="16"/>
                </a:lnTo>
                <a:lnTo>
                  <a:pt x="1228" y="34"/>
                </a:lnTo>
                <a:lnTo>
                  <a:pt x="1244" y="43"/>
                </a:lnTo>
                <a:lnTo>
                  <a:pt x="1259" y="55"/>
                </a:lnTo>
                <a:lnTo>
                  <a:pt x="1287" y="80"/>
                </a:lnTo>
                <a:lnTo>
                  <a:pt x="1309" y="108"/>
                </a:lnTo>
                <a:lnTo>
                  <a:pt x="1328" y="140"/>
                </a:lnTo>
                <a:lnTo>
                  <a:pt x="1334" y="157"/>
                </a:lnTo>
                <a:lnTo>
                  <a:pt x="1340" y="176"/>
                </a:lnTo>
                <a:lnTo>
                  <a:pt x="1343" y="194"/>
                </a:lnTo>
                <a:lnTo>
                  <a:pt x="1346" y="214"/>
                </a:lnTo>
                <a:lnTo>
                  <a:pt x="1345" y="230"/>
                </a:lnTo>
                <a:lnTo>
                  <a:pt x="1342" y="250"/>
                </a:lnTo>
                <a:lnTo>
                  <a:pt x="1339" y="269"/>
                </a:lnTo>
                <a:lnTo>
                  <a:pt x="1333" y="288"/>
                </a:lnTo>
                <a:lnTo>
                  <a:pt x="1353" y="307"/>
                </a:lnTo>
                <a:lnTo>
                  <a:pt x="1371" y="328"/>
                </a:lnTo>
                <a:lnTo>
                  <a:pt x="1387" y="347"/>
                </a:lnTo>
                <a:lnTo>
                  <a:pt x="1400" y="368"/>
                </a:lnTo>
                <a:lnTo>
                  <a:pt x="1408" y="388"/>
                </a:lnTo>
                <a:lnTo>
                  <a:pt x="1417" y="409"/>
                </a:lnTo>
                <a:lnTo>
                  <a:pt x="1420" y="431"/>
                </a:lnTo>
                <a:lnTo>
                  <a:pt x="1423" y="452"/>
                </a:lnTo>
                <a:lnTo>
                  <a:pt x="1420" y="472"/>
                </a:lnTo>
                <a:lnTo>
                  <a:pt x="1417" y="493"/>
                </a:lnTo>
                <a:lnTo>
                  <a:pt x="1408" y="515"/>
                </a:lnTo>
                <a:lnTo>
                  <a:pt x="1400" y="536"/>
                </a:lnTo>
                <a:lnTo>
                  <a:pt x="1387" y="558"/>
                </a:lnTo>
                <a:lnTo>
                  <a:pt x="1371" y="580"/>
                </a:lnTo>
                <a:lnTo>
                  <a:pt x="1353" y="601"/>
                </a:lnTo>
                <a:lnTo>
                  <a:pt x="1333" y="623"/>
                </a:lnTo>
                <a:lnTo>
                  <a:pt x="1340" y="640"/>
                </a:lnTo>
                <a:lnTo>
                  <a:pt x="1345" y="671"/>
                </a:lnTo>
                <a:lnTo>
                  <a:pt x="1345" y="704"/>
                </a:lnTo>
                <a:lnTo>
                  <a:pt x="1342" y="719"/>
                </a:lnTo>
                <a:lnTo>
                  <a:pt x="1339" y="736"/>
                </a:lnTo>
                <a:lnTo>
                  <a:pt x="1334" y="752"/>
                </a:lnTo>
                <a:lnTo>
                  <a:pt x="1328" y="769"/>
                </a:lnTo>
                <a:lnTo>
                  <a:pt x="1318" y="785"/>
                </a:lnTo>
                <a:lnTo>
                  <a:pt x="1309" y="800"/>
                </a:lnTo>
                <a:lnTo>
                  <a:pt x="1298" y="815"/>
                </a:lnTo>
                <a:lnTo>
                  <a:pt x="1287" y="829"/>
                </a:lnTo>
                <a:lnTo>
                  <a:pt x="1273" y="841"/>
                </a:lnTo>
                <a:lnTo>
                  <a:pt x="1259" y="853"/>
                </a:lnTo>
                <a:lnTo>
                  <a:pt x="1251" y="858"/>
                </a:lnTo>
                <a:lnTo>
                  <a:pt x="1244" y="864"/>
                </a:lnTo>
                <a:lnTo>
                  <a:pt x="1228" y="876"/>
                </a:lnTo>
                <a:lnTo>
                  <a:pt x="1209" y="884"/>
                </a:lnTo>
                <a:lnTo>
                  <a:pt x="1192" y="892"/>
                </a:lnTo>
                <a:lnTo>
                  <a:pt x="1183" y="894"/>
                </a:lnTo>
                <a:lnTo>
                  <a:pt x="1178" y="895"/>
                </a:lnTo>
                <a:lnTo>
                  <a:pt x="1174" y="898"/>
                </a:lnTo>
                <a:lnTo>
                  <a:pt x="1157" y="902"/>
                </a:lnTo>
                <a:lnTo>
                  <a:pt x="1121" y="907"/>
                </a:lnTo>
                <a:lnTo>
                  <a:pt x="1088" y="907"/>
                </a:lnTo>
                <a:lnTo>
                  <a:pt x="1067" y="904"/>
                </a:lnTo>
                <a:lnTo>
                  <a:pt x="1049" y="898"/>
                </a:lnTo>
                <a:lnTo>
                  <a:pt x="1031" y="890"/>
                </a:lnTo>
                <a:lnTo>
                  <a:pt x="1016" y="882"/>
                </a:lnTo>
                <a:lnTo>
                  <a:pt x="999" y="871"/>
                </a:lnTo>
                <a:lnTo>
                  <a:pt x="985" y="859"/>
                </a:lnTo>
                <a:lnTo>
                  <a:pt x="971" y="845"/>
                </a:lnTo>
                <a:lnTo>
                  <a:pt x="959" y="829"/>
                </a:lnTo>
                <a:lnTo>
                  <a:pt x="926" y="848"/>
                </a:lnTo>
                <a:lnTo>
                  <a:pt x="892" y="866"/>
                </a:lnTo>
                <a:lnTo>
                  <a:pt x="859" y="881"/>
                </a:lnTo>
                <a:lnTo>
                  <a:pt x="827" y="894"/>
                </a:lnTo>
                <a:lnTo>
                  <a:pt x="794" y="902"/>
                </a:lnTo>
                <a:lnTo>
                  <a:pt x="763" y="911"/>
                </a:lnTo>
                <a:lnTo>
                  <a:pt x="731" y="914"/>
                </a:lnTo>
                <a:lnTo>
                  <a:pt x="701" y="917"/>
                </a:lnTo>
                <a:lnTo>
                  <a:pt x="670" y="914"/>
                </a:lnTo>
                <a:lnTo>
                  <a:pt x="639" y="911"/>
                </a:lnTo>
                <a:lnTo>
                  <a:pt x="609" y="902"/>
                </a:lnTo>
                <a:lnTo>
                  <a:pt x="580" y="894"/>
                </a:lnTo>
                <a:lnTo>
                  <a:pt x="550" y="881"/>
                </a:lnTo>
                <a:lnTo>
                  <a:pt x="521" y="866"/>
                </a:lnTo>
                <a:lnTo>
                  <a:pt x="492" y="848"/>
                </a:lnTo>
                <a:lnTo>
                  <a:pt x="465" y="829"/>
                </a:lnTo>
                <a:lnTo>
                  <a:pt x="458" y="836"/>
                </a:lnTo>
                <a:lnTo>
                  <a:pt x="455" y="838"/>
                </a:lnTo>
                <a:lnTo>
                  <a:pt x="454" y="840"/>
                </a:lnTo>
                <a:lnTo>
                  <a:pt x="452" y="845"/>
                </a:lnTo>
                <a:lnTo>
                  <a:pt x="438" y="859"/>
                </a:lnTo>
                <a:lnTo>
                  <a:pt x="423" y="871"/>
                </a:lnTo>
                <a:lnTo>
                  <a:pt x="408" y="882"/>
                </a:lnTo>
                <a:lnTo>
                  <a:pt x="392" y="890"/>
                </a:lnTo>
                <a:lnTo>
                  <a:pt x="375" y="898"/>
                </a:lnTo>
                <a:lnTo>
                  <a:pt x="356" y="904"/>
                </a:lnTo>
                <a:lnTo>
                  <a:pt x="346" y="905"/>
                </a:lnTo>
                <a:lnTo>
                  <a:pt x="338" y="907"/>
                </a:lnTo>
                <a:lnTo>
                  <a:pt x="302" y="907"/>
                </a:lnTo>
                <a:lnTo>
                  <a:pt x="267" y="902"/>
                </a:lnTo>
                <a:lnTo>
                  <a:pt x="248" y="898"/>
                </a:lnTo>
                <a:lnTo>
                  <a:pt x="231" y="892"/>
                </a:lnTo>
                <a:lnTo>
                  <a:pt x="214" y="884"/>
                </a:lnTo>
                <a:lnTo>
                  <a:pt x="197" y="876"/>
                </a:lnTo>
                <a:lnTo>
                  <a:pt x="177" y="863"/>
                </a:lnTo>
                <a:lnTo>
                  <a:pt x="160" y="850"/>
                </a:lnTo>
                <a:lnTo>
                  <a:pt x="140" y="832"/>
                </a:lnTo>
                <a:lnTo>
                  <a:pt x="124" y="812"/>
                </a:lnTo>
                <a:lnTo>
                  <a:pt x="108" y="791"/>
                </a:lnTo>
                <a:lnTo>
                  <a:pt x="98" y="769"/>
                </a:lnTo>
                <a:lnTo>
                  <a:pt x="84" y="731"/>
                </a:lnTo>
                <a:lnTo>
                  <a:pt x="78" y="695"/>
                </a:lnTo>
                <a:lnTo>
                  <a:pt x="77" y="676"/>
                </a:lnTo>
                <a:lnTo>
                  <a:pt x="81" y="659"/>
                </a:lnTo>
                <a:lnTo>
                  <a:pt x="92" y="623"/>
                </a:lnTo>
                <a:lnTo>
                  <a:pt x="69" y="601"/>
                </a:lnTo>
                <a:lnTo>
                  <a:pt x="51" y="581"/>
                </a:lnTo>
                <a:lnTo>
                  <a:pt x="35" y="559"/>
                </a:lnTo>
                <a:lnTo>
                  <a:pt x="23" y="540"/>
                </a:lnTo>
                <a:lnTo>
                  <a:pt x="12" y="518"/>
                </a:lnTo>
                <a:lnTo>
                  <a:pt x="8" y="508"/>
                </a:lnTo>
                <a:lnTo>
                  <a:pt x="5" y="498"/>
                </a:lnTo>
                <a:lnTo>
                  <a:pt x="2" y="476"/>
                </a:lnTo>
                <a:lnTo>
                  <a:pt x="0" y="457"/>
                </a:lnTo>
                <a:lnTo>
                  <a:pt x="2" y="436"/>
                </a:lnTo>
                <a:lnTo>
                  <a:pt x="5" y="414"/>
                </a:lnTo>
                <a:lnTo>
                  <a:pt x="12" y="392"/>
                </a:lnTo>
                <a:lnTo>
                  <a:pt x="23" y="372"/>
                </a:lnTo>
                <a:lnTo>
                  <a:pt x="35" y="350"/>
                </a:lnTo>
                <a:lnTo>
                  <a:pt x="51" y="329"/>
                </a:lnTo>
                <a:lnTo>
                  <a:pt x="69" y="307"/>
                </a:lnTo>
                <a:lnTo>
                  <a:pt x="92" y="288"/>
                </a:lnTo>
                <a:lnTo>
                  <a:pt x="81" y="250"/>
                </a:lnTo>
                <a:lnTo>
                  <a:pt x="77" y="230"/>
                </a:lnTo>
                <a:lnTo>
                  <a:pt x="78" y="214"/>
                </a:lnTo>
                <a:lnTo>
                  <a:pt x="84" y="176"/>
                </a:lnTo>
                <a:lnTo>
                  <a:pt x="98" y="140"/>
                </a:lnTo>
                <a:lnTo>
                  <a:pt x="114" y="108"/>
                </a:lnTo>
                <a:lnTo>
                  <a:pt x="137" y="80"/>
                </a:lnTo>
                <a:lnTo>
                  <a:pt x="164" y="55"/>
                </a:lnTo>
                <a:lnTo>
                  <a:pt x="179" y="43"/>
                </a:lnTo>
                <a:lnTo>
                  <a:pt x="197" y="34"/>
                </a:lnTo>
                <a:lnTo>
                  <a:pt x="231" y="16"/>
                </a:lnTo>
                <a:lnTo>
                  <a:pt x="267" y="5"/>
                </a:lnTo>
                <a:lnTo>
                  <a:pt x="302" y="0"/>
                </a:lnTo>
                <a:lnTo>
                  <a:pt x="338" y="2"/>
                </a:lnTo>
                <a:lnTo>
                  <a:pt x="356" y="5"/>
                </a:lnTo>
                <a:lnTo>
                  <a:pt x="375" y="11"/>
                </a:lnTo>
                <a:lnTo>
                  <a:pt x="392" y="17"/>
                </a:lnTo>
                <a:lnTo>
                  <a:pt x="408" y="26"/>
                </a:lnTo>
                <a:lnTo>
                  <a:pt x="423" y="36"/>
                </a:lnTo>
                <a:lnTo>
                  <a:pt x="438" y="49"/>
                </a:lnTo>
                <a:lnTo>
                  <a:pt x="452" y="62"/>
                </a:lnTo>
                <a:lnTo>
                  <a:pt x="465" y="80"/>
                </a:lnTo>
                <a:lnTo>
                  <a:pt x="525" y="48"/>
                </a:lnTo>
                <a:lnTo>
                  <a:pt x="556" y="35"/>
                </a:lnTo>
                <a:lnTo>
                  <a:pt x="587" y="26"/>
                </a:lnTo>
                <a:lnTo>
                  <a:pt x="618" y="18"/>
                </a:lnTo>
                <a:lnTo>
                  <a:pt x="650" y="12"/>
                </a:lnTo>
                <a:lnTo>
                  <a:pt x="712" y="8"/>
                </a:lnTo>
                <a:lnTo>
                  <a:pt x="772" y="12"/>
                </a:lnTo>
                <a:lnTo>
                  <a:pt x="803" y="18"/>
                </a:lnTo>
                <a:lnTo>
                  <a:pt x="835" y="26"/>
                </a:lnTo>
                <a:lnTo>
                  <a:pt x="866" y="35"/>
                </a:lnTo>
                <a:lnTo>
                  <a:pt x="897" y="48"/>
                </a:lnTo>
                <a:lnTo>
                  <a:pt x="959" y="80"/>
                </a:lnTo>
                <a:lnTo>
                  <a:pt x="971" y="62"/>
                </a:lnTo>
                <a:lnTo>
                  <a:pt x="985" y="49"/>
                </a:lnTo>
                <a:lnTo>
                  <a:pt x="999" y="36"/>
                </a:lnTo>
                <a:lnTo>
                  <a:pt x="1016" y="26"/>
                </a:lnTo>
                <a:lnTo>
                  <a:pt x="1031" y="17"/>
                </a:lnTo>
                <a:lnTo>
                  <a:pt x="1049" y="11"/>
                </a:lnTo>
                <a:lnTo>
                  <a:pt x="1067" y="5"/>
                </a:lnTo>
                <a:lnTo>
                  <a:pt x="1088" y="2"/>
                </a:lnTo>
              </a:path>
            </a:pathLst>
          </a:custGeom>
          <a:gradFill rotWithShape="1">
            <a:gsLst>
              <a:gs pos="0">
                <a:srgbClr val="E28700"/>
              </a:gs>
              <a:gs pos="50000">
                <a:srgbClr val="FF9900">
                  <a:alpha val="59000"/>
                </a:srgbClr>
              </a:gs>
              <a:gs pos="100000">
                <a:srgbClr val="E28700"/>
              </a:gs>
            </a:gsLst>
            <a:lin ang="5400000" scaled="1"/>
          </a:gradFill>
          <a:ln w="12700">
            <a:solidFill>
              <a:srgbClr val="993300"/>
            </a:solidFill>
            <a:prstDash val="solid"/>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Arial" panose="020B0604020202020204" pitchFamily="34" charset="0"/>
            </a:endParaRPr>
          </a:p>
        </p:txBody>
      </p:sp>
      <p:sp>
        <p:nvSpPr>
          <p:cNvPr id="19475" name="Rectangle 18">
            <a:extLst>
              <a:ext uri="{FF2B5EF4-FFF2-40B4-BE49-F238E27FC236}">
                <a16:creationId xmlns:a16="http://schemas.microsoft.com/office/drawing/2014/main" id="{29613C7B-FDA0-5386-EBDC-D3E32C9F7D94}"/>
              </a:ext>
            </a:extLst>
          </p:cNvPr>
          <p:cNvSpPr>
            <a:spLocks noChangeArrowheads="1"/>
          </p:cNvSpPr>
          <p:nvPr/>
        </p:nvSpPr>
        <p:spPr bwMode="auto">
          <a:xfrm>
            <a:off x="1600200" y="3857625"/>
            <a:ext cx="5715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FC SAN</a:t>
            </a: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476" name="Line 19">
            <a:extLst>
              <a:ext uri="{FF2B5EF4-FFF2-40B4-BE49-F238E27FC236}">
                <a16:creationId xmlns:a16="http://schemas.microsoft.com/office/drawing/2014/main" id="{710C5220-604C-2AB3-CAAC-A0E4E79ADAB4}"/>
              </a:ext>
            </a:extLst>
          </p:cNvPr>
          <p:cNvSpPr>
            <a:spLocks noChangeShapeType="1"/>
          </p:cNvSpPr>
          <p:nvPr/>
        </p:nvSpPr>
        <p:spPr bwMode="auto">
          <a:xfrm flipH="1">
            <a:off x="3060700" y="4572000"/>
            <a:ext cx="381000" cy="0"/>
          </a:xfrm>
          <a:prstGeom prst="line">
            <a:avLst/>
          </a:prstGeom>
          <a:noFill/>
          <a:ln w="3810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477" name="Line 20">
            <a:extLst>
              <a:ext uri="{FF2B5EF4-FFF2-40B4-BE49-F238E27FC236}">
                <a16:creationId xmlns:a16="http://schemas.microsoft.com/office/drawing/2014/main" id="{C1A4E64E-C3D1-A3D0-0CC5-1A342FD23F11}"/>
              </a:ext>
            </a:extLst>
          </p:cNvPr>
          <p:cNvSpPr>
            <a:spLocks noChangeShapeType="1"/>
          </p:cNvSpPr>
          <p:nvPr/>
        </p:nvSpPr>
        <p:spPr bwMode="auto">
          <a:xfrm flipH="1">
            <a:off x="3048000" y="3352800"/>
            <a:ext cx="381000"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478" name="Line 21">
            <a:extLst>
              <a:ext uri="{FF2B5EF4-FFF2-40B4-BE49-F238E27FC236}">
                <a16:creationId xmlns:a16="http://schemas.microsoft.com/office/drawing/2014/main" id="{26328B13-6F3C-31AF-E429-8936B2478092}"/>
              </a:ext>
            </a:extLst>
          </p:cNvPr>
          <p:cNvSpPr>
            <a:spLocks noChangeShapeType="1"/>
          </p:cNvSpPr>
          <p:nvPr/>
        </p:nvSpPr>
        <p:spPr bwMode="auto">
          <a:xfrm flipH="1">
            <a:off x="2220913" y="3810000"/>
            <a:ext cx="533400"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479" name="Line 22">
            <a:extLst>
              <a:ext uri="{FF2B5EF4-FFF2-40B4-BE49-F238E27FC236}">
                <a16:creationId xmlns:a16="http://schemas.microsoft.com/office/drawing/2014/main" id="{0AFEB3FC-CB65-2D42-20C0-A28FF94DC91E}"/>
              </a:ext>
            </a:extLst>
          </p:cNvPr>
          <p:cNvSpPr>
            <a:spLocks noChangeShapeType="1"/>
          </p:cNvSpPr>
          <p:nvPr/>
        </p:nvSpPr>
        <p:spPr bwMode="auto">
          <a:xfrm flipH="1">
            <a:off x="2247900" y="3886200"/>
            <a:ext cx="657225"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480" name="Line 23">
            <a:extLst>
              <a:ext uri="{FF2B5EF4-FFF2-40B4-BE49-F238E27FC236}">
                <a16:creationId xmlns:a16="http://schemas.microsoft.com/office/drawing/2014/main" id="{A49C14FE-A314-E140-0291-1A432D916FEC}"/>
              </a:ext>
            </a:extLst>
          </p:cNvPr>
          <p:cNvSpPr>
            <a:spLocks noChangeShapeType="1"/>
          </p:cNvSpPr>
          <p:nvPr/>
        </p:nvSpPr>
        <p:spPr bwMode="auto">
          <a:xfrm flipH="1">
            <a:off x="2238375" y="4038600"/>
            <a:ext cx="533400"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481" name="Line 24">
            <a:extLst>
              <a:ext uri="{FF2B5EF4-FFF2-40B4-BE49-F238E27FC236}">
                <a16:creationId xmlns:a16="http://schemas.microsoft.com/office/drawing/2014/main" id="{3C12C4FC-FB23-2754-8C51-F5AE97DF2BD5}"/>
              </a:ext>
            </a:extLst>
          </p:cNvPr>
          <p:cNvSpPr>
            <a:spLocks noChangeShapeType="1"/>
          </p:cNvSpPr>
          <p:nvPr/>
        </p:nvSpPr>
        <p:spPr bwMode="auto">
          <a:xfrm flipH="1">
            <a:off x="2887663" y="3733800"/>
            <a:ext cx="533400"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482" name="Line 25">
            <a:extLst>
              <a:ext uri="{FF2B5EF4-FFF2-40B4-BE49-F238E27FC236}">
                <a16:creationId xmlns:a16="http://schemas.microsoft.com/office/drawing/2014/main" id="{3B2050D6-7314-4374-2284-B43BB45AFF69}"/>
              </a:ext>
            </a:extLst>
          </p:cNvPr>
          <p:cNvSpPr>
            <a:spLocks noChangeShapeType="1"/>
          </p:cNvSpPr>
          <p:nvPr/>
        </p:nvSpPr>
        <p:spPr bwMode="auto">
          <a:xfrm flipH="1" flipV="1">
            <a:off x="2887663" y="4191000"/>
            <a:ext cx="533400" cy="1270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483" name="Line 26">
            <a:extLst>
              <a:ext uri="{FF2B5EF4-FFF2-40B4-BE49-F238E27FC236}">
                <a16:creationId xmlns:a16="http://schemas.microsoft.com/office/drawing/2014/main" id="{2880FED9-C3DD-CD79-4F2F-143DE276822E}"/>
              </a:ext>
            </a:extLst>
          </p:cNvPr>
          <p:cNvSpPr>
            <a:spLocks noChangeShapeType="1"/>
          </p:cNvSpPr>
          <p:nvPr/>
        </p:nvSpPr>
        <p:spPr bwMode="auto">
          <a:xfrm flipH="1">
            <a:off x="2373313" y="3962400"/>
            <a:ext cx="533400"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484" name="Freeform 27">
            <a:extLst>
              <a:ext uri="{FF2B5EF4-FFF2-40B4-BE49-F238E27FC236}">
                <a16:creationId xmlns:a16="http://schemas.microsoft.com/office/drawing/2014/main" id="{07876E55-516D-DB5D-6B90-30CED6CF9EBB}"/>
              </a:ext>
            </a:extLst>
          </p:cNvPr>
          <p:cNvSpPr>
            <a:spLocks/>
          </p:cNvSpPr>
          <p:nvPr/>
        </p:nvSpPr>
        <p:spPr bwMode="auto">
          <a:xfrm>
            <a:off x="2751138" y="4038600"/>
            <a:ext cx="3175" cy="533400"/>
          </a:xfrm>
          <a:custGeom>
            <a:avLst/>
            <a:gdLst>
              <a:gd name="T0" fmla="*/ 2147483646 w 2"/>
              <a:gd name="T1" fmla="*/ 0 h 336"/>
              <a:gd name="T2" fmla="*/ 0 w 2"/>
              <a:gd name="T3" fmla="*/ 2147483646 h 336"/>
              <a:gd name="T4" fmla="*/ 0 60000 65536"/>
              <a:gd name="T5" fmla="*/ 0 60000 65536"/>
            </a:gdLst>
            <a:ahLst/>
            <a:cxnLst>
              <a:cxn ang="T4">
                <a:pos x="T0" y="T1"/>
              </a:cxn>
              <a:cxn ang="T5">
                <a:pos x="T2" y="T3"/>
              </a:cxn>
            </a:cxnLst>
            <a:rect l="0" t="0" r="r" b="b"/>
            <a:pathLst>
              <a:path w="2" h="336">
                <a:moveTo>
                  <a:pt x="2" y="0"/>
                </a:moveTo>
                <a:lnTo>
                  <a:pt x="0" y="336"/>
                </a:lnTo>
              </a:path>
            </a:pathLst>
          </a:custGeom>
          <a:solidFill>
            <a:srgbClr val="FFFFFF"/>
          </a:solidFill>
          <a:ln w="31750">
            <a:solidFill>
              <a:srgbClr val="FF9900"/>
            </a:solidFill>
            <a:round/>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485" name="Line 28">
            <a:extLst>
              <a:ext uri="{FF2B5EF4-FFF2-40B4-BE49-F238E27FC236}">
                <a16:creationId xmlns:a16="http://schemas.microsoft.com/office/drawing/2014/main" id="{CBCEB845-7480-07C1-2D78-8ABED35432F2}"/>
              </a:ext>
            </a:extLst>
          </p:cNvPr>
          <p:cNvSpPr>
            <a:spLocks noChangeShapeType="1"/>
          </p:cNvSpPr>
          <p:nvPr/>
        </p:nvSpPr>
        <p:spPr bwMode="auto">
          <a:xfrm flipH="1">
            <a:off x="2743200" y="4572000"/>
            <a:ext cx="381000"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486" name="Line 29">
            <a:extLst>
              <a:ext uri="{FF2B5EF4-FFF2-40B4-BE49-F238E27FC236}">
                <a16:creationId xmlns:a16="http://schemas.microsoft.com/office/drawing/2014/main" id="{4F13ED12-976D-8380-B873-DF55E7114555}"/>
              </a:ext>
            </a:extLst>
          </p:cNvPr>
          <p:cNvSpPr>
            <a:spLocks noChangeShapeType="1"/>
          </p:cNvSpPr>
          <p:nvPr/>
        </p:nvSpPr>
        <p:spPr bwMode="auto">
          <a:xfrm flipH="1">
            <a:off x="2732088" y="3352800"/>
            <a:ext cx="381000"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487" name="Line 30">
            <a:extLst>
              <a:ext uri="{FF2B5EF4-FFF2-40B4-BE49-F238E27FC236}">
                <a16:creationId xmlns:a16="http://schemas.microsoft.com/office/drawing/2014/main" id="{8AA11C42-B146-6148-0956-9C3AC9D3AE71}"/>
              </a:ext>
            </a:extLst>
          </p:cNvPr>
          <p:cNvSpPr>
            <a:spLocks noChangeShapeType="1"/>
          </p:cNvSpPr>
          <p:nvPr/>
        </p:nvSpPr>
        <p:spPr bwMode="auto">
          <a:xfrm flipH="1">
            <a:off x="2743200" y="3352800"/>
            <a:ext cx="0" cy="45720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488" name="Line 31">
            <a:extLst>
              <a:ext uri="{FF2B5EF4-FFF2-40B4-BE49-F238E27FC236}">
                <a16:creationId xmlns:a16="http://schemas.microsoft.com/office/drawing/2014/main" id="{8F1C197E-BD07-87BC-46EE-9583D7081C62}"/>
              </a:ext>
            </a:extLst>
          </p:cNvPr>
          <p:cNvSpPr>
            <a:spLocks noChangeShapeType="1"/>
          </p:cNvSpPr>
          <p:nvPr/>
        </p:nvSpPr>
        <p:spPr bwMode="auto">
          <a:xfrm flipH="1">
            <a:off x="2895600" y="3733800"/>
            <a:ext cx="0" cy="15240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489" name="Line 32">
            <a:extLst>
              <a:ext uri="{FF2B5EF4-FFF2-40B4-BE49-F238E27FC236}">
                <a16:creationId xmlns:a16="http://schemas.microsoft.com/office/drawing/2014/main" id="{29E961C1-977D-92C7-A658-AB2A3E5155E8}"/>
              </a:ext>
            </a:extLst>
          </p:cNvPr>
          <p:cNvSpPr>
            <a:spLocks noChangeShapeType="1"/>
          </p:cNvSpPr>
          <p:nvPr/>
        </p:nvSpPr>
        <p:spPr bwMode="auto">
          <a:xfrm flipH="1">
            <a:off x="2895600" y="3962400"/>
            <a:ext cx="0" cy="22860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490" name="Line 33">
            <a:extLst>
              <a:ext uri="{FF2B5EF4-FFF2-40B4-BE49-F238E27FC236}">
                <a16:creationId xmlns:a16="http://schemas.microsoft.com/office/drawing/2014/main" id="{932807AF-0C11-8E81-E747-E652313DF633}"/>
              </a:ext>
            </a:extLst>
          </p:cNvPr>
          <p:cNvSpPr>
            <a:spLocks noChangeShapeType="1"/>
          </p:cNvSpPr>
          <p:nvPr/>
        </p:nvSpPr>
        <p:spPr bwMode="auto">
          <a:xfrm flipH="1">
            <a:off x="4343400" y="4038600"/>
            <a:ext cx="1600200" cy="0"/>
          </a:xfrm>
          <a:prstGeom prst="line">
            <a:avLst/>
          </a:prstGeom>
          <a:noFill/>
          <a:ln w="3810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491" name="Line 35">
            <a:extLst>
              <a:ext uri="{FF2B5EF4-FFF2-40B4-BE49-F238E27FC236}">
                <a16:creationId xmlns:a16="http://schemas.microsoft.com/office/drawing/2014/main" id="{197C0676-5C8A-2FD2-900D-A4FDA5160AC4}"/>
              </a:ext>
            </a:extLst>
          </p:cNvPr>
          <p:cNvSpPr>
            <a:spLocks noChangeShapeType="1"/>
          </p:cNvSpPr>
          <p:nvPr/>
        </p:nvSpPr>
        <p:spPr bwMode="auto">
          <a:xfrm>
            <a:off x="7037388" y="4572000"/>
            <a:ext cx="212725"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492" name="Line 36">
            <a:extLst>
              <a:ext uri="{FF2B5EF4-FFF2-40B4-BE49-F238E27FC236}">
                <a16:creationId xmlns:a16="http://schemas.microsoft.com/office/drawing/2014/main" id="{1F231A35-36DD-7BEA-2C69-F0F3634B2D15}"/>
              </a:ext>
            </a:extLst>
          </p:cNvPr>
          <p:cNvSpPr>
            <a:spLocks noChangeShapeType="1"/>
          </p:cNvSpPr>
          <p:nvPr/>
        </p:nvSpPr>
        <p:spPr bwMode="auto">
          <a:xfrm>
            <a:off x="7165975" y="3733800"/>
            <a:ext cx="0" cy="15240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493" name="Line 38">
            <a:extLst>
              <a:ext uri="{FF2B5EF4-FFF2-40B4-BE49-F238E27FC236}">
                <a16:creationId xmlns:a16="http://schemas.microsoft.com/office/drawing/2014/main" id="{DA12657B-0A90-E284-3C5D-F6227B2970CE}"/>
              </a:ext>
            </a:extLst>
          </p:cNvPr>
          <p:cNvSpPr>
            <a:spLocks noChangeShapeType="1"/>
          </p:cNvSpPr>
          <p:nvPr/>
        </p:nvSpPr>
        <p:spPr bwMode="auto">
          <a:xfrm>
            <a:off x="6859588" y="4572000"/>
            <a:ext cx="214312" cy="0"/>
          </a:xfrm>
          <a:prstGeom prst="line">
            <a:avLst/>
          </a:prstGeom>
          <a:noFill/>
          <a:ln w="3810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494" name="Line 39">
            <a:extLst>
              <a:ext uri="{FF2B5EF4-FFF2-40B4-BE49-F238E27FC236}">
                <a16:creationId xmlns:a16="http://schemas.microsoft.com/office/drawing/2014/main" id="{E121F8EE-AA5C-1EB8-2DFD-5BFBD7522EFF}"/>
              </a:ext>
            </a:extLst>
          </p:cNvPr>
          <p:cNvSpPr>
            <a:spLocks noChangeShapeType="1"/>
          </p:cNvSpPr>
          <p:nvPr/>
        </p:nvSpPr>
        <p:spPr bwMode="auto">
          <a:xfrm>
            <a:off x="6858000" y="3352800"/>
            <a:ext cx="222250"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495" name="Line 40">
            <a:extLst>
              <a:ext uri="{FF2B5EF4-FFF2-40B4-BE49-F238E27FC236}">
                <a16:creationId xmlns:a16="http://schemas.microsoft.com/office/drawing/2014/main" id="{7A460912-E839-E221-01D9-6760BCD2856D}"/>
              </a:ext>
            </a:extLst>
          </p:cNvPr>
          <p:cNvSpPr>
            <a:spLocks noChangeShapeType="1"/>
          </p:cNvSpPr>
          <p:nvPr/>
        </p:nvSpPr>
        <p:spPr bwMode="auto">
          <a:xfrm>
            <a:off x="7243763" y="3810000"/>
            <a:ext cx="300037"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496" name="Line 41">
            <a:extLst>
              <a:ext uri="{FF2B5EF4-FFF2-40B4-BE49-F238E27FC236}">
                <a16:creationId xmlns:a16="http://schemas.microsoft.com/office/drawing/2014/main" id="{2DE3DB61-841A-D0CE-6FDD-7A87F1CAC52D}"/>
              </a:ext>
            </a:extLst>
          </p:cNvPr>
          <p:cNvSpPr>
            <a:spLocks noChangeShapeType="1"/>
          </p:cNvSpPr>
          <p:nvPr/>
        </p:nvSpPr>
        <p:spPr bwMode="auto">
          <a:xfrm>
            <a:off x="7165975" y="3886200"/>
            <a:ext cx="368300"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497" name="Line 42">
            <a:extLst>
              <a:ext uri="{FF2B5EF4-FFF2-40B4-BE49-F238E27FC236}">
                <a16:creationId xmlns:a16="http://schemas.microsoft.com/office/drawing/2014/main" id="{D0035944-C069-0DB2-7C32-A6B52A15DBA3}"/>
              </a:ext>
            </a:extLst>
          </p:cNvPr>
          <p:cNvSpPr>
            <a:spLocks noChangeShapeType="1"/>
          </p:cNvSpPr>
          <p:nvPr/>
        </p:nvSpPr>
        <p:spPr bwMode="auto">
          <a:xfrm>
            <a:off x="7234238" y="4038600"/>
            <a:ext cx="300037"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498" name="Line 43">
            <a:extLst>
              <a:ext uri="{FF2B5EF4-FFF2-40B4-BE49-F238E27FC236}">
                <a16:creationId xmlns:a16="http://schemas.microsoft.com/office/drawing/2014/main" id="{40C53D79-386C-8B91-09D2-DE6A188938F3}"/>
              </a:ext>
            </a:extLst>
          </p:cNvPr>
          <p:cNvSpPr>
            <a:spLocks noChangeShapeType="1"/>
          </p:cNvSpPr>
          <p:nvPr/>
        </p:nvSpPr>
        <p:spPr bwMode="auto">
          <a:xfrm>
            <a:off x="6858000" y="3733800"/>
            <a:ext cx="307975"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499" name="Line 44">
            <a:extLst>
              <a:ext uri="{FF2B5EF4-FFF2-40B4-BE49-F238E27FC236}">
                <a16:creationId xmlns:a16="http://schemas.microsoft.com/office/drawing/2014/main" id="{705E9655-A806-C27A-EC4E-6D571B330F00}"/>
              </a:ext>
            </a:extLst>
          </p:cNvPr>
          <p:cNvSpPr>
            <a:spLocks noChangeShapeType="1"/>
          </p:cNvSpPr>
          <p:nvPr/>
        </p:nvSpPr>
        <p:spPr bwMode="auto">
          <a:xfrm flipV="1">
            <a:off x="6858000" y="4191000"/>
            <a:ext cx="307975"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00" name="Line 45">
            <a:extLst>
              <a:ext uri="{FF2B5EF4-FFF2-40B4-BE49-F238E27FC236}">
                <a16:creationId xmlns:a16="http://schemas.microsoft.com/office/drawing/2014/main" id="{585E3B1A-E35E-C8D8-6F50-320E3364DB74}"/>
              </a:ext>
            </a:extLst>
          </p:cNvPr>
          <p:cNvSpPr>
            <a:spLocks noChangeShapeType="1"/>
          </p:cNvSpPr>
          <p:nvPr/>
        </p:nvSpPr>
        <p:spPr bwMode="auto">
          <a:xfrm>
            <a:off x="7159625" y="3962400"/>
            <a:ext cx="384175"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01" name="Freeform 46">
            <a:extLst>
              <a:ext uri="{FF2B5EF4-FFF2-40B4-BE49-F238E27FC236}">
                <a16:creationId xmlns:a16="http://schemas.microsoft.com/office/drawing/2014/main" id="{2C1D407F-5870-F9AF-A062-8A93B1AF04EC}"/>
              </a:ext>
            </a:extLst>
          </p:cNvPr>
          <p:cNvSpPr>
            <a:spLocks/>
          </p:cNvSpPr>
          <p:nvPr/>
        </p:nvSpPr>
        <p:spPr bwMode="auto">
          <a:xfrm flipH="1">
            <a:off x="7248525" y="4038600"/>
            <a:ext cx="1588" cy="533400"/>
          </a:xfrm>
          <a:custGeom>
            <a:avLst/>
            <a:gdLst>
              <a:gd name="T0" fmla="*/ 1001132368 w 2"/>
              <a:gd name="T1" fmla="*/ 0 h 336"/>
              <a:gd name="T2" fmla="*/ 0 w 2"/>
              <a:gd name="T3" fmla="*/ 2147483646 h 336"/>
              <a:gd name="T4" fmla="*/ 0 60000 65536"/>
              <a:gd name="T5" fmla="*/ 0 60000 65536"/>
            </a:gdLst>
            <a:ahLst/>
            <a:cxnLst>
              <a:cxn ang="T4">
                <a:pos x="T0" y="T1"/>
              </a:cxn>
              <a:cxn ang="T5">
                <a:pos x="T2" y="T3"/>
              </a:cxn>
            </a:cxnLst>
            <a:rect l="0" t="0" r="r" b="b"/>
            <a:pathLst>
              <a:path w="2" h="336">
                <a:moveTo>
                  <a:pt x="2" y="0"/>
                </a:moveTo>
                <a:lnTo>
                  <a:pt x="0" y="336"/>
                </a:lnTo>
              </a:path>
            </a:pathLst>
          </a:custGeom>
          <a:solidFill>
            <a:srgbClr val="FFFFFF"/>
          </a:solidFill>
          <a:ln w="31750">
            <a:solidFill>
              <a:srgbClr val="FF9900"/>
            </a:solidFill>
            <a:round/>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02" name="Line 47">
            <a:extLst>
              <a:ext uri="{FF2B5EF4-FFF2-40B4-BE49-F238E27FC236}">
                <a16:creationId xmlns:a16="http://schemas.microsoft.com/office/drawing/2014/main" id="{F6467544-201C-C03A-0CD1-339D7E789BC2}"/>
              </a:ext>
            </a:extLst>
          </p:cNvPr>
          <p:cNvSpPr>
            <a:spLocks noChangeShapeType="1"/>
          </p:cNvSpPr>
          <p:nvPr/>
        </p:nvSpPr>
        <p:spPr bwMode="auto">
          <a:xfrm>
            <a:off x="7037388" y="3352800"/>
            <a:ext cx="212725"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03" name="Line 48">
            <a:extLst>
              <a:ext uri="{FF2B5EF4-FFF2-40B4-BE49-F238E27FC236}">
                <a16:creationId xmlns:a16="http://schemas.microsoft.com/office/drawing/2014/main" id="{4F6F0FC0-3258-DC9F-8C29-436B100A2DC2}"/>
              </a:ext>
            </a:extLst>
          </p:cNvPr>
          <p:cNvSpPr>
            <a:spLocks noChangeShapeType="1"/>
          </p:cNvSpPr>
          <p:nvPr/>
        </p:nvSpPr>
        <p:spPr bwMode="auto">
          <a:xfrm>
            <a:off x="7250113" y="3352800"/>
            <a:ext cx="0" cy="45720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04" name="Line 49">
            <a:extLst>
              <a:ext uri="{FF2B5EF4-FFF2-40B4-BE49-F238E27FC236}">
                <a16:creationId xmlns:a16="http://schemas.microsoft.com/office/drawing/2014/main" id="{8016ECB0-8D2C-3F68-BCA9-4054E50464E9}"/>
              </a:ext>
            </a:extLst>
          </p:cNvPr>
          <p:cNvSpPr>
            <a:spLocks noChangeShapeType="1"/>
          </p:cNvSpPr>
          <p:nvPr/>
        </p:nvSpPr>
        <p:spPr bwMode="auto">
          <a:xfrm>
            <a:off x="7165975" y="3962400"/>
            <a:ext cx="0" cy="22860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05" name="Rectangle 51">
            <a:extLst>
              <a:ext uri="{FF2B5EF4-FFF2-40B4-BE49-F238E27FC236}">
                <a16:creationId xmlns:a16="http://schemas.microsoft.com/office/drawing/2014/main" id="{3876E4D6-25E8-33E6-DA43-98F67ADE6EEB}"/>
              </a:ext>
            </a:extLst>
          </p:cNvPr>
          <p:cNvSpPr>
            <a:spLocks noChangeArrowheads="1"/>
          </p:cNvSpPr>
          <p:nvPr/>
        </p:nvSpPr>
        <p:spPr bwMode="auto">
          <a:xfrm>
            <a:off x="5949950" y="3024188"/>
            <a:ext cx="784225" cy="1871662"/>
          </a:xfrm>
          <a:prstGeom prst="rect">
            <a:avLst/>
          </a:prstGeom>
          <a:gradFill rotWithShape="1">
            <a:gsLst>
              <a:gs pos="0">
                <a:srgbClr val="6F9995"/>
              </a:gs>
              <a:gs pos="100000">
                <a:srgbClr val="52716E"/>
              </a:gs>
            </a:gsLst>
            <a:lin ang="2700000" scaled="1"/>
          </a:gradFill>
          <a:ln w="12700" algn="ctr">
            <a:solidFill>
              <a:srgbClr val="88B8B6"/>
            </a:solidFill>
            <a:miter lim="800000"/>
            <a:headEnd/>
            <a:tailEnd type="none" w="lg" len="me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06" name="Rectangle 52">
            <a:extLst>
              <a:ext uri="{FF2B5EF4-FFF2-40B4-BE49-F238E27FC236}">
                <a16:creationId xmlns:a16="http://schemas.microsoft.com/office/drawing/2014/main" id="{7925EB1A-1F2A-D32B-78DF-93A59CA10B43}"/>
              </a:ext>
            </a:extLst>
          </p:cNvPr>
          <p:cNvSpPr>
            <a:spLocks noChangeArrowheads="1"/>
          </p:cNvSpPr>
          <p:nvPr/>
        </p:nvSpPr>
        <p:spPr bwMode="auto">
          <a:xfrm>
            <a:off x="6338888" y="3167063"/>
            <a:ext cx="395287" cy="720725"/>
          </a:xfrm>
          <a:prstGeom prst="rect">
            <a:avLst/>
          </a:prstGeom>
          <a:gradFill rotWithShape="1">
            <a:gsLst>
              <a:gs pos="0">
                <a:srgbClr val="86BAB5"/>
              </a:gs>
              <a:gs pos="100000">
                <a:srgbClr val="5B7E7B"/>
              </a:gs>
            </a:gsLst>
            <a:lin ang="2700000" scaled="1"/>
          </a:gradFill>
          <a:ln w="12700" algn="ctr">
            <a:solidFill>
              <a:srgbClr val="88B8B6"/>
            </a:solidFill>
            <a:miter lim="800000"/>
            <a:headEnd/>
            <a:tailEnd type="none" w="lg" len="me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07" name="Rectangle 53">
            <a:extLst>
              <a:ext uri="{FF2B5EF4-FFF2-40B4-BE49-F238E27FC236}">
                <a16:creationId xmlns:a16="http://schemas.microsoft.com/office/drawing/2014/main" id="{22F013A3-5518-B7E5-C0C9-CDA7567D328A}"/>
              </a:ext>
            </a:extLst>
          </p:cNvPr>
          <p:cNvSpPr>
            <a:spLocks noChangeArrowheads="1"/>
          </p:cNvSpPr>
          <p:nvPr/>
        </p:nvSpPr>
        <p:spPr bwMode="auto">
          <a:xfrm>
            <a:off x="6338888" y="4030663"/>
            <a:ext cx="395287" cy="720725"/>
          </a:xfrm>
          <a:prstGeom prst="rect">
            <a:avLst/>
          </a:prstGeom>
          <a:gradFill rotWithShape="1">
            <a:gsLst>
              <a:gs pos="0">
                <a:srgbClr val="86BAB5"/>
              </a:gs>
              <a:gs pos="100000">
                <a:srgbClr val="5B7E7B"/>
              </a:gs>
            </a:gsLst>
            <a:lin ang="2700000" scaled="1"/>
          </a:gradFill>
          <a:ln w="12700" algn="ctr">
            <a:solidFill>
              <a:srgbClr val="88B8B6"/>
            </a:solidFill>
            <a:miter lim="800000"/>
            <a:headEnd/>
            <a:tailEnd type="none" w="lg" len="me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08" name="Rectangle 55">
            <a:extLst>
              <a:ext uri="{FF2B5EF4-FFF2-40B4-BE49-F238E27FC236}">
                <a16:creationId xmlns:a16="http://schemas.microsoft.com/office/drawing/2014/main" id="{183A649A-50A3-CD98-97A0-6DE7A04B16EC}"/>
              </a:ext>
            </a:extLst>
          </p:cNvPr>
          <p:cNvSpPr>
            <a:spLocks noChangeArrowheads="1"/>
          </p:cNvSpPr>
          <p:nvPr/>
        </p:nvSpPr>
        <p:spPr bwMode="auto">
          <a:xfrm>
            <a:off x="6734175" y="3267075"/>
            <a:ext cx="150813" cy="150813"/>
          </a:xfrm>
          <a:prstGeom prst="rect">
            <a:avLst/>
          </a:prstGeom>
          <a:gradFill rotWithShape="1">
            <a:gsLst>
              <a:gs pos="0">
                <a:srgbClr val="86BAB5"/>
              </a:gs>
              <a:gs pos="100000">
                <a:srgbClr val="5B7E7B"/>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09" name="Rectangle 56">
            <a:extLst>
              <a:ext uri="{FF2B5EF4-FFF2-40B4-BE49-F238E27FC236}">
                <a16:creationId xmlns:a16="http://schemas.microsoft.com/office/drawing/2014/main" id="{CFE7C524-4451-985C-7981-6E129B4310C2}"/>
              </a:ext>
            </a:extLst>
          </p:cNvPr>
          <p:cNvSpPr>
            <a:spLocks noChangeArrowheads="1"/>
          </p:cNvSpPr>
          <p:nvPr/>
        </p:nvSpPr>
        <p:spPr bwMode="auto">
          <a:xfrm>
            <a:off x="6734175" y="3635375"/>
            <a:ext cx="150813" cy="150813"/>
          </a:xfrm>
          <a:prstGeom prst="rect">
            <a:avLst/>
          </a:prstGeom>
          <a:gradFill rotWithShape="1">
            <a:gsLst>
              <a:gs pos="0">
                <a:srgbClr val="86BAB5"/>
              </a:gs>
              <a:gs pos="100000">
                <a:srgbClr val="5B7E7B"/>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10" name="Rectangle 58">
            <a:extLst>
              <a:ext uri="{FF2B5EF4-FFF2-40B4-BE49-F238E27FC236}">
                <a16:creationId xmlns:a16="http://schemas.microsoft.com/office/drawing/2014/main" id="{D6846D4F-85F3-6134-4C55-102FB8ABBB2E}"/>
              </a:ext>
            </a:extLst>
          </p:cNvPr>
          <p:cNvSpPr>
            <a:spLocks noChangeArrowheads="1"/>
          </p:cNvSpPr>
          <p:nvPr/>
        </p:nvSpPr>
        <p:spPr bwMode="auto">
          <a:xfrm>
            <a:off x="6734175" y="4132263"/>
            <a:ext cx="150813" cy="150812"/>
          </a:xfrm>
          <a:prstGeom prst="rect">
            <a:avLst/>
          </a:prstGeom>
          <a:gradFill rotWithShape="1">
            <a:gsLst>
              <a:gs pos="0">
                <a:srgbClr val="86BAB5"/>
              </a:gs>
              <a:gs pos="100000">
                <a:srgbClr val="5B7E7B"/>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11" name="Rectangle 59">
            <a:extLst>
              <a:ext uri="{FF2B5EF4-FFF2-40B4-BE49-F238E27FC236}">
                <a16:creationId xmlns:a16="http://schemas.microsoft.com/office/drawing/2014/main" id="{753AC403-7C2A-E0EB-5DE6-40506A8572DF}"/>
              </a:ext>
            </a:extLst>
          </p:cNvPr>
          <p:cNvSpPr>
            <a:spLocks noChangeArrowheads="1"/>
          </p:cNvSpPr>
          <p:nvPr/>
        </p:nvSpPr>
        <p:spPr bwMode="auto">
          <a:xfrm>
            <a:off x="6734175" y="4500563"/>
            <a:ext cx="150813" cy="150812"/>
          </a:xfrm>
          <a:prstGeom prst="rect">
            <a:avLst/>
          </a:prstGeom>
          <a:gradFill rotWithShape="1">
            <a:gsLst>
              <a:gs pos="0">
                <a:srgbClr val="86BAB5"/>
              </a:gs>
              <a:gs pos="100000">
                <a:srgbClr val="5B7E7B"/>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12" name="Rectangle 61">
            <a:extLst>
              <a:ext uri="{FF2B5EF4-FFF2-40B4-BE49-F238E27FC236}">
                <a16:creationId xmlns:a16="http://schemas.microsoft.com/office/drawing/2014/main" id="{2F9C41DF-2E3C-1CD7-60BB-95AD90BCDF34}"/>
              </a:ext>
            </a:extLst>
          </p:cNvPr>
          <p:cNvSpPr>
            <a:spLocks noChangeArrowheads="1"/>
          </p:cNvSpPr>
          <p:nvPr/>
        </p:nvSpPr>
        <p:spPr bwMode="auto">
          <a:xfrm>
            <a:off x="3582988" y="3046413"/>
            <a:ext cx="784225" cy="1871662"/>
          </a:xfrm>
          <a:prstGeom prst="rect">
            <a:avLst/>
          </a:prstGeom>
          <a:gradFill rotWithShape="1">
            <a:gsLst>
              <a:gs pos="0">
                <a:srgbClr val="6F9995"/>
              </a:gs>
              <a:gs pos="100000">
                <a:srgbClr val="52716E"/>
              </a:gs>
            </a:gsLst>
            <a:lin ang="2700000" scaled="1"/>
          </a:gradFill>
          <a:ln w="12700" algn="ctr">
            <a:solidFill>
              <a:srgbClr val="88B8B6"/>
            </a:solidFill>
            <a:miter lim="800000"/>
            <a:headEnd/>
            <a:tailEnd type="none" w="lg" len="me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13" name="Rectangle 62">
            <a:extLst>
              <a:ext uri="{FF2B5EF4-FFF2-40B4-BE49-F238E27FC236}">
                <a16:creationId xmlns:a16="http://schemas.microsoft.com/office/drawing/2014/main" id="{6DAA726A-09B6-F3B5-19A6-55DC3460DCBC}"/>
              </a:ext>
            </a:extLst>
          </p:cNvPr>
          <p:cNvSpPr>
            <a:spLocks noChangeArrowheads="1"/>
          </p:cNvSpPr>
          <p:nvPr/>
        </p:nvSpPr>
        <p:spPr bwMode="auto">
          <a:xfrm>
            <a:off x="3582988" y="3189288"/>
            <a:ext cx="395287" cy="720725"/>
          </a:xfrm>
          <a:prstGeom prst="rect">
            <a:avLst/>
          </a:prstGeom>
          <a:gradFill rotWithShape="1">
            <a:gsLst>
              <a:gs pos="0">
                <a:srgbClr val="86BAB5"/>
              </a:gs>
              <a:gs pos="100000">
                <a:srgbClr val="5B7E7B"/>
              </a:gs>
            </a:gsLst>
            <a:lin ang="2700000" scaled="1"/>
          </a:gradFill>
          <a:ln w="12700" algn="ctr">
            <a:solidFill>
              <a:srgbClr val="88B8B6"/>
            </a:solidFill>
            <a:miter lim="800000"/>
            <a:headEnd/>
            <a:tailEnd type="none" w="lg" len="me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14" name="Rectangle 63">
            <a:extLst>
              <a:ext uri="{FF2B5EF4-FFF2-40B4-BE49-F238E27FC236}">
                <a16:creationId xmlns:a16="http://schemas.microsoft.com/office/drawing/2014/main" id="{60C20261-6656-5C82-0058-63F2FDF261C4}"/>
              </a:ext>
            </a:extLst>
          </p:cNvPr>
          <p:cNvSpPr>
            <a:spLocks noChangeArrowheads="1"/>
          </p:cNvSpPr>
          <p:nvPr/>
        </p:nvSpPr>
        <p:spPr bwMode="auto">
          <a:xfrm>
            <a:off x="3582988" y="4052888"/>
            <a:ext cx="395287" cy="720725"/>
          </a:xfrm>
          <a:prstGeom prst="rect">
            <a:avLst/>
          </a:prstGeom>
          <a:gradFill rotWithShape="1">
            <a:gsLst>
              <a:gs pos="0">
                <a:srgbClr val="86BAB5"/>
              </a:gs>
              <a:gs pos="100000">
                <a:srgbClr val="5B7E7B"/>
              </a:gs>
            </a:gsLst>
            <a:lin ang="2700000" scaled="1"/>
          </a:gradFill>
          <a:ln w="12700" algn="ctr">
            <a:solidFill>
              <a:srgbClr val="88B8B6"/>
            </a:solidFill>
            <a:miter lim="800000"/>
            <a:headEnd/>
            <a:tailEnd type="none" w="lg" len="me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15" name="Rectangle 64">
            <a:extLst>
              <a:ext uri="{FF2B5EF4-FFF2-40B4-BE49-F238E27FC236}">
                <a16:creationId xmlns:a16="http://schemas.microsoft.com/office/drawing/2014/main" id="{45341124-9C75-A006-016F-4BE3C3E5976C}"/>
              </a:ext>
            </a:extLst>
          </p:cNvPr>
          <p:cNvSpPr>
            <a:spLocks noChangeArrowheads="1"/>
          </p:cNvSpPr>
          <p:nvPr/>
        </p:nvSpPr>
        <p:spPr bwMode="auto">
          <a:xfrm>
            <a:off x="3432175" y="3289300"/>
            <a:ext cx="150813" cy="150813"/>
          </a:xfrm>
          <a:prstGeom prst="rect">
            <a:avLst/>
          </a:prstGeom>
          <a:gradFill rotWithShape="1">
            <a:gsLst>
              <a:gs pos="0">
                <a:srgbClr val="86BAB5"/>
              </a:gs>
              <a:gs pos="100000">
                <a:srgbClr val="5B7E7B"/>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16" name="Rectangle 65">
            <a:extLst>
              <a:ext uri="{FF2B5EF4-FFF2-40B4-BE49-F238E27FC236}">
                <a16:creationId xmlns:a16="http://schemas.microsoft.com/office/drawing/2014/main" id="{4B8715AC-3040-0E29-FD90-E539B5BB963A}"/>
              </a:ext>
            </a:extLst>
          </p:cNvPr>
          <p:cNvSpPr>
            <a:spLocks noChangeArrowheads="1"/>
          </p:cNvSpPr>
          <p:nvPr/>
        </p:nvSpPr>
        <p:spPr bwMode="auto">
          <a:xfrm>
            <a:off x="3432175" y="3657600"/>
            <a:ext cx="150813" cy="150813"/>
          </a:xfrm>
          <a:prstGeom prst="rect">
            <a:avLst/>
          </a:prstGeom>
          <a:gradFill rotWithShape="1">
            <a:gsLst>
              <a:gs pos="0">
                <a:srgbClr val="86BAB5"/>
              </a:gs>
              <a:gs pos="100000">
                <a:srgbClr val="5B7E7B"/>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17" name="Rectangle 67">
            <a:extLst>
              <a:ext uri="{FF2B5EF4-FFF2-40B4-BE49-F238E27FC236}">
                <a16:creationId xmlns:a16="http://schemas.microsoft.com/office/drawing/2014/main" id="{64FCC077-036E-A218-29BE-161B6A7EA6DF}"/>
              </a:ext>
            </a:extLst>
          </p:cNvPr>
          <p:cNvSpPr>
            <a:spLocks noChangeArrowheads="1"/>
          </p:cNvSpPr>
          <p:nvPr/>
        </p:nvSpPr>
        <p:spPr bwMode="auto">
          <a:xfrm>
            <a:off x="3432175" y="4154488"/>
            <a:ext cx="150813" cy="150812"/>
          </a:xfrm>
          <a:prstGeom prst="rect">
            <a:avLst/>
          </a:prstGeom>
          <a:gradFill rotWithShape="1">
            <a:gsLst>
              <a:gs pos="0">
                <a:srgbClr val="86BAB5"/>
              </a:gs>
              <a:gs pos="100000">
                <a:srgbClr val="5B7E7B"/>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18" name="Rectangle 68">
            <a:extLst>
              <a:ext uri="{FF2B5EF4-FFF2-40B4-BE49-F238E27FC236}">
                <a16:creationId xmlns:a16="http://schemas.microsoft.com/office/drawing/2014/main" id="{2D8C6DDF-B62E-C4C1-8792-B7C32301DE0A}"/>
              </a:ext>
            </a:extLst>
          </p:cNvPr>
          <p:cNvSpPr>
            <a:spLocks noChangeArrowheads="1"/>
          </p:cNvSpPr>
          <p:nvPr/>
        </p:nvSpPr>
        <p:spPr bwMode="auto">
          <a:xfrm>
            <a:off x="3432175" y="4522788"/>
            <a:ext cx="150813" cy="150812"/>
          </a:xfrm>
          <a:prstGeom prst="rect">
            <a:avLst/>
          </a:prstGeom>
          <a:gradFill rotWithShape="1">
            <a:gsLst>
              <a:gs pos="0">
                <a:srgbClr val="86BAB5"/>
              </a:gs>
              <a:gs pos="100000">
                <a:srgbClr val="5B7E7B"/>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19" name="Rectangle 71">
            <a:extLst>
              <a:ext uri="{FF2B5EF4-FFF2-40B4-BE49-F238E27FC236}">
                <a16:creationId xmlns:a16="http://schemas.microsoft.com/office/drawing/2014/main" id="{9B77FEF8-7EF3-4A39-FBB1-6BE7EC30C3C7}"/>
              </a:ext>
            </a:extLst>
          </p:cNvPr>
          <p:cNvSpPr>
            <a:spLocks noChangeArrowheads="1"/>
          </p:cNvSpPr>
          <p:nvPr/>
        </p:nvSpPr>
        <p:spPr bwMode="auto">
          <a:xfrm>
            <a:off x="4648200" y="3429000"/>
            <a:ext cx="128588" cy="128588"/>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20" name="Rectangle 72">
            <a:extLst>
              <a:ext uri="{FF2B5EF4-FFF2-40B4-BE49-F238E27FC236}">
                <a16:creationId xmlns:a16="http://schemas.microsoft.com/office/drawing/2014/main" id="{3BB05612-74E6-3F91-2404-04A5400C5B48}"/>
              </a:ext>
            </a:extLst>
          </p:cNvPr>
          <p:cNvSpPr>
            <a:spLocks noChangeArrowheads="1"/>
          </p:cNvSpPr>
          <p:nvPr/>
        </p:nvSpPr>
        <p:spPr bwMode="auto">
          <a:xfrm>
            <a:off x="4776788" y="3429000"/>
            <a:ext cx="128587" cy="128588"/>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21" name="Rectangle 73">
            <a:extLst>
              <a:ext uri="{FF2B5EF4-FFF2-40B4-BE49-F238E27FC236}">
                <a16:creationId xmlns:a16="http://schemas.microsoft.com/office/drawing/2014/main" id="{A682AAC2-6643-7FC8-8C3A-DE0DFA353B44}"/>
              </a:ext>
            </a:extLst>
          </p:cNvPr>
          <p:cNvSpPr>
            <a:spLocks noChangeArrowheads="1"/>
          </p:cNvSpPr>
          <p:nvPr/>
        </p:nvSpPr>
        <p:spPr bwMode="auto">
          <a:xfrm>
            <a:off x="4905375" y="3429000"/>
            <a:ext cx="128588" cy="128588"/>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22" name="Rectangle 74">
            <a:extLst>
              <a:ext uri="{FF2B5EF4-FFF2-40B4-BE49-F238E27FC236}">
                <a16:creationId xmlns:a16="http://schemas.microsoft.com/office/drawing/2014/main" id="{76852043-E276-2013-FF63-23F7A5AB1155}"/>
              </a:ext>
            </a:extLst>
          </p:cNvPr>
          <p:cNvSpPr>
            <a:spLocks noChangeArrowheads="1"/>
          </p:cNvSpPr>
          <p:nvPr/>
        </p:nvSpPr>
        <p:spPr bwMode="auto">
          <a:xfrm>
            <a:off x="5033963" y="3429000"/>
            <a:ext cx="128587" cy="128588"/>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23" name="Rectangle 75">
            <a:extLst>
              <a:ext uri="{FF2B5EF4-FFF2-40B4-BE49-F238E27FC236}">
                <a16:creationId xmlns:a16="http://schemas.microsoft.com/office/drawing/2014/main" id="{5EFCD723-4D39-DAC9-2B93-C7813870845D}"/>
              </a:ext>
            </a:extLst>
          </p:cNvPr>
          <p:cNvSpPr>
            <a:spLocks noChangeArrowheads="1"/>
          </p:cNvSpPr>
          <p:nvPr/>
        </p:nvSpPr>
        <p:spPr bwMode="auto">
          <a:xfrm>
            <a:off x="5162550" y="3429000"/>
            <a:ext cx="128588" cy="128588"/>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24" name="Rectangle 76">
            <a:extLst>
              <a:ext uri="{FF2B5EF4-FFF2-40B4-BE49-F238E27FC236}">
                <a16:creationId xmlns:a16="http://schemas.microsoft.com/office/drawing/2014/main" id="{2DB909D2-54FC-C3EA-A0D8-75BA76DD1C70}"/>
              </a:ext>
            </a:extLst>
          </p:cNvPr>
          <p:cNvSpPr>
            <a:spLocks noChangeArrowheads="1"/>
          </p:cNvSpPr>
          <p:nvPr/>
        </p:nvSpPr>
        <p:spPr bwMode="auto">
          <a:xfrm>
            <a:off x="5291138" y="3429000"/>
            <a:ext cx="128587" cy="128588"/>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25" name="Rectangle 77">
            <a:extLst>
              <a:ext uri="{FF2B5EF4-FFF2-40B4-BE49-F238E27FC236}">
                <a16:creationId xmlns:a16="http://schemas.microsoft.com/office/drawing/2014/main" id="{F3C05905-FBC4-B16B-EE16-119315E8E57F}"/>
              </a:ext>
            </a:extLst>
          </p:cNvPr>
          <p:cNvSpPr>
            <a:spLocks noChangeArrowheads="1"/>
          </p:cNvSpPr>
          <p:nvPr/>
        </p:nvSpPr>
        <p:spPr bwMode="auto">
          <a:xfrm>
            <a:off x="5419725" y="3429000"/>
            <a:ext cx="128588" cy="128588"/>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26" name="Rectangle 78">
            <a:extLst>
              <a:ext uri="{FF2B5EF4-FFF2-40B4-BE49-F238E27FC236}">
                <a16:creationId xmlns:a16="http://schemas.microsoft.com/office/drawing/2014/main" id="{61691838-6EEE-F01C-61D7-D9C8AF92EC43}"/>
              </a:ext>
            </a:extLst>
          </p:cNvPr>
          <p:cNvSpPr>
            <a:spLocks noChangeArrowheads="1"/>
          </p:cNvSpPr>
          <p:nvPr/>
        </p:nvSpPr>
        <p:spPr bwMode="auto">
          <a:xfrm>
            <a:off x="5548313" y="3429000"/>
            <a:ext cx="128587" cy="128588"/>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27" name="Rectangle 80">
            <a:extLst>
              <a:ext uri="{FF2B5EF4-FFF2-40B4-BE49-F238E27FC236}">
                <a16:creationId xmlns:a16="http://schemas.microsoft.com/office/drawing/2014/main" id="{987AFF58-C4A0-721A-9F17-ABE1B6C68553}"/>
              </a:ext>
            </a:extLst>
          </p:cNvPr>
          <p:cNvSpPr>
            <a:spLocks noChangeArrowheads="1"/>
          </p:cNvSpPr>
          <p:nvPr/>
        </p:nvSpPr>
        <p:spPr bwMode="auto">
          <a:xfrm>
            <a:off x="4648200" y="3557588"/>
            <a:ext cx="128588" cy="128587"/>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28" name="Rectangle 81">
            <a:extLst>
              <a:ext uri="{FF2B5EF4-FFF2-40B4-BE49-F238E27FC236}">
                <a16:creationId xmlns:a16="http://schemas.microsoft.com/office/drawing/2014/main" id="{999B2365-F569-7722-A73B-BFA01D857F1C}"/>
              </a:ext>
            </a:extLst>
          </p:cNvPr>
          <p:cNvSpPr>
            <a:spLocks noChangeArrowheads="1"/>
          </p:cNvSpPr>
          <p:nvPr/>
        </p:nvSpPr>
        <p:spPr bwMode="auto">
          <a:xfrm>
            <a:off x="4776788" y="3557588"/>
            <a:ext cx="128587" cy="128587"/>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29" name="Rectangle 82">
            <a:extLst>
              <a:ext uri="{FF2B5EF4-FFF2-40B4-BE49-F238E27FC236}">
                <a16:creationId xmlns:a16="http://schemas.microsoft.com/office/drawing/2014/main" id="{C2C240D6-64FD-E628-09A7-59F34B518443}"/>
              </a:ext>
            </a:extLst>
          </p:cNvPr>
          <p:cNvSpPr>
            <a:spLocks noChangeArrowheads="1"/>
          </p:cNvSpPr>
          <p:nvPr/>
        </p:nvSpPr>
        <p:spPr bwMode="auto">
          <a:xfrm>
            <a:off x="4905375" y="3557588"/>
            <a:ext cx="128588" cy="128587"/>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30" name="Rectangle 83">
            <a:extLst>
              <a:ext uri="{FF2B5EF4-FFF2-40B4-BE49-F238E27FC236}">
                <a16:creationId xmlns:a16="http://schemas.microsoft.com/office/drawing/2014/main" id="{965AEDA4-A735-D645-593D-49CC946E4E68}"/>
              </a:ext>
            </a:extLst>
          </p:cNvPr>
          <p:cNvSpPr>
            <a:spLocks noChangeArrowheads="1"/>
          </p:cNvSpPr>
          <p:nvPr/>
        </p:nvSpPr>
        <p:spPr bwMode="auto">
          <a:xfrm>
            <a:off x="5033963" y="3557588"/>
            <a:ext cx="128587" cy="128587"/>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31" name="Rectangle 84">
            <a:extLst>
              <a:ext uri="{FF2B5EF4-FFF2-40B4-BE49-F238E27FC236}">
                <a16:creationId xmlns:a16="http://schemas.microsoft.com/office/drawing/2014/main" id="{C0E2133F-290B-79F9-C504-BBB843DC64CA}"/>
              </a:ext>
            </a:extLst>
          </p:cNvPr>
          <p:cNvSpPr>
            <a:spLocks noChangeArrowheads="1"/>
          </p:cNvSpPr>
          <p:nvPr/>
        </p:nvSpPr>
        <p:spPr bwMode="auto">
          <a:xfrm>
            <a:off x="5162550" y="3557588"/>
            <a:ext cx="128588" cy="128587"/>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32" name="Rectangle 85">
            <a:extLst>
              <a:ext uri="{FF2B5EF4-FFF2-40B4-BE49-F238E27FC236}">
                <a16:creationId xmlns:a16="http://schemas.microsoft.com/office/drawing/2014/main" id="{E1F25699-2234-54D7-1788-F581252CBF6F}"/>
              </a:ext>
            </a:extLst>
          </p:cNvPr>
          <p:cNvSpPr>
            <a:spLocks noChangeArrowheads="1"/>
          </p:cNvSpPr>
          <p:nvPr/>
        </p:nvSpPr>
        <p:spPr bwMode="auto">
          <a:xfrm>
            <a:off x="5291138" y="3557588"/>
            <a:ext cx="128587" cy="128587"/>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33" name="Rectangle 86">
            <a:extLst>
              <a:ext uri="{FF2B5EF4-FFF2-40B4-BE49-F238E27FC236}">
                <a16:creationId xmlns:a16="http://schemas.microsoft.com/office/drawing/2014/main" id="{A43599D5-8D27-3DB4-E5CA-CCDA91D2E770}"/>
              </a:ext>
            </a:extLst>
          </p:cNvPr>
          <p:cNvSpPr>
            <a:spLocks noChangeArrowheads="1"/>
          </p:cNvSpPr>
          <p:nvPr/>
        </p:nvSpPr>
        <p:spPr bwMode="auto">
          <a:xfrm>
            <a:off x="5419725" y="3557588"/>
            <a:ext cx="128588" cy="128587"/>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34" name="Rectangle 87">
            <a:extLst>
              <a:ext uri="{FF2B5EF4-FFF2-40B4-BE49-F238E27FC236}">
                <a16:creationId xmlns:a16="http://schemas.microsoft.com/office/drawing/2014/main" id="{B4107DEB-D989-1084-52DB-7D70E047CD91}"/>
              </a:ext>
            </a:extLst>
          </p:cNvPr>
          <p:cNvSpPr>
            <a:spLocks noChangeArrowheads="1"/>
          </p:cNvSpPr>
          <p:nvPr/>
        </p:nvSpPr>
        <p:spPr bwMode="auto">
          <a:xfrm>
            <a:off x="5548313" y="3557588"/>
            <a:ext cx="128587" cy="128587"/>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35" name="Rectangle 89">
            <a:extLst>
              <a:ext uri="{FF2B5EF4-FFF2-40B4-BE49-F238E27FC236}">
                <a16:creationId xmlns:a16="http://schemas.microsoft.com/office/drawing/2014/main" id="{A1936938-4638-6CF5-B4A7-8851E15197D6}"/>
              </a:ext>
            </a:extLst>
          </p:cNvPr>
          <p:cNvSpPr>
            <a:spLocks noChangeArrowheads="1"/>
          </p:cNvSpPr>
          <p:nvPr/>
        </p:nvSpPr>
        <p:spPr bwMode="auto">
          <a:xfrm>
            <a:off x="4648200" y="3686175"/>
            <a:ext cx="128588" cy="128588"/>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36" name="Rectangle 90">
            <a:extLst>
              <a:ext uri="{FF2B5EF4-FFF2-40B4-BE49-F238E27FC236}">
                <a16:creationId xmlns:a16="http://schemas.microsoft.com/office/drawing/2014/main" id="{04FCDCAD-3A06-FC20-6DFC-1FE675D5F8A8}"/>
              </a:ext>
            </a:extLst>
          </p:cNvPr>
          <p:cNvSpPr>
            <a:spLocks noChangeArrowheads="1"/>
          </p:cNvSpPr>
          <p:nvPr/>
        </p:nvSpPr>
        <p:spPr bwMode="auto">
          <a:xfrm>
            <a:off x="4776788" y="3686175"/>
            <a:ext cx="128587" cy="128588"/>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37" name="Rectangle 91">
            <a:extLst>
              <a:ext uri="{FF2B5EF4-FFF2-40B4-BE49-F238E27FC236}">
                <a16:creationId xmlns:a16="http://schemas.microsoft.com/office/drawing/2014/main" id="{1BDFBE5A-B178-FDCE-3954-588072519A83}"/>
              </a:ext>
            </a:extLst>
          </p:cNvPr>
          <p:cNvSpPr>
            <a:spLocks noChangeArrowheads="1"/>
          </p:cNvSpPr>
          <p:nvPr/>
        </p:nvSpPr>
        <p:spPr bwMode="auto">
          <a:xfrm>
            <a:off x="4905375" y="3686175"/>
            <a:ext cx="128588" cy="128588"/>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38" name="Rectangle 92">
            <a:extLst>
              <a:ext uri="{FF2B5EF4-FFF2-40B4-BE49-F238E27FC236}">
                <a16:creationId xmlns:a16="http://schemas.microsoft.com/office/drawing/2014/main" id="{FA56E7A2-E8B5-2EE0-74C3-73CEE3178F84}"/>
              </a:ext>
            </a:extLst>
          </p:cNvPr>
          <p:cNvSpPr>
            <a:spLocks noChangeArrowheads="1"/>
          </p:cNvSpPr>
          <p:nvPr/>
        </p:nvSpPr>
        <p:spPr bwMode="auto">
          <a:xfrm>
            <a:off x="5033963" y="3686175"/>
            <a:ext cx="128587" cy="128588"/>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39" name="Rectangle 93">
            <a:extLst>
              <a:ext uri="{FF2B5EF4-FFF2-40B4-BE49-F238E27FC236}">
                <a16:creationId xmlns:a16="http://schemas.microsoft.com/office/drawing/2014/main" id="{48910E9C-B7AF-4699-551A-FA2C47A839C6}"/>
              </a:ext>
            </a:extLst>
          </p:cNvPr>
          <p:cNvSpPr>
            <a:spLocks noChangeArrowheads="1"/>
          </p:cNvSpPr>
          <p:nvPr/>
        </p:nvSpPr>
        <p:spPr bwMode="auto">
          <a:xfrm>
            <a:off x="5162550" y="3686175"/>
            <a:ext cx="128588" cy="128588"/>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40" name="Rectangle 94">
            <a:extLst>
              <a:ext uri="{FF2B5EF4-FFF2-40B4-BE49-F238E27FC236}">
                <a16:creationId xmlns:a16="http://schemas.microsoft.com/office/drawing/2014/main" id="{4E233856-F427-1F5D-60C3-7461DFE504C0}"/>
              </a:ext>
            </a:extLst>
          </p:cNvPr>
          <p:cNvSpPr>
            <a:spLocks noChangeArrowheads="1"/>
          </p:cNvSpPr>
          <p:nvPr/>
        </p:nvSpPr>
        <p:spPr bwMode="auto">
          <a:xfrm>
            <a:off x="5291138" y="3686175"/>
            <a:ext cx="128587" cy="128588"/>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41" name="Rectangle 95">
            <a:extLst>
              <a:ext uri="{FF2B5EF4-FFF2-40B4-BE49-F238E27FC236}">
                <a16:creationId xmlns:a16="http://schemas.microsoft.com/office/drawing/2014/main" id="{F66C4C95-6E7A-3970-98E1-01D7D23BF91C}"/>
              </a:ext>
            </a:extLst>
          </p:cNvPr>
          <p:cNvSpPr>
            <a:spLocks noChangeArrowheads="1"/>
          </p:cNvSpPr>
          <p:nvPr/>
        </p:nvSpPr>
        <p:spPr bwMode="auto">
          <a:xfrm>
            <a:off x="5419725" y="3686175"/>
            <a:ext cx="128588" cy="128588"/>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42" name="Rectangle 96">
            <a:extLst>
              <a:ext uri="{FF2B5EF4-FFF2-40B4-BE49-F238E27FC236}">
                <a16:creationId xmlns:a16="http://schemas.microsoft.com/office/drawing/2014/main" id="{5F0933E7-86FE-CCDD-664E-CC0026593439}"/>
              </a:ext>
            </a:extLst>
          </p:cNvPr>
          <p:cNvSpPr>
            <a:spLocks noChangeArrowheads="1"/>
          </p:cNvSpPr>
          <p:nvPr/>
        </p:nvSpPr>
        <p:spPr bwMode="auto">
          <a:xfrm>
            <a:off x="5548313" y="3686175"/>
            <a:ext cx="128587" cy="128588"/>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43" name="Rectangle 98">
            <a:extLst>
              <a:ext uri="{FF2B5EF4-FFF2-40B4-BE49-F238E27FC236}">
                <a16:creationId xmlns:a16="http://schemas.microsoft.com/office/drawing/2014/main" id="{4D275AAD-B6AA-D76F-D920-6F4B313E8E79}"/>
              </a:ext>
            </a:extLst>
          </p:cNvPr>
          <p:cNvSpPr>
            <a:spLocks noChangeArrowheads="1"/>
          </p:cNvSpPr>
          <p:nvPr/>
        </p:nvSpPr>
        <p:spPr bwMode="auto">
          <a:xfrm>
            <a:off x="4648200" y="3814763"/>
            <a:ext cx="128588" cy="128587"/>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44" name="Rectangle 99">
            <a:extLst>
              <a:ext uri="{FF2B5EF4-FFF2-40B4-BE49-F238E27FC236}">
                <a16:creationId xmlns:a16="http://schemas.microsoft.com/office/drawing/2014/main" id="{3AC7CEFF-9A1B-6537-41E2-A66C80C103C1}"/>
              </a:ext>
            </a:extLst>
          </p:cNvPr>
          <p:cNvSpPr>
            <a:spLocks noChangeArrowheads="1"/>
          </p:cNvSpPr>
          <p:nvPr/>
        </p:nvSpPr>
        <p:spPr bwMode="auto">
          <a:xfrm>
            <a:off x="4776788" y="3814763"/>
            <a:ext cx="128587" cy="128587"/>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45" name="Rectangle 100">
            <a:extLst>
              <a:ext uri="{FF2B5EF4-FFF2-40B4-BE49-F238E27FC236}">
                <a16:creationId xmlns:a16="http://schemas.microsoft.com/office/drawing/2014/main" id="{87405188-5665-EDA4-F304-65DD8147D41C}"/>
              </a:ext>
            </a:extLst>
          </p:cNvPr>
          <p:cNvSpPr>
            <a:spLocks noChangeArrowheads="1"/>
          </p:cNvSpPr>
          <p:nvPr/>
        </p:nvSpPr>
        <p:spPr bwMode="auto">
          <a:xfrm>
            <a:off x="4905375" y="3814763"/>
            <a:ext cx="128588" cy="128587"/>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46" name="Rectangle 101">
            <a:extLst>
              <a:ext uri="{FF2B5EF4-FFF2-40B4-BE49-F238E27FC236}">
                <a16:creationId xmlns:a16="http://schemas.microsoft.com/office/drawing/2014/main" id="{9393BD50-4C52-739A-0867-9E0C1F7BFFA7}"/>
              </a:ext>
            </a:extLst>
          </p:cNvPr>
          <p:cNvSpPr>
            <a:spLocks noChangeArrowheads="1"/>
          </p:cNvSpPr>
          <p:nvPr/>
        </p:nvSpPr>
        <p:spPr bwMode="auto">
          <a:xfrm>
            <a:off x="5033963" y="3814763"/>
            <a:ext cx="128587" cy="128587"/>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47" name="Rectangle 102">
            <a:extLst>
              <a:ext uri="{FF2B5EF4-FFF2-40B4-BE49-F238E27FC236}">
                <a16:creationId xmlns:a16="http://schemas.microsoft.com/office/drawing/2014/main" id="{C6CCA9B3-7C41-384D-D03F-E3017C73DEE0}"/>
              </a:ext>
            </a:extLst>
          </p:cNvPr>
          <p:cNvSpPr>
            <a:spLocks noChangeArrowheads="1"/>
          </p:cNvSpPr>
          <p:nvPr/>
        </p:nvSpPr>
        <p:spPr bwMode="auto">
          <a:xfrm>
            <a:off x="5162550" y="3814763"/>
            <a:ext cx="128588" cy="128587"/>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48" name="Rectangle 103">
            <a:extLst>
              <a:ext uri="{FF2B5EF4-FFF2-40B4-BE49-F238E27FC236}">
                <a16:creationId xmlns:a16="http://schemas.microsoft.com/office/drawing/2014/main" id="{0020B670-27D2-5FA8-11FE-D20566873108}"/>
              </a:ext>
            </a:extLst>
          </p:cNvPr>
          <p:cNvSpPr>
            <a:spLocks noChangeArrowheads="1"/>
          </p:cNvSpPr>
          <p:nvPr/>
        </p:nvSpPr>
        <p:spPr bwMode="auto">
          <a:xfrm>
            <a:off x="5291138" y="3814763"/>
            <a:ext cx="128587" cy="128587"/>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49" name="Rectangle 104">
            <a:extLst>
              <a:ext uri="{FF2B5EF4-FFF2-40B4-BE49-F238E27FC236}">
                <a16:creationId xmlns:a16="http://schemas.microsoft.com/office/drawing/2014/main" id="{B8F22A3C-C934-7483-CAC9-4532CA8E65EB}"/>
              </a:ext>
            </a:extLst>
          </p:cNvPr>
          <p:cNvSpPr>
            <a:spLocks noChangeArrowheads="1"/>
          </p:cNvSpPr>
          <p:nvPr/>
        </p:nvSpPr>
        <p:spPr bwMode="auto">
          <a:xfrm>
            <a:off x="5419725" y="3814763"/>
            <a:ext cx="128588" cy="128587"/>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50" name="Rectangle 105">
            <a:extLst>
              <a:ext uri="{FF2B5EF4-FFF2-40B4-BE49-F238E27FC236}">
                <a16:creationId xmlns:a16="http://schemas.microsoft.com/office/drawing/2014/main" id="{4ED9DB77-1294-A725-FBE6-4AA562914018}"/>
              </a:ext>
            </a:extLst>
          </p:cNvPr>
          <p:cNvSpPr>
            <a:spLocks noChangeArrowheads="1"/>
          </p:cNvSpPr>
          <p:nvPr/>
        </p:nvSpPr>
        <p:spPr bwMode="auto">
          <a:xfrm>
            <a:off x="5548313" y="3814763"/>
            <a:ext cx="128587" cy="128587"/>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51" name="Rectangle 107">
            <a:extLst>
              <a:ext uri="{FF2B5EF4-FFF2-40B4-BE49-F238E27FC236}">
                <a16:creationId xmlns:a16="http://schemas.microsoft.com/office/drawing/2014/main" id="{56941987-3B7B-23AA-F193-DF79E2EDCC47}"/>
              </a:ext>
            </a:extLst>
          </p:cNvPr>
          <p:cNvSpPr>
            <a:spLocks noChangeArrowheads="1"/>
          </p:cNvSpPr>
          <p:nvPr/>
        </p:nvSpPr>
        <p:spPr bwMode="auto">
          <a:xfrm>
            <a:off x="4648200" y="3943350"/>
            <a:ext cx="128588" cy="128588"/>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52" name="Rectangle 108">
            <a:extLst>
              <a:ext uri="{FF2B5EF4-FFF2-40B4-BE49-F238E27FC236}">
                <a16:creationId xmlns:a16="http://schemas.microsoft.com/office/drawing/2014/main" id="{50862FDC-F606-F9DA-7F03-0206F43489EA}"/>
              </a:ext>
            </a:extLst>
          </p:cNvPr>
          <p:cNvSpPr>
            <a:spLocks noChangeArrowheads="1"/>
          </p:cNvSpPr>
          <p:nvPr/>
        </p:nvSpPr>
        <p:spPr bwMode="auto">
          <a:xfrm>
            <a:off x="4776788" y="3943350"/>
            <a:ext cx="128587" cy="128588"/>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53" name="Rectangle 109">
            <a:extLst>
              <a:ext uri="{FF2B5EF4-FFF2-40B4-BE49-F238E27FC236}">
                <a16:creationId xmlns:a16="http://schemas.microsoft.com/office/drawing/2014/main" id="{D4AE154E-253F-ABAA-C42E-70FF8EE1BBEF}"/>
              </a:ext>
            </a:extLst>
          </p:cNvPr>
          <p:cNvSpPr>
            <a:spLocks noChangeArrowheads="1"/>
          </p:cNvSpPr>
          <p:nvPr/>
        </p:nvSpPr>
        <p:spPr bwMode="auto">
          <a:xfrm>
            <a:off x="4905375" y="3943350"/>
            <a:ext cx="128588" cy="128588"/>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54" name="Rectangle 110">
            <a:extLst>
              <a:ext uri="{FF2B5EF4-FFF2-40B4-BE49-F238E27FC236}">
                <a16:creationId xmlns:a16="http://schemas.microsoft.com/office/drawing/2014/main" id="{8EF0B732-5729-AB77-E9FA-9FFF68FDDCBB}"/>
              </a:ext>
            </a:extLst>
          </p:cNvPr>
          <p:cNvSpPr>
            <a:spLocks noChangeArrowheads="1"/>
          </p:cNvSpPr>
          <p:nvPr/>
        </p:nvSpPr>
        <p:spPr bwMode="auto">
          <a:xfrm>
            <a:off x="5033963" y="3943350"/>
            <a:ext cx="128587" cy="128588"/>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55" name="Rectangle 111">
            <a:extLst>
              <a:ext uri="{FF2B5EF4-FFF2-40B4-BE49-F238E27FC236}">
                <a16:creationId xmlns:a16="http://schemas.microsoft.com/office/drawing/2014/main" id="{F7EE12F9-E2DD-8D28-5A67-981F672C9BB8}"/>
              </a:ext>
            </a:extLst>
          </p:cNvPr>
          <p:cNvSpPr>
            <a:spLocks noChangeArrowheads="1"/>
          </p:cNvSpPr>
          <p:nvPr/>
        </p:nvSpPr>
        <p:spPr bwMode="auto">
          <a:xfrm>
            <a:off x="5162550" y="3943350"/>
            <a:ext cx="128588" cy="128588"/>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56" name="Rectangle 112">
            <a:extLst>
              <a:ext uri="{FF2B5EF4-FFF2-40B4-BE49-F238E27FC236}">
                <a16:creationId xmlns:a16="http://schemas.microsoft.com/office/drawing/2014/main" id="{1AC16079-B3BC-99D7-380A-F0B63F89615E}"/>
              </a:ext>
            </a:extLst>
          </p:cNvPr>
          <p:cNvSpPr>
            <a:spLocks noChangeArrowheads="1"/>
          </p:cNvSpPr>
          <p:nvPr/>
        </p:nvSpPr>
        <p:spPr bwMode="auto">
          <a:xfrm>
            <a:off x="5291138" y="3943350"/>
            <a:ext cx="128587" cy="128588"/>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57" name="Rectangle 113">
            <a:extLst>
              <a:ext uri="{FF2B5EF4-FFF2-40B4-BE49-F238E27FC236}">
                <a16:creationId xmlns:a16="http://schemas.microsoft.com/office/drawing/2014/main" id="{CDA8E26A-12C7-B960-457C-B0980C75B89E}"/>
              </a:ext>
            </a:extLst>
          </p:cNvPr>
          <p:cNvSpPr>
            <a:spLocks noChangeArrowheads="1"/>
          </p:cNvSpPr>
          <p:nvPr/>
        </p:nvSpPr>
        <p:spPr bwMode="auto">
          <a:xfrm>
            <a:off x="5419725" y="3943350"/>
            <a:ext cx="128588" cy="128588"/>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58" name="Rectangle 114">
            <a:extLst>
              <a:ext uri="{FF2B5EF4-FFF2-40B4-BE49-F238E27FC236}">
                <a16:creationId xmlns:a16="http://schemas.microsoft.com/office/drawing/2014/main" id="{FBDF0C69-EBBF-FB46-9496-F2B852BA1266}"/>
              </a:ext>
            </a:extLst>
          </p:cNvPr>
          <p:cNvSpPr>
            <a:spLocks noChangeArrowheads="1"/>
          </p:cNvSpPr>
          <p:nvPr/>
        </p:nvSpPr>
        <p:spPr bwMode="auto">
          <a:xfrm>
            <a:off x="5548313" y="3943350"/>
            <a:ext cx="128587" cy="128588"/>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59" name="Rectangle 116">
            <a:extLst>
              <a:ext uri="{FF2B5EF4-FFF2-40B4-BE49-F238E27FC236}">
                <a16:creationId xmlns:a16="http://schemas.microsoft.com/office/drawing/2014/main" id="{D8ADA3D6-579E-416D-E6BD-80A4E86BECD0}"/>
              </a:ext>
            </a:extLst>
          </p:cNvPr>
          <p:cNvSpPr>
            <a:spLocks noChangeArrowheads="1"/>
          </p:cNvSpPr>
          <p:nvPr/>
        </p:nvSpPr>
        <p:spPr bwMode="auto">
          <a:xfrm>
            <a:off x="4648200" y="4071938"/>
            <a:ext cx="128588" cy="128587"/>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60" name="Rectangle 117">
            <a:extLst>
              <a:ext uri="{FF2B5EF4-FFF2-40B4-BE49-F238E27FC236}">
                <a16:creationId xmlns:a16="http://schemas.microsoft.com/office/drawing/2014/main" id="{E83A90D1-59C9-2AE3-036E-CC8D62B95727}"/>
              </a:ext>
            </a:extLst>
          </p:cNvPr>
          <p:cNvSpPr>
            <a:spLocks noChangeArrowheads="1"/>
          </p:cNvSpPr>
          <p:nvPr/>
        </p:nvSpPr>
        <p:spPr bwMode="auto">
          <a:xfrm>
            <a:off x="4776788" y="4071938"/>
            <a:ext cx="128587" cy="128587"/>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61" name="Rectangle 118">
            <a:extLst>
              <a:ext uri="{FF2B5EF4-FFF2-40B4-BE49-F238E27FC236}">
                <a16:creationId xmlns:a16="http://schemas.microsoft.com/office/drawing/2014/main" id="{DE591AF7-8FA1-89F2-8374-FA817F2D5A28}"/>
              </a:ext>
            </a:extLst>
          </p:cNvPr>
          <p:cNvSpPr>
            <a:spLocks noChangeArrowheads="1"/>
          </p:cNvSpPr>
          <p:nvPr/>
        </p:nvSpPr>
        <p:spPr bwMode="auto">
          <a:xfrm>
            <a:off x="4905375" y="4071938"/>
            <a:ext cx="128588" cy="128587"/>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62" name="Rectangle 119">
            <a:extLst>
              <a:ext uri="{FF2B5EF4-FFF2-40B4-BE49-F238E27FC236}">
                <a16:creationId xmlns:a16="http://schemas.microsoft.com/office/drawing/2014/main" id="{D60016DB-59FD-7157-591E-2B276E537009}"/>
              </a:ext>
            </a:extLst>
          </p:cNvPr>
          <p:cNvSpPr>
            <a:spLocks noChangeArrowheads="1"/>
          </p:cNvSpPr>
          <p:nvPr/>
        </p:nvSpPr>
        <p:spPr bwMode="auto">
          <a:xfrm>
            <a:off x="5033963" y="4071938"/>
            <a:ext cx="128587" cy="128587"/>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63" name="Rectangle 120">
            <a:extLst>
              <a:ext uri="{FF2B5EF4-FFF2-40B4-BE49-F238E27FC236}">
                <a16:creationId xmlns:a16="http://schemas.microsoft.com/office/drawing/2014/main" id="{497A96EC-8D7E-02D3-06A7-C021E70F6B94}"/>
              </a:ext>
            </a:extLst>
          </p:cNvPr>
          <p:cNvSpPr>
            <a:spLocks noChangeArrowheads="1"/>
          </p:cNvSpPr>
          <p:nvPr/>
        </p:nvSpPr>
        <p:spPr bwMode="auto">
          <a:xfrm>
            <a:off x="5162550" y="4071938"/>
            <a:ext cx="128588" cy="128587"/>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64" name="Rectangle 121">
            <a:extLst>
              <a:ext uri="{FF2B5EF4-FFF2-40B4-BE49-F238E27FC236}">
                <a16:creationId xmlns:a16="http://schemas.microsoft.com/office/drawing/2014/main" id="{B61EA2E7-2344-9631-7ED7-ACAEADE190B8}"/>
              </a:ext>
            </a:extLst>
          </p:cNvPr>
          <p:cNvSpPr>
            <a:spLocks noChangeArrowheads="1"/>
          </p:cNvSpPr>
          <p:nvPr/>
        </p:nvSpPr>
        <p:spPr bwMode="auto">
          <a:xfrm>
            <a:off x="5291138" y="4071938"/>
            <a:ext cx="128587" cy="128587"/>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65" name="Rectangle 122">
            <a:extLst>
              <a:ext uri="{FF2B5EF4-FFF2-40B4-BE49-F238E27FC236}">
                <a16:creationId xmlns:a16="http://schemas.microsoft.com/office/drawing/2014/main" id="{1EFA95CF-264B-A1F1-3546-1DC253FBBA2C}"/>
              </a:ext>
            </a:extLst>
          </p:cNvPr>
          <p:cNvSpPr>
            <a:spLocks noChangeArrowheads="1"/>
          </p:cNvSpPr>
          <p:nvPr/>
        </p:nvSpPr>
        <p:spPr bwMode="auto">
          <a:xfrm>
            <a:off x="5419725" y="4071938"/>
            <a:ext cx="128588" cy="128587"/>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66" name="Rectangle 123">
            <a:extLst>
              <a:ext uri="{FF2B5EF4-FFF2-40B4-BE49-F238E27FC236}">
                <a16:creationId xmlns:a16="http://schemas.microsoft.com/office/drawing/2014/main" id="{B4F0B294-8C01-0503-B8F8-2FABB0CAA0E2}"/>
              </a:ext>
            </a:extLst>
          </p:cNvPr>
          <p:cNvSpPr>
            <a:spLocks noChangeArrowheads="1"/>
          </p:cNvSpPr>
          <p:nvPr/>
        </p:nvSpPr>
        <p:spPr bwMode="auto">
          <a:xfrm>
            <a:off x="5548313" y="4071938"/>
            <a:ext cx="128587" cy="128587"/>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67" name="Rectangle 125">
            <a:extLst>
              <a:ext uri="{FF2B5EF4-FFF2-40B4-BE49-F238E27FC236}">
                <a16:creationId xmlns:a16="http://schemas.microsoft.com/office/drawing/2014/main" id="{B74D4554-CD57-763B-F65A-A81E008BF335}"/>
              </a:ext>
            </a:extLst>
          </p:cNvPr>
          <p:cNvSpPr>
            <a:spLocks noChangeArrowheads="1"/>
          </p:cNvSpPr>
          <p:nvPr/>
        </p:nvSpPr>
        <p:spPr bwMode="auto">
          <a:xfrm>
            <a:off x="4648200" y="4200525"/>
            <a:ext cx="128588" cy="128588"/>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68" name="Rectangle 126">
            <a:extLst>
              <a:ext uri="{FF2B5EF4-FFF2-40B4-BE49-F238E27FC236}">
                <a16:creationId xmlns:a16="http://schemas.microsoft.com/office/drawing/2014/main" id="{3C2C4F83-4A47-84D6-64F2-04BEF1D266B7}"/>
              </a:ext>
            </a:extLst>
          </p:cNvPr>
          <p:cNvSpPr>
            <a:spLocks noChangeArrowheads="1"/>
          </p:cNvSpPr>
          <p:nvPr/>
        </p:nvSpPr>
        <p:spPr bwMode="auto">
          <a:xfrm>
            <a:off x="4776788" y="4200525"/>
            <a:ext cx="128587" cy="128588"/>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69" name="Rectangle 127">
            <a:extLst>
              <a:ext uri="{FF2B5EF4-FFF2-40B4-BE49-F238E27FC236}">
                <a16:creationId xmlns:a16="http://schemas.microsoft.com/office/drawing/2014/main" id="{B07E9764-9FAA-5E93-0184-D26A499451E0}"/>
              </a:ext>
            </a:extLst>
          </p:cNvPr>
          <p:cNvSpPr>
            <a:spLocks noChangeArrowheads="1"/>
          </p:cNvSpPr>
          <p:nvPr/>
        </p:nvSpPr>
        <p:spPr bwMode="auto">
          <a:xfrm>
            <a:off x="4905375" y="4200525"/>
            <a:ext cx="128588" cy="128588"/>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70" name="Rectangle 128">
            <a:extLst>
              <a:ext uri="{FF2B5EF4-FFF2-40B4-BE49-F238E27FC236}">
                <a16:creationId xmlns:a16="http://schemas.microsoft.com/office/drawing/2014/main" id="{BD34D04D-860C-A069-402D-CFA6CEE71E41}"/>
              </a:ext>
            </a:extLst>
          </p:cNvPr>
          <p:cNvSpPr>
            <a:spLocks noChangeArrowheads="1"/>
          </p:cNvSpPr>
          <p:nvPr/>
        </p:nvSpPr>
        <p:spPr bwMode="auto">
          <a:xfrm>
            <a:off x="5033963" y="4200525"/>
            <a:ext cx="128587" cy="128588"/>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71" name="Rectangle 129">
            <a:extLst>
              <a:ext uri="{FF2B5EF4-FFF2-40B4-BE49-F238E27FC236}">
                <a16:creationId xmlns:a16="http://schemas.microsoft.com/office/drawing/2014/main" id="{723C4925-A30B-C874-109B-FA3B6251EFE7}"/>
              </a:ext>
            </a:extLst>
          </p:cNvPr>
          <p:cNvSpPr>
            <a:spLocks noChangeArrowheads="1"/>
          </p:cNvSpPr>
          <p:nvPr/>
        </p:nvSpPr>
        <p:spPr bwMode="auto">
          <a:xfrm>
            <a:off x="5162550" y="4200525"/>
            <a:ext cx="128588" cy="128588"/>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72" name="Rectangle 130">
            <a:extLst>
              <a:ext uri="{FF2B5EF4-FFF2-40B4-BE49-F238E27FC236}">
                <a16:creationId xmlns:a16="http://schemas.microsoft.com/office/drawing/2014/main" id="{6F0A9E7F-CE79-7C96-F617-6EE4E55773FF}"/>
              </a:ext>
            </a:extLst>
          </p:cNvPr>
          <p:cNvSpPr>
            <a:spLocks noChangeArrowheads="1"/>
          </p:cNvSpPr>
          <p:nvPr/>
        </p:nvSpPr>
        <p:spPr bwMode="auto">
          <a:xfrm>
            <a:off x="5291138" y="4200525"/>
            <a:ext cx="128587" cy="128588"/>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73" name="Rectangle 131">
            <a:extLst>
              <a:ext uri="{FF2B5EF4-FFF2-40B4-BE49-F238E27FC236}">
                <a16:creationId xmlns:a16="http://schemas.microsoft.com/office/drawing/2014/main" id="{F06CFAA8-F1D4-38D8-0769-A58ABC418375}"/>
              </a:ext>
            </a:extLst>
          </p:cNvPr>
          <p:cNvSpPr>
            <a:spLocks noChangeArrowheads="1"/>
          </p:cNvSpPr>
          <p:nvPr/>
        </p:nvSpPr>
        <p:spPr bwMode="auto">
          <a:xfrm>
            <a:off x="5419725" y="4200525"/>
            <a:ext cx="128588" cy="128588"/>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74" name="Rectangle 132">
            <a:extLst>
              <a:ext uri="{FF2B5EF4-FFF2-40B4-BE49-F238E27FC236}">
                <a16:creationId xmlns:a16="http://schemas.microsoft.com/office/drawing/2014/main" id="{F3513F24-0952-65FE-ED0E-226E9D92FF80}"/>
              </a:ext>
            </a:extLst>
          </p:cNvPr>
          <p:cNvSpPr>
            <a:spLocks noChangeArrowheads="1"/>
          </p:cNvSpPr>
          <p:nvPr/>
        </p:nvSpPr>
        <p:spPr bwMode="auto">
          <a:xfrm>
            <a:off x="5548313" y="4200525"/>
            <a:ext cx="128587" cy="128588"/>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75" name="Rectangle 134">
            <a:extLst>
              <a:ext uri="{FF2B5EF4-FFF2-40B4-BE49-F238E27FC236}">
                <a16:creationId xmlns:a16="http://schemas.microsoft.com/office/drawing/2014/main" id="{B326139A-78C8-E77C-0874-6686C461F752}"/>
              </a:ext>
            </a:extLst>
          </p:cNvPr>
          <p:cNvSpPr>
            <a:spLocks noChangeArrowheads="1"/>
          </p:cNvSpPr>
          <p:nvPr/>
        </p:nvSpPr>
        <p:spPr bwMode="auto">
          <a:xfrm>
            <a:off x="4648200" y="4329113"/>
            <a:ext cx="128588" cy="128587"/>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76" name="Rectangle 135">
            <a:extLst>
              <a:ext uri="{FF2B5EF4-FFF2-40B4-BE49-F238E27FC236}">
                <a16:creationId xmlns:a16="http://schemas.microsoft.com/office/drawing/2014/main" id="{BD58042F-5C11-8573-61FA-FBEC30DB9E8F}"/>
              </a:ext>
            </a:extLst>
          </p:cNvPr>
          <p:cNvSpPr>
            <a:spLocks noChangeArrowheads="1"/>
          </p:cNvSpPr>
          <p:nvPr/>
        </p:nvSpPr>
        <p:spPr bwMode="auto">
          <a:xfrm>
            <a:off x="4776788" y="4329113"/>
            <a:ext cx="128587" cy="128587"/>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77" name="Rectangle 136">
            <a:extLst>
              <a:ext uri="{FF2B5EF4-FFF2-40B4-BE49-F238E27FC236}">
                <a16:creationId xmlns:a16="http://schemas.microsoft.com/office/drawing/2014/main" id="{46D5C0EB-5197-1B2A-E545-C4C2C64D4F72}"/>
              </a:ext>
            </a:extLst>
          </p:cNvPr>
          <p:cNvSpPr>
            <a:spLocks noChangeArrowheads="1"/>
          </p:cNvSpPr>
          <p:nvPr/>
        </p:nvSpPr>
        <p:spPr bwMode="auto">
          <a:xfrm>
            <a:off x="4905375" y="4329113"/>
            <a:ext cx="128588" cy="128587"/>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78" name="Rectangle 137">
            <a:extLst>
              <a:ext uri="{FF2B5EF4-FFF2-40B4-BE49-F238E27FC236}">
                <a16:creationId xmlns:a16="http://schemas.microsoft.com/office/drawing/2014/main" id="{D8DB96DE-5067-DD6B-D054-580BBA2ABF0B}"/>
              </a:ext>
            </a:extLst>
          </p:cNvPr>
          <p:cNvSpPr>
            <a:spLocks noChangeArrowheads="1"/>
          </p:cNvSpPr>
          <p:nvPr/>
        </p:nvSpPr>
        <p:spPr bwMode="auto">
          <a:xfrm>
            <a:off x="5033963" y="4329113"/>
            <a:ext cx="128587" cy="128587"/>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79" name="Rectangle 138">
            <a:extLst>
              <a:ext uri="{FF2B5EF4-FFF2-40B4-BE49-F238E27FC236}">
                <a16:creationId xmlns:a16="http://schemas.microsoft.com/office/drawing/2014/main" id="{5CF5FBF2-33CF-143C-442A-B92360E11CD4}"/>
              </a:ext>
            </a:extLst>
          </p:cNvPr>
          <p:cNvSpPr>
            <a:spLocks noChangeArrowheads="1"/>
          </p:cNvSpPr>
          <p:nvPr/>
        </p:nvSpPr>
        <p:spPr bwMode="auto">
          <a:xfrm>
            <a:off x="5162550" y="4329113"/>
            <a:ext cx="128588" cy="128587"/>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80" name="Rectangle 139">
            <a:extLst>
              <a:ext uri="{FF2B5EF4-FFF2-40B4-BE49-F238E27FC236}">
                <a16:creationId xmlns:a16="http://schemas.microsoft.com/office/drawing/2014/main" id="{6A3A3C4E-C3B6-929E-EFFA-06F5303C14DB}"/>
              </a:ext>
            </a:extLst>
          </p:cNvPr>
          <p:cNvSpPr>
            <a:spLocks noChangeArrowheads="1"/>
          </p:cNvSpPr>
          <p:nvPr/>
        </p:nvSpPr>
        <p:spPr bwMode="auto">
          <a:xfrm>
            <a:off x="5291138" y="4329113"/>
            <a:ext cx="128587" cy="128587"/>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81" name="Rectangle 140">
            <a:extLst>
              <a:ext uri="{FF2B5EF4-FFF2-40B4-BE49-F238E27FC236}">
                <a16:creationId xmlns:a16="http://schemas.microsoft.com/office/drawing/2014/main" id="{32CAB30E-67E4-5D84-D810-485B933CBA25}"/>
              </a:ext>
            </a:extLst>
          </p:cNvPr>
          <p:cNvSpPr>
            <a:spLocks noChangeArrowheads="1"/>
          </p:cNvSpPr>
          <p:nvPr/>
        </p:nvSpPr>
        <p:spPr bwMode="auto">
          <a:xfrm>
            <a:off x="5419725" y="4329113"/>
            <a:ext cx="128588" cy="128587"/>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19582" name="Rectangle 141">
            <a:extLst>
              <a:ext uri="{FF2B5EF4-FFF2-40B4-BE49-F238E27FC236}">
                <a16:creationId xmlns:a16="http://schemas.microsoft.com/office/drawing/2014/main" id="{03D77924-6DEF-DA14-42AA-BEAA60DB2099}"/>
              </a:ext>
            </a:extLst>
          </p:cNvPr>
          <p:cNvSpPr>
            <a:spLocks noChangeArrowheads="1"/>
          </p:cNvSpPr>
          <p:nvPr/>
        </p:nvSpPr>
        <p:spPr bwMode="auto">
          <a:xfrm>
            <a:off x="5548313" y="4329113"/>
            <a:ext cx="128587" cy="128587"/>
          </a:xfrm>
          <a:prstGeom prst="rect">
            <a:avLst/>
          </a:prstGeom>
          <a:gradFill rotWithShape="1">
            <a:gsLst>
              <a:gs pos="0">
                <a:srgbClr val="EBE3A8"/>
              </a:gs>
              <a:gs pos="100000">
                <a:srgbClr val="D4C344"/>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pic>
        <p:nvPicPr>
          <p:cNvPr id="19583" name="Picture 142" descr="host12">
            <a:extLst>
              <a:ext uri="{FF2B5EF4-FFF2-40B4-BE49-F238E27FC236}">
                <a16:creationId xmlns:a16="http://schemas.microsoft.com/office/drawing/2014/main" id="{B7DBA11D-99A3-F0DF-3D94-19C7488FED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3048000"/>
            <a:ext cx="1228725"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584" name="Picture 144" descr="strippeddisk">
            <a:extLst>
              <a:ext uri="{FF2B5EF4-FFF2-40B4-BE49-F238E27FC236}">
                <a16:creationId xmlns:a16="http://schemas.microsoft.com/office/drawing/2014/main" id="{5424F629-C74F-B0E6-C3E7-7C419C2582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04125" y="33528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585" name="Picture 145" descr="strippeddisk">
            <a:extLst>
              <a:ext uri="{FF2B5EF4-FFF2-40B4-BE49-F238E27FC236}">
                <a16:creationId xmlns:a16="http://schemas.microsoft.com/office/drawing/2014/main" id="{53986560-2CBE-DE3B-7A27-48B9F632BD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56525" y="35052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586" name="Picture 146" descr="strippeddisk">
            <a:extLst>
              <a:ext uri="{FF2B5EF4-FFF2-40B4-BE49-F238E27FC236}">
                <a16:creationId xmlns:a16="http://schemas.microsoft.com/office/drawing/2014/main" id="{67A92ED8-1245-9E60-794D-CFDAF74832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08925" y="36576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587" name="Picture 147" descr="strippeddisk">
            <a:extLst>
              <a:ext uri="{FF2B5EF4-FFF2-40B4-BE49-F238E27FC236}">
                <a16:creationId xmlns:a16="http://schemas.microsoft.com/office/drawing/2014/main" id="{FF77A7EF-4364-639E-BA37-28DC8E9DC5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61325" y="38100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588" name="Picture 148" descr="strippeddisk">
            <a:extLst>
              <a:ext uri="{FF2B5EF4-FFF2-40B4-BE49-F238E27FC236}">
                <a16:creationId xmlns:a16="http://schemas.microsoft.com/office/drawing/2014/main" id="{09322274-172E-5AAF-202D-593AC4A7E1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13725" y="39624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590" name="Slide Number Placeholder 2">
            <a:extLst>
              <a:ext uri="{FF2B5EF4-FFF2-40B4-BE49-F238E27FC236}">
                <a16:creationId xmlns:a16="http://schemas.microsoft.com/office/drawing/2014/main" id="{798AFF94-2E67-D74F-6EB5-354133C0083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BF8DA55-FFEE-4641-B9A1-122B294539D1}"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76111"/>
            <a:ext cx="7772400" cy="533400"/>
          </a:xfrm>
        </p:spPr>
        <p:txBody>
          <a:bodyPr>
            <a:noAutofit/>
          </a:bodyPr>
          <a:lstStyle/>
          <a:p>
            <a:r>
              <a:rPr lang="en-US" b="1" dirty="0">
                <a:solidFill>
                  <a:srgbClr val="FF0000"/>
                </a:solidFill>
                <a:effectLst>
                  <a:outerShdw blurRad="38100" dist="38100" dir="2700000" algn="tl">
                    <a:srgbClr val="000000">
                      <a:alpha val="43137"/>
                    </a:srgbClr>
                  </a:outerShdw>
                </a:effectLst>
              </a:rPr>
              <a:t>Cache</a:t>
            </a:r>
          </a:p>
        </p:txBody>
      </p:sp>
      <p:sp>
        <p:nvSpPr>
          <p:cNvPr id="3" name="Content Placeholder 2"/>
          <p:cNvSpPr>
            <a:spLocks noGrp="1"/>
          </p:cNvSpPr>
          <p:nvPr>
            <p:ph idx="1"/>
          </p:nvPr>
        </p:nvSpPr>
        <p:spPr>
          <a:xfrm>
            <a:off x="685800" y="1158875"/>
            <a:ext cx="8153400" cy="5105400"/>
          </a:xfrm>
        </p:spPr>
        <p:txBody>
          <a:bodyPr>
            <a:normAutofit fontScale="92500" lnSpcReduction="10000"/>
          </a:bodyPr>
          <a:lstStyle/>
          <a:p>
            <a:pPr marL="0" indent="0" algn="just" rtl="0">
              <a:lnSpc>
                <a:spcPct val="150000"/>
              </a:lnSpc>
              <a:buNone/>
            </a:pPr>
            <a:r>
              <a:rPr lang="en-US" sz="2400" b="1" dirty="0">
                <a:solidFill>
                  <a:srgbClr val="C00000"/>
                </a:solidFill>
                <a:effectLst>
                  <a:outerShdw blurRad="38100" dist="38100" dir="2700000" algn="tl">
                    <a:srgbClr val="000000">
                      <a:alpha val="43137"/>
                    </a:srgbClr>
                  </a:outerShdw>
                </a:effectLst>
              </a:rPr>
              <a:t>Cache</a:t>
            </a:r>
            <a:r>
              <a:rPr lang="en-US" sz="2200" dirty="0">
                <a:latin typeface="Times New Roman" panose="02020603050405020304" pitchFamily="18" charset="0"/>
                <a:cs typeface="Times New Roman" panose="02020603050405020304" pitchFamily="18" charset="0"/>
              </a:rPr>
              <a:t> is an important component that enhances the I/O performance in an intelligent storage system. </a:t>
            </a:r>
          </a:p>
          <a:p>
            <a:pPr marL="0" indent="0" algn="just" rtl="0">
              <a:lnSpc>
                <a:spcPct val="150000"/>
              </a:lnSpc>
              <a:buNone/>
            </a:pPr>
            <a:r>
              <a:rPr lang="en-US" sz="2200" dirty="0">
                <a:latin typeface="Times New Roman" panose="02020603050405020304" pitchFamily="18" charset="0"/>
                <a:cs typeface="Times New Roman" panose="02020603050405020304" pitchFamily="18" charset="0"/>
              </a:rPr>
              <a:t>Cache is semiconductor memory where data is placed temporarily to reduce the time required to service I/O requests from the host. </a:t>
            </a:r>
          </a:p>
          <a:p>
            <a:pPr marL="0" indent="0" algn="just" rtl="0">
              <a:lnSpc>
                <a:spcPct val="150000"/>
              </a:lnSpc>
              <a:buNone/>
            </a:pPr>
            <a:r>
              <a:rPr lang="en-US" sz="2200" dirty="0">
                <a:latin typeface="Times New Roman" panose="02020603050405020304" pitchFamily="18" charset="0"/>
                <a:cs typeface="Times New Roman" panose="02020603050405020304" pitchFamily="18" charset="0"/>
              </a:rPr>
              <a:t>Cache improves storage system performance by isolating hosts from the mechanical delays associated with physical disks, which are the slowest components of an intelligent storage system. </a:t>
            </a:r>
          </a:p>
          <a:p>
            <a:pPr marL="0" indent="0" algn="just" rtl="0">
              <a:lnSpc>
                <a:spcPct val="150000"/>
              </a:lnSpc>
              <a:buNone/>
            </a:pPr>
            <a:r>
              <a:rPr lang="en-US" sz="2200" dirty="0">
                <a:latin typeface="Times New Roman" panose="02020603050405020304" pitchFamily="18" charset="0"/>
                <a:cs typeface="Times New Roman" panose="02020603050405020304" pitchFamily="18" charset="0"/>
              </a:rPr>
              <a:t>Accessing data from a physical disk usually takes a few milliseconds because of seek times and rotational latency. </a:t>
            </a:r>
          </a:p>
          <a:p>
            <a:pPr marL="0" indent="0" algn="just" rtl="0">
              <a:lnSpc>
                <a:spcPct val="150000"/>
              </a:lnSpc>
              <a:buNone/>
            </a:pPr>
            <a:r>
              <a:rPr lang="en-US" sz="2400" b="1" dirty="0">
                <a:solidFill>
                  <a:srgbClr val="C00000"/>
                </a:solidFill>
                <a:effectLst>
                  <a:outerShdw blurRad="38100" dist="38100" dir="2700000" algn="tl">
                    <a:srgbClr val="000000">
                      <a:alpha val="43137"/>
                    </a:srgbClr>
                  </a:outerShdw>
                </a:effectLst>
              </a:rPr>
              <a:t>If</a:t>
            </a:r>
            <a:r>
              <a:rPr lang="en-US" sz="2200" dirty="0">
                <a:latin typeface="Times New Roman" panose="02020603050405020304" pitchFamily="18" charset="0"/>
                <a:cs typeface="Times New Roman" panose="02020603050405020304" pitchFamily="18" charset="0"/>
              </a:rPr>
              <a:t> a disk has to be accessed by the host for every I/O operation, requests are queued, which results in a delayed response.</a:t>
            </a:r>
          </a:p>
        </p:txBody>
      </p:sp>
      <p:sp>
        <p:nvSpPr>
          <p:cNvPr id="5" name="Slide Number Placeholder 4"/>
          <p:cNvSpPr>
            <a:spLocks noGrp="1"/>
          </p:cNvSpPr>
          <p:nvPr>
            <p:ph type="sldNum" sz="quarter" idx="12"/>
          </p:nvPr>
        </p:nvSpPr>
        <p:spPr/>
        <p:txBody>
          <a:bodyPr/>
          <a:lstStyle/>
          <a:p>
            <a:fld id="{E5137D0E-4A4F-4307-8994-C1891D747D59}" type="slidenum">
              <a:rPr lang="en-US" smtClean="0"/>
              <a:t>12</a:t>
            </a:fld>
            <a:endParaRPr lang="en-US"/>
          </a:p>
        </p:txBody>
      </p:sp>
    </p:spTree>
    <p:extLst>
      <p:ext uri="{BB962C8B-B14F-4D97-AF65-F5344CB8AC3E}">
        <p14:creationId xmlns:p14="http://schemas.microsoft.com/office/powerpoint/2010/main" val="1749043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83920" y="701675"/>
            <a:ext cx="7772400" cy="6019800"/>
          </a:xfrm>
        </p:spPr>
        <p:txBody>
          <a:bodyPr>
            <a:normAutofit/>
          </a:bodyPr>
          <a:lstStyle/>
          <a:p>
            <a:pPr marL="0" indent="0" algn="just" rtl="0">
              <a:buNone/>
            </a:pPr>
            <a:r>
              <a:rPr lang="en-US" sz="2400" b="1" dirty="0">
                <a:effectLst>
                  <a:outerShdw blurRad="38100" dist="38100" dir="2700000" algn="tl">
                    <a:srgbClr val="000000">
                      <a:alpha val="43137"/>
                    </a:srgbClr>
                  </a:outerShdw>
                </a:effectLst>
              </a:rPr>
              <a:t>Structure of Cache</a:t>
            </a:r>
          </a:p>
          <a:p>
            <a:pPr marL="0" indent="0" algn="just" rtl="0">
              <a:lnSpc>
                <a:spcPct val="150000"/>
              </a:lnSpc>
              <a:buNone/>
            </a:pPr>
            <a:r>
              <a:rPr lang="en-US" sz="2200" dirty="0">
                <a:latin typeface="Times New Roman" panose="02020603050405020304" pitchFamily="18" charset="0"/>
                <a:cs typeface="Times New Roman" panose="02020603050405020304" pitchFamily="18" charset="0"/>
              </a:rPr>
              <a:t>Cache is organized into pages or slots, which is the smallest unit of cache allocation. </a:t>
            </a:r>
          </a:p>
          <a:p>
            <a:pPr marL="0" indent="0" algn="just" rtl="0">
              <a:lnSpc>
                <a:spcPct val="150000"/>
              </a:lnSpc>
              <a:buNone/>
            </a:pPr>
            <a:r>
              <a:rPr lang="en-US" sz="2200" dirty="0">
                <a:latin typeface="Times New Roman" panose="02020603050405020304" pitchFamily="18" charset="0"/>
                <a:cs typeface="Times New Roman" panose="02020603050405020304" pitchFamily="18" charset="0"/>
              </a:rPr>
              <a:t>The size of a cache page is configured according to the application I/O size. </a:t>
            </a:r>
          </a:p>
          <a:p>
            <a:pPr marL="0" indent="0" algn="just" rtl="0">
              <a:lnSpc>
                <a:spcPct val="150000"/>
              </a:lnSpc>
              <a:buNone/>
            </a:pPr>
            <a:r>
              <a:rPr lang="en-US" sz="2200" dirty="0">
                <a:latin typeface="Times New Roman" panose="02020603050405020304" pitchFamily="18" charset="0"/>
                <a:cs typeface="Times New Roman" panose="02020603050405020304" pitchFamily="18" charset="0"/>
              </a:rPr>
              <a:t>Cache consists of the data store and tag RAM. The data store holds the data while tag RAM tracks the location of the data in the data store (Figure 4-3) and in disk.</a:t>
            </a:r>
          </a:p>
        </p:txBody>
      </p:sp>
      <p:sp>
        <p:nvSpPr>
          <p:cNvPr id="4" name="Slide Number Placeholder 3"/>
          <p:cNvSpPr>
            <a:spLocks noGrp="1"/>
          </p:cNvSpPr>
          <p:nvPr>
            <p:ph type="sldNum" sz="quarter" idx="12"/>
          </p:nvPr>
        </p:nvSpPr>
        <p:spPr/>
        <p:txBody>
          <a:bodyPr/>
          <a:lstStyle/>
          <a:p>
            <a:fld id="{E5137D0E-4A4F-4307-8994-C1891D747D59}" type="slidenum">
              <a:rPr lang="en-US" smtClean="0"/>
              <a:t>13</a:t>
            </a:fld>
            <a:endParaRPr lang="en-US"/>
          </a:p>
        </p:txBody>
      </p:sp>
    </p:spTree>
    <p:extLst>
      <p:ext uri="{BB962C8B-B14F-4D97-AF65-F5344CB8AC3E}">
        <p14:creationId xmlns:p14="http://schemas.microsoft.com/office/powerpoint/2010/main" val="1343868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5800" y="1143000"/>
            <a:ext cx="7860846" cy="4953000"/>
          </a:xfrm>
        </p:spPr>
      </p:pic>
      <p:sp>
        <p:nvSpPr>
          <p:cNvPr id="3" name="Slide Number Placeholder 2"/>
          <p:cNvSpPr>
            <a:spLocks noGrp="1"/>
          </p:cNvSpPr>
          <p:nvPr>
            <p:ph type="sldNum" sz="quarter" idx="12"/>
          </p:nvPr>
        </p:nvSpPr>
        <p:spPr/>
        <p:txBody>
          <a:bodyPr/>
          <a:lstStyle/>
          <a:p>
            <a:fld id="{E5137D0E-4A4F-4307-8994-C1891D747D59}" type="slidenum">
              <a:rPr lang="en-US" smtClean="0"/>
              <a:t>14</a:t>
            </a:fld>
            <a:endParaRPr lang="en-US"/>
          </a:p>
        </p:txBody>
      </p:sp>
    </p:spTree>
    <p:extLst>
      <p:ext uri="{BB962C8B-B14F-4D97-AF65-F5344CB8AC3E}">
        <p14:creationId xmlns:p14="http://schemas.microsoft.com/office/powerpoint/2010/main" val="4049009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3300" y="304800"/>
            <a:ext cx="7202776" cy="381000"/>
          </a:xfrm>
        </p:spPr>
        <p:txBody>
          <a:bodyPr>
            <a:normAutofit fontScale="90000"/>
          </a:bodyPr>
          <a:lstStyle/>
          <a:p>
            <a:r>
              <a:rPr lang="en-US" sz="2400" b="1" dirty="0">
                <a:solidFill>
                  <a:schemeClr val="tx1"/>
                </a:solidFill>
                <a:effectLst>
                  <a:outerShdw blurRad="38100" dist="38100" dir="2700000" algn="tl">
                    <a:srgbClr val="000000">
                      <a:alpha val="43137"/>
                    </a:srgbClr>
                  </a:outerShdw>
                </a:effectLst>
                <a:latin typeface="+mn-lt"/>
                <a:ea typeface="+mn-ea"/>
                <a:cs typeface="+mn-cs"/>
              </a:rPr>
              <a:t>Read Operation with Cache</a:t>
            </a:r>
          </a:p>
        </p:txBody>
      </p:sp>
      <p:sp>
        <p:nvSpPr>
          <p:cNvPr id="3" name="Content Placeholder 2"/>
          <p:cNvSpPr>
            <a:spLocks noGrp="1"/>
          </p:cNvSpPr>
          <p:nvPr>
            <p:ph idx="1"/>
          </p:nvPr>
        </p:nvSpPr>
        <p:spPr>
          <a:xfrm>
            <a:off x="685800" y="988822"/>
            <a:ext cx="8001000" cy="5334000"/>
          </a:xfrm>
        </p:spPr>
        <p:txBody>
          <a:bodyPr>
            <a:normAutofit fontScale="85000" lnSpcReduction="10000"/>
          </a:bodyPr>
          <a:lstStyle/>
          <a:p>
            <a:pPr marL="0" indent="0" algn="just" rtl="0">
              <a:lnSpc>
                <a:spcPct val="150000"/>
              </a:lnSpc>
              <a:buNone/>
            </a:pPr>
            <a:r>
              <a:rPr lang="en-US" sz="2200" dirty="0">
                <a:latin typeface="Times New Roman" panose="02020603050405020304" pitchFamily="18" charset="0"/>
                <a:cs typeface="Times New Roman" panose="02020603050405020304" pitchFamily="18" charset="0"/>
              </a:rPr>
              <a:t>When a host issues a read request, the front-end controller accesses the tag RAM to determine whether the required data is available in cache. </a:t>
            </a:r>
          </a:p>
          <a:p>
            <a:pPr marL="0" indent="0" algn="just" rtl="0">
              <a:lnSpc>
                <a:spcPct val="150000"/>
              </a:lnSpc>
              <a:buNone/>
            </a:pPr>
            <a:r>
              <a:rPr lang="en-US" sz="2200" dirty="0">
                <a:latin typeface="Times New Roman" panose="02020603050405020304" pitchFamily="18" charset="0"/>
                <a:cs typeface="Times New Roman" panose="02020603050405020304" pitchFamily="18" charset="0"/>
              </a:rPr>
              <a:t>If the requested data is found in the cache, it is called a read cache hit or read hit and data is sent directly to the host, without any disk operation (see Figure). </a:t>
            </a:r>
          </a:p>
          <a:p>
            <a:pPr marL="0" indent="0" algn="just" rtl="0">
              <a:lnSpc>
                <a:spcPct val="150000"/>
              </a:lnSpc>
              <a:buNone/>
            </a:pPr>
            <a:r>
              <a:rPr lang="en-US" sz="2200" dirty="0">
                <a:latin typeface="Times New Roman" panose="02020603050405020304" pitchFamily="18" charset="0"/>
                <a:cs typeface="Times New Roman" panose="02020603050405020304" pitchFamily="18" charset="0"/>
              </a:rPr>
              <a:t>This provides a fast response time to the host (about a millisecond). </a:t>
            </a:r>
          </a:p>
          <a:p>
            <a:pPr marL="0" indent="0" algn="just" rtl="0">
              <a:lnSpc>
                <a:spcPct val="150000"/>
              </a:lnSpc>
              <a:buNone/>
            </a:pPr>
            <a:r>
              <a:rPr lang="en-US" sz="2200" dirty="0">
                <a:latin typeface="Times New Roman" panose="02020603050405020304" pitchFamily="18" charset="0"/>
                <a:cs typeface="Times New Roman" panose="02020603050405020304" pitchFamily="18" charset="0"/>
              </a:rPr>
              <a:t>If the requested data is not found in cache, it is called a cache miss and the data must be read from the disk (see Figure). </a:t>
            </a:r>
          </a:p>
          <a:p>
            <a:pPr marL="0" indent="0" algn="just" rtl="0">
              <a:lnSpc>
                <a:spcPct val="150000"/>
              </a:lnSpc>
              <a:buNone/>
            </a:pPr>
            <a:r>
              <a:rPr lang="en-US" sz="2200" dirty="0">
                <a:latin typeface="Times New Roman" panose="02020603050405020304" pitchFamily="18" charset="0"/>
                <a:cs typeface="Times New Roman" panose="02020603050405020304" pitchFamily="18" charset="0"/>
              </a:rPr>
              <a:t>The back-end controller accesses the appropriate disk and retrieves the requested data. </a:t>
            </a:r>
          </a:p>
          <a:p>
            <a:pPr marL="0" indent="0" algn="just" rtl="0">
              <a:lnSpc>
                <a:spcPct val="150000"/>
              </a:lnSpc>
              <a:buNone/>
            </a:pPr>
            <a:r>
              <a:rPr lang="en-US" sz="2200" dirty="0">
                <a:latin typeface="Times New Roman" panose="02020603050405020304" pitchFamily="18" charset="0"/>
                <a:cs typeface="Times New Roman" panose="02020603050405020304" pitchFamily="18" charset="0"/>
              </a:rPr>
              <a:t>Data is then placed in cache and is finally sent to the host through the front-end controller. </a:t>
            </a:r>
          </a:p>
          <a:p>
            <a:pPr marL="0" indent="0" algn="just" rtl="0">
              <a:lnSpc>
                <a:spcPct val="150000"/>
              </a:lnSpc>
              <a:buNone/>
            </a:pPr>
            <a:r>
              <a:rPr lang="en-US" sz="2200" dirty="0">
                <a:latin typeface="Times New Roman" panose="02020603050405020304" pitchFamily="18" charset="0"/>
                <a:cs typeface="Times New Roman" panose="02020603050405020304" pitchFamily="18" charset="0"/>
              </a:rPr>
              <a:t>Cache misses increase I/O response time.</a:t>
            </a:r>
          </a:p>
        </p:txBody>
      </p:sp>
      <p:sp>
        <p:nvSpPr>
          <p:cNvPr id="5" name="Slide Number Placeholder 4"/>
          <p:cNvSpPr>
            <a:spLocks noGrp="1"/>
          </p:cNvSpPr>
          <p:nvPr>
            <p:ph type="sldNum" sz="quarter" idx="12"/>
          </p:nvPr>
        </p:nvSpPr>
        <p:spPr/>
        <p:txBody>
          <a:bodyPr/>
          <a:lstStyle/>
          <a:p>
            <a:fld id="{E5137D0E-4A4F-4307-8994-C1891D747D59}" type="slidenum">
              <a:rPr lang="en-US" smtClean="0"/>
              <a:t>15</a:t>
            </a:fld>
            <a:endParaRPr lang="en-US"/>
          </a:p>
        </p:txBody>
      </p:sp>
    </p:spTree>
    <p:extLst>
      <p:ext uri="{BB962C8B-B14F-4D97-AF65-F5344CB8AC3E}">
        <p14:creationId xmlns:p14="http://schemas.microsoft.com/office/powerpoint/2010/main" val="3523346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AutoShape 2">
            <a:extLst>
              <a:ext uri="{FF2B5EF4-FFF2-40B4-BE49-F238E27FC236}">
                <a16:creationId xmlns:a16="http://schemas.microsoft.com/office/drawing/2014/main" id="{B113658C-8D51-9789-5403-ECDE256E301E}"/>
              </a:ext>
            </a:extLst>
          </p:cNvPr>
          <p:cNvSpPr>
            <a:spLocks noChangeArrowheads="1"/>
          </p:cNvSpPr>
          <p:nvPr/>
        </p:nvSpPr>
        <p:spPr bwMode="auto">
          <a:xfrm>
            <a:off x="938213" y="1296988"/>
            <a:ext cx="7267575" cy="2247900"/>
          </a:xfrm>
          <a:prstGeom prst="roundRect">
            <a:avLst>
              <a:gd name="adj" fmla="val 9931"/>
            </a:avLst>
          </a:prstGeom>
          <a:solidFill>
            <a:schemeClr val="bg1"/>
          </a:solidFill>
          <a:ln w="12700" algn="ctr">
            <a:solidFill>
              <a:srgbClr val="000814"/>
            </a:solidFill>
            <a:prstDash val="dash"/>
            <a:round/>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555" name="AutoShape 3">
            <a:extLst>
              <a:ext uri="{FF2B5EF4-FFF2-40B4-BE49-F238E27FC236}">
                <a16:creationId xmlns:a16="http://schemas.microsoft.com/office/drawing/2014/main" id="{AFA38AA1-FC21-AD11-7061-036CE44A1910}"/>
              </a:ext>
            </a:extLst>
          </p:cNvPr>
          <p:cNvSpPr>
            <a:spLocks noChangeArrowheads="1"/>
          </p:cNvSpPr>
          <p:nvPr/>
        </p:nvSpPr>
        <p:spPr bwMode="auto">
          <a:xfrm>
            <a:off x="938213" y="4121150"/>
            <a:ext cx="7267575" cy="2247900"/>
          </a:xfrm>
          <a:prstGeom prst="roundRect">
            <a:avLst>
              <a:gd name="adj" fmla="val 9931"/>
            </a:avLst>
          </a:prstGeom>
          <a:solidFill>
            <a:schemeClr val="bg1"/>
          </a:solidFill>
          <a:ln w="12700" algn="ctr">
            <a:solidFill>
              <a:srgbClr val="000814"/>
            </a:solidFill>
            <a:prstDash val="dash"/>
            <a:round/>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556" name="Line 4">
            <a:extLst>
              <a:ext uri="{FF2B5EF4-FFF2-40B4-BE49-F238E27FC236}">
                <a16:creationId xmlns:a16="http://schemas.microsoft.com/office/drawing/2014/main" id="{FFF31D70-9CF5-E022-FA9E-D41269BDBBEC}"/>
              </a:ext>
            </a:extLst>
          </p:cNvPr>
          <p:cNvSpPr>
            <a:spLocks noChangeShapeType="1"/>
          </p:cNvSpPr>
          <p:nvPr/>
        </p:nvSpPr>
        <p:spPr bwMode="auto">
          <a:xfrm>
            <a:off x="2182813" y="5264150"/>
            <a:ext cx="4440237" cy="0"/>
          </a:xfrm>
          <a:prstGeom prst="line">
            <a:avLst/>
          </a:prstGeom>
          <a:noFill/>
          <a:ln w="3175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5509" name="Line 5">
            <a:extLst>
              <a:ext uri="{FF2B5EF4-FFF2-40B4-BE49-F238E27FC236}">
                <a16:creationId xmlns:a16="http://schemas.microsoft.com/office/drawing/2014/main" id="{020B6188-17EE-92BF-7E7C-F4DC032F9A00}"/>
              </a:ext>
            </a:extLst>
          </p:cNvPr>
          <p:cNvSpPr>
            <a:spLocks noChangeShapeType="1"/>
          </p:cNvSpPr>
          <p:nvPr/>
        </p:nvSpPr>
        <p:spPr bwMode="auto">
          <a:xfrm>
            <a:off x="2182813" y="5257800"/>
            <a:ext cx="1920875" cy="0"/>
          </a:xfrm>
          <a:prstGeom prst="line">
            <a:avLst/>
          </a:prstGeom>
          <a:noFill/>
          <a:ln w="76200">
            <a:solidFill>
              <a:srgbClr val="0099FF"/>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5510" name="Line 6">
            <a:extLst>
              <a:ext uri="{FF2B5EF4-FFF2-40B4-BE49-F238E27FC236}">
                <a16:creationId xmlns:a16="http://schemas.microsoft.com/office/drawing/2014/main" id="{162375CC-FE5C-BDD9-0C05-D6D65F5FA0D7}"/>
              </a:ext>
            </a:extLst>
          </p:cNvPr>
          <p:cNvSpPr>
            <a:spLocks noChangeShapeType="1"/>
          </p:cNvSpPr>
          <p:nvPr/>
        </p:nvSpPr>
        <p:spPr bwMode="auto">
          <a:xfrm>
            <a:off x="5072063" y="5257800"/>
            <a:ext cx="1296987" cy="0"/>
          </a:xfrm>
          <a:prstGeom prst="line">
            <a:avLst/>
          </a:prstGeom>
          <a:noFill/>
          <a:ln w="76200">
            <a:solidFill>
              <a:srgbClr val="0099FF"/>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559" name="Text Box 7">
            <a:extLst>
              <a:ext uri="{FF2B5EF4-FFF2-40B4-BE49-F238E27FC236}">
                <a16:creationId xmlns:a16="http://schemas.microsoft.com/office/drawing/2014/main" id="{24B8198B-9031-AE3E-AF70-F22422F4586D}"/>
              </a:ext>
            </a:extLst>
          </p:cNvPr>
          <p:cNvSpPr txBox="1">
            <a:spLocks noChangeArrowheads="1"/>
          </p:cNvSpPr>
          <p:nvPr/>
        </p:nvSpPr>
        <p:spPr bwMode="auto">
          <a:xfrm>
            <a:off x="2876550" y="4703763"/>
            <a:ext cx="811213"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204"/>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ctr" defTabSz="941388" rtl="0" eaLnBrk="1" fontAlgn="base" latinLnBrk="0" hangingPunct="1">
              <a:lnSpc>
                <a:spcPct val="90000"/>
              </a:lnSpc>
              <a:spcBef>
                <a:spcPct val="5000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Read</a:t>
            </a:r>
            <a:br>
              <a:rPr kumimoji="0" lang="en-US" altLang="en-US" sz="14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br>
            <a:r>
              <a:rPr kumimoji="0" lang="en-US" altLang="en-US" sz="14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Request</a:t>
            </a:r>
          </a:p>
        </p:txBody>
      </p:sp>
      <p:sp>
        <p:nvSpPr>
          <p:cNvPr id="23560" name="Line 8">
            <a:extLst>
              <a:ext uri="{FF2B5EF4-FFF2-40B4-BE49-F238E27FC236}">
                <a16:creationId xmlns:a16="http://schemas.microsoft.com/office/drawing/2014/main" id="{49C43686-ADCF-5703-4786-0530D9ACE0E2}"/>
              </a:ext>
            </a:extLst>
          </p:cNvPr>
          <p:cNvSpPr>
            <a:spLocks noChangeShapeType="1"/>
          </p:cNvSpPr>
          <p:nvPr/>
        </p:nvSpPr>
        <p:spPr bwMode="auto">
          <a:xfrm>
            <a:off x="2182813" y="2439988"/>
            <a:ext cx="4440237" cy="0"/>
          </a:xfrm>
          <a:prstGeom prst="line">
            <a:avLst/>
          </a:prstGeom>
          <a:noFill/>
          <a:ln w="3175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561" name="Text Box 9">
            <a:extLst>
              <a:ext uri="{FF2B5EF4-FFF2-40B4-BE49-F238E27FC236}">
                <a16:creationId xmlns:a16="http://schemas.microsoft.com/office/drawing/2014/main" id="{DB6109C9-4266-D129-525F-28E4AE5915AE}"/>
              </a:ext>
            </a:extLst>
          </p:cNvPr>
          <p:cNvSpPr txBox="1">
            <a:spLocks noChangeArrowheads="1"/>
          </p:cNvSpPr>
          <p:nvPr/>
        </p:nvSpPr>
        <p:spPr bwMode="auto">
          <a:xfrm>
            <a:off x="4276725" y="1670050"/>
            <a:ext cx="596900" cy="1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lIns="0" tIns="0" rIns="0" bIns="0">
            <a:spAutoFit/>
          </a:bodyPr>
          <a:lstStyle>
            <a:lvl1pPr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ctr" defTabSz="941388" rtl="0" eaLnBrk="1" fontAlgn="base" latinLnBrk="0" hangingPunct="1">
              <a:lnSpc>
                <a:spcPct val="90000"/>
              </a:lnSpc>
              <a:spcBef>
                <a:spcPct val="50000"/>
              </a:spcBef>
              <a:spcAft>
                <a:spcPct val="0"/>
              </a:spcAft>
              <a:buClrTx/>
              <a:buSzTx/>
              <a:buFontTx/>
              <a:buNone/>
              <a:tabLst/>
              <a:defRPr/>
            </a:pPr>
            <a:r>
              <a:rPr kumimoji="0" lang="en-US" altLang="en-US" sz="1400" b="1" i="0" u="none" strike="noStrike" kern="1200" cap="none" spc="0" normalizeH="0" baseline="0" noProof="0">
                <a:ln>
                  <a:noFill/>
                </a:ln>
                <a:solidFill>
                  <a:srgbClr val="000204"/>
                </a:solidFill>
                <a:effectLst/>
                <a:uLnTx/>
                <a:uFillTx/>
                <a:latin typeface="Verdana" panose="020B0604030504040204" pitchFamily="34" charset="0"/>
                <a:ea typeface="+mn-ea"/>
                <a:cs typeface="Arial" panose="020B0604020202020204" pitchFamily="34" charset="0"/>
              </a:rPr>
              <a:t>Cache</a:t>
            </a:r>
          </a:p>
        </p:txBody>
      </p:sp>
      <p:sp>
        <p:nvSpPr>
          <p:cNvPr id="2965514" name="Line 10">
            <a:extLst>
              <a:ext uri="{FF2B5EF4-FFF2-40B4-BE49-F238E27FC236}">
                <a16:creationId xmlns:a16="http://schemas.microsoft.com/office/drawing/2014/main" id="{7C971D97-9091-0D46-D180-52D2C22C76E2}"/>
              </a:ext>
            </a:extLst>
          </p:cNvPr>
          <p:cNvSpPr>
            <a:spLocks noChangeShapeType="1"/>
          </p:cNvSpPr>
          <p:nvPr/>
        </p:nvSpPr>
        <p:spPr bwMode="auto">
          <a:xfrm>
            <a:off x="2182813" y="2439988"/>
            <a:ext cx="1920875" cy="0"/>
          </a:xfrm>
          <a:prstGeom prst="line">
            <a:avLst/>
          </a:prstGeom>
          <a:noFill/>
          <a:ln w="76200">
            <a:solidFill>
              <a:srgbClr val="0099FF"/>
            </a:solidFill>
            <a:prstDash val="sysDot"/>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5515" name="Line 11">
            <a:extLst>
              <a:ext uri="{FF2B5EF4-FFF2-40B4-BE49-F238E27FC236}">
                <a16:creationId xmlns:a16="http://schemas.microsoft.com/office/drawing/2014/main" id="{7FA1264F-A3A4-6523-66A1-09685143321D}"/>
              </a:ext>
            </a:extLst>
          </p:cNvPr>
          <p:cNvSpPr>
            <a:spLocks noChangeShapeType="1"/>
          </p:cNvSpPr>
          <p:nvPr/>
        </p:nvSpPr>
        <p:spPr bwMode="auto">
          <a:xfrm>
            <a:off x="2182813" y="2439988"/>
            <a:ext cx="1920875" cy="0"/>
          </a:xfrm>
          <a:prstGeom prst="line">
            <a:avLst/>
          </a:prstGeom>
          <a:noFill/>
          <a:ln w="76200">
            <a:solidFill>
              <a:srgbClr val="0099FF"/>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564" name="Text Box 12">
            <a:extLst>
              <a:ext uri="{FF2B5EF4-FFF2-40B4-BE49-F238E27FC236}">
                <a16:creationId xmlns:a16="http://schemas.microsoft.com/office/drawing/2014/main" id="{A0453C19-74E1-E91E-409F-B589AAB8C9FC}"/>
              </a:ext>
            </a:extLst>
          </p:cNvPr>
          <p:cNvSpPr txBox="1">
            <a:spLocks noChangeArrowheads="1"/>
          </p:cNvSpPr>
          <p:nvPr/>
        </p:nvSpPr>
        <p:spPr bwMode="auto">
          <a:xfrm>
            <a:off x="2876550" y="1879600"/>
            <a:ext cx="811213"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204"/>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ctr" defTabSz="941388" rtl="0" eaLnBrk="1" fontAlgn="base" latinLnBrk="0" hangingPunct="1">
              <a:lnSpc>
                <a:spcPct val="90000"/>
              </a:lnSpc>
              <a:spcBef>
                <a:spcPct val="5000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Read</a:t>
            </a:r>
            <a:br>
              <a:rPr kumimoji="0" lang="en-US" altLang="en-US" sz="14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br>
            <a:r>
              <a:rPr kumimoji="0" lang="en-US" altLang="en-US" sz="14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Request</a:t>
            </a:r>
          </a:p>
        </p:txBody>
      </p:sp>
      <p:sp>
        <p:nvSpPr>
          <p:cNvPr id="23565" name="Rectangle 13">
            <a:extLst>
              <a:ext uri="{FF2B5EF4-FFF2-40B4-BE49-F238E27FC236}">
                <a16:creationId xmlns:a16="http://schemas.microsoft.com/office/drawing/2014/main" id="{A791244C-0BFE-F1A8-7D13-94FC1B8943DF}"/>
              </a:ext>
            </a:extLst>
          </p:cNvPr>
          <p:cNvSpPr>
            <a:spLocks noChangeArrowheads="1"/>
          </p:cNvSpPr>
          <p:nvPr/>
        </p:nvSpPr>
        <p:spPr bwMode="auto">
          <a:xfrm>
            <a:off x="4087813" y="1958975"/>
            <a:ext cx="1033462" cy="1028700"/>
          </a:xfrm>
          <a:prstGeom prst="rect">
            <a:avLst/>
          </a:prstGeom>
          <a:solidFill>
            <a:srgbClr val="000000"/>
          </a:solidFill>
          <a:ln>
            <a:noFill/>
          </a:ln>
          <a:effectLst/>
          <a:extLs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566" name="Rectangle 16">
            <a:extLst>
              <a:ext uri="{FF2B5EF4-FFF2-40B4-BE49-F238E27FC236}">
                <a16:creationId xmlns:a16="http://schemas.microsoft.com/office/drawing/2014/main" id="{D4AD5599-453A-4C17-5541-DF63EF648EB0}"/>
              </a:ext>
            </a:extLst>
          </p:cNvPr>
          <p:cNvSpPr>
            <a:spLocks noChangeArrowheads="1"/>
          </p:cNvSpPr>
          <p:nvPr/>
        </p:nvSpPr>
        <p:spPr bwMode="auto">
          <a:xfrm>
            <a:off x="4059238" y="1911350"/>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567" name="Rectangle 17">
            <a:extLst>
              <a:ext uri="{FF2B5EF4-FFF2-40B4-BE49-F238E27FC236}">
                <a16:creationId xmlns:a16="http://schemas.microsoft.com/office/drawing/2014/main" id="{04C47DF0-A62B-8078-E841-B9B9538D7590}"/>
              </a:ext>
            </a:extLst>
          </p:cNvPr>
          <p:cNvSpPr>
            <a:spLocks noChangeArrowheads="1"/>
          </p:cNvSpPr>
          <p:nvPr/>
        </p:nvSpPr>
        <p:spPr bwMode="auto">
          <a:xfrm>
            <a:off x="4187825" y="1911350"/>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568" name="Rectangle 18">
            <a:extLst>
              <a:ext uri="{FF2B5EF4-FFF2-40B4-BE49-F238E27FC236}">
                <a16:creationId xmlns:a16="http://schemas.microsoft.com/office/drawing/2014/main" id="{89FDB154-3BC0-68A5-E39D-785F4F8684F7}"/>
              </a:ext>
            </a:extLst>
          </p:cNvPr>
          <p:cNvSpPr>
            <a:spLocks noChangeArrowheads="1"/>
          </p:cNvSpPr>
          <p:nvPr/>
        </p:nvSpPr>
        <p:spPr bwMode="auto">
          <a:xfrm>
            <a:off x="4316413" y="1911350"/>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569" name="Rectangle 19">
            <a:extLst>
              <a:ext uri="{FF2B5EF4-FFF2-40B4-BE49-F238E27FC236}">
                <a16:creationId xmlns:a16="http://schemas.microsoft.com/office/drawing/2014/main" id="{CFE45EC1-1C97-C2F8-518E-5D4A3479ADAC}"/>
              </a:ext>
            </a:extLst>
          </p:cNvPr>
          <p:cNvSpPr>
            <a:spLocks noChangeArrowheads="1"/>
          </p:cNvSpPr>
          <p:nvPr/>
        </p:nvSpPr>
        <p:spPr bwMode="auto">
          <a:xfrm>
            <a:off x="4445000" y="1911350"/>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570" name="Rectangle 20">
            <a:extLst>
              <a:ext uri="{FF2B5EF4-FFF2-40B4-BE49-F238E27FC236}">
                <a16:creationId xmlns:a16="http://schemas.microsoft.com/office/drawing/2014/main" id="{5CE50B6C-3395-A055-6FA5-6A41F24BF62D}"/>
              </a:ext>
            </a:extLst>
          </p:cNvPr>
          <p:cNvSpPr>
            <a:spLocks noChangeArrowheads="1"/>
          </p:cNvSpPr>
          <p:nvPr/>
        </p:nvSpPr>
        <p:spPr bwMode="auto">
          <a:xfrm>
            <a:off x="4573588" y="1911350"/>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571" name="Rectangle 21">
            <a:extLst>
              <a:ext uri="{FF2B5EF4-FFF2-40B4-BE49-F238E27FC236}">
                <a16:creationId xmlns:a16="http://schemas.microsoft.com/office/drawing/2014/main" id="{60DECA91-014E-C915-DA4D-72ADEC125BB1}"/>
              </a:ext>
            </a:extLst>
          </p:cNvPr>
          <p:cNvSpPr>
            <a:spLocks noChangeArrowheads="1"/>
          </p:cNvSpPr>
          <p:nvPr/>
        </p:nvSpPr>
        <p:spPr bwMode="auto">
          <a:xfrm>
            <a:off x="4702175" y="1911350"/>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572" name="Rectangle 22">
            <a:extLst>
              <a:ext uri="{FF2B5EF4-FFF2-40B4-BE49-F238E27FC236}">
                <a16:creationId xmlns:a16="http://schemas.microsoft.com/office/drawing/2014/main" id="{75A1D8EE-4CB6-255B-4CC7-FB29BE030F9D}"/>
              </a:ext>
            </a:extLst>
          </p:cNvPr>
          <p:cNvSpPr>
            <a:spLocks noChangeArrowheads="1"/>
          </p:cNvSpPr>
          <p:nvPr/>
        </p:nvSpPr>
        <p:spPr bwMode="auto">
          <a:xfrm>
            <a:off x="4830763" y="1911350"/>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573" name="Rectangle 23">
            <a:extLst>
              <a:ext uri="{FF2B5EF4-FFF2-40B4-BE49-F238E27FC236}">
                <a16:creationId xmlns:a16="http://schemas.microsoft.com/office/drawing/2014/main" id="{93064F9D-F665-C81F-A681-E07093FFD8B7}"/>
              </a:ext>
            </a:extLst>
          </p:cNvPr>
          <p:cNvSpPr>
            <a:spLocks noChangeArrowheads="1"/>
          </p:cNvSpPr>
          <p:nvPr/>
        </p:nvSpPr>
        <p:spPr bwMode="auto">
          <a:xfrm>
            <a:off x="4959350" y="1911350"/>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574" name="Rectangle 25">
            <a:extLst>
              <a:ext uri="{FF2B5EF4-FFF2-40B4-BE49-F238E27FC236}">
                <a16:creationId xmlns:a16="http://schemas.microsoft.com/office/drawing/2014/main" id="{B3FA61A9-C670-4D5B-0FE7-0A74233F0A4E}"/>
              </a:ext>
            </a:extLst>
          </p:cNvPr>
          <p:cNvSpPr>
            <a:spLocks noChangeArrowheads="1"/>
          </p:cNvSpPr>
          <p:nvPr/>
        </p:nvSpPr>
        <p:spPr bwMode="auto">
          <a:xfrm>
            <a:off x="4059238" y="2039938"/>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575" name="Rectangle 26">
            <a:extLst>
              <a:ext uri="{FF2B5EF4-FFF2-40B4-BE49-F238E27FC236}">
                <a16:creationId xmlns:a16="http://schemas.microsoft.com/office/drawing/2014/main" id="{2D055BE3-6149-417A-A66C-1D1AB6076186}"/>
              </a:ext>
            </a:extLst>
          </p:cNvPr>
          <p:cNvSpPr>
            <a:spLocks noChangeArrowheads="1"/>
          </p:cNvSpPr>
          <p:nvPr/>
        </p:nvSpPr>
        <p:spPr bwMode="auto">
          <a:xfrm>
            <a:off x="4187825" y="2039938"/>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576" name="Rectangle 27">
            <a:extLst>
              <a:ext uri="{FF2B5EF4-FFF2-40B4-BE49-F238E27FC236}">
                <a16:creationId xmlns:a16="http://schemas.microsoft.com/office/drawing/2014/main" id="{A94270F4-92CC-8CDB-2F3F-A640694BCA7C}"/>
              </a:ext>
            </a:extLst>
          </p:cNvPr>
          <p:cNvSpPr>
            <a:spLocks noChangeArrowheads="1"/>
          </p:cNvSpPr>
          <p:nvPr/>
        </p:nvSpPr>
        <p:spPr bwMode="auto">
          <a:xfrm>
            <a:off x="4316413" y="2039938"/>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577" name="Rectangle 28">
            <a:extLst>
              <a:ext uri="{FF2B5EF4-FFF2-40B4-BE49-F238E27FC236}">
                <a16:creationId xmlns:a16="http://schemas.microsoft.com/office/drawing/2014/main" id="{A2C07586-F1F1-42B0-466D-C266E34017CE}"/>
              </a:ext>
            </a:extLst>
          </p:cNvPr>
          <p:cNvSpPr>
            <a:spLocks noChangeArrowheads="1"/>
          </p:cNvSpPr>
          <p:nvPr/>
        </p:nvSpPr>
        <p:spPr bwMode="auto">
          <a:xfrm>
            <a:off x="4445000" y="2039938"/>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578" name="Rectangle 29">
            <a:extLst>
              <a:ext uri="{FF2B5EF4-FFF2-40B4-BE49-F238E27FC236}">
                <a16:creationId xmlns:a16="http://schemas.microsoft.com/office/drawing/2014/main" id="{7E522F98-3746-43C5-A1B4-47A9CFF733BF}"/>
              </a:ext>
            </a:extLst>
          </p:cNvPr>
          <p:cNvSpPr>
            <a:spLocks noChangeArrowheads="1"/>
          </p:cNvSpPr>
          <p:nvPr/>
        </p:nvSpPr>
        <p:spPr bwMode="auto">
          <a:xfrm>
            <a:off x="4573588" y="2039938"/>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579" name="Rectangle 30">
            <a:extLst>
              <a:ext uri="{FF2B5EF4-FFF2-40B4-BE49-F238E27FC236}">
                <a16:creationId xmlns:a16="http://schemas.microsoft.com/office/drawing/2014/main" id="{0E3BBECA-6BEC-8D83-F58F-3CD19740A489}"/>
              </a:ext>
            </a:extLst>
          </p:cNvPr>
          <p:cNvSpPr>
            <a:spLocks noChangeArrowheads="1"/>
          </p:cNvSpPr>
          <p:nvPr/>
        </p:nvSpPr>
        <p:spPr bwMode="auto">
          <a:xfrm>
            <a:off x="4702175" y="2039938"/>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580" name="Rectangle 31">
            <a:extLst>
              <a:ext uri="{FF2B5EF4-FFF2-40B4-BE49-F238E27FC236}">
                <a16:creationId xmlns:a16="http://schemas.microsoft.com/office/drawing/2014/main" id="{454BDBCF-7892-BF52-3E56-C108ED4560E0}"/>
              </a:ext>
            </a:extLst>
          </p:cNvPr>
          <p:cNvSpPr>
            <a:spLocks noChangeArrowheads="1"/>
          </p:cNvSpPr>
          <p:nvPr/>
        </p:nvSpPr>
        <p:spPr bwMode="auto">
          <a:xfrm>
            <a:off x="4830763" y="2039938"/>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581" name="Rectangle 32">
            <a:extLst>
              <a:ext uri="{FF2B5EF4-FFF2-40B4-BE49-F238E27FC236}">
                <a16:creationId xmlns:a16="http://schemas.microsoft.com/office/drawing/2014/main" id="{5FD610D1-8909-6A84-5F7B-AC1733C7C16A}"/>
              </a:ext>
            </a:extLst>
          </p:cNvPr>
          <p:cNvSpPr>
            <a:spLocks noChangeArrowheads="1"/>
          </p:cNvSpPr>
          <p:nvPr/>
        </p:nvSpPr>
        <p:spPr bwMode="auto">
          <a:xfrm>
            <a:off x="4959350" y="2039938"/>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582" name="Rectangle 34">
            <a:extLst>
              <a:ext uri="{FF2B5EF4-FFF2-40B4-BE49-F238E27FC236}">
                <a16:creationId xmlns:a16="http://schemas.microsoft.com/office/drawing/2014/main" id="{751C6DE4-7273-43FA-4AD1-344FB8B79B98}"/>
              </a:ext>
            </a:extLst>
          </p:cNvPr>
          <p:cNvSpPr>
            <a:spLocks noChangeArrowheads="1"/>
          </p:cNvSpPr>
          <p:nvPr/>
        </p:nvSpPr>
        <p:spPr bwMode="auto">
          <a:xfrm>
            <a:off x="4059238" y="2168525"/>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583" name="Rectangle 35">
            <a:extLst>
              <a:ext uri="{FF2B5EF4-FFF2-40B4-BE49-F238E27FC236}">
                <a16:creationId xmlns:a16="http://schemas.microsoft.com/office/drawing/2014/main" id="{14166D9C-311F-F08B-3647-5E6710CEC3D0}"/>
              </a:ext>
            </a:extLst>
          </p:cNvPr>
          <p:cNvSpPr>
            <a:spLocks noChangeArrowheads="1"/>
          </p:cNvSpPr>
          <p:nvPr/>
        </p:nvSpPr>
        <p:spPr bwMode="auto">
          <a:xfrm>
            <a:off x="4187825" y="2168525"/>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584" name="Rectangle 36">
            <a:extLst>
              <a:ext uri="{FF2B5EF4-FFF2-40B4-BE49-F238E27FC236}">
                <a16:creationId xmlns:a16="http://schemas.microsoft.com/office/drawing/2014/main" id="{227B0272-DFC4-5322-E297-A97CB538E9C5}"/>
              </a:ext>
            </a:extLst>
          </p:cNvPr>
          <p:cNvSpPr>
            <a:spLocks noChangeArrowheads="1"/>
          </p:cNvSpPr>
          <p:nvPr/>
        </p:nvSpPr>
        <p:spPr bwMode="auto">
          <a:xfrm>
            <a:off x="4316413" y="2168525"/>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585" name="Rectangle 37">
            <a:extLst>
              <a:ext uri="{FF2B5EF4-FFF2-40B4-BE49-F238E27FC236}">
                <a16:creationId xmlns:a16="http://schemas.microsoft.com/office/drawing/2014/main" id="{B868C0D1-C838-18EE-23C7-31A87B1AB36D}"/>
              </a:ext>
            </a:extLst>
          </p:cNvPr>
          <p:cNvSpPr>
            <a:spLocks noChangeArrowheads="1"/>
          </p:cNvSpPr>
          <p:nvPr/>
        </p:nvSpPr>
        <p:spPr bwMode="auto">
          <a:xfrm>
            <a:off x="4445000" y="2168525"/>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586" name="Rectangle 38">
            <a:extLst>
              <a:ext uri="{FF2B5EF4-FFF2-40B4-BE49-F238E27FC236}">
                <a16:creationId xmlns:a16="http://schemas.microsoft.com/office/drawing/2014/main" id="{7381A8A7-A4C2-8533-57E5-E636EF086A95}"/>
              </a:ext>
            </a:extLst>
          </p:cNvPr>
          <p:cNvSpPr>
            <a:spLocks noChangeArrowheads="1"/>
          </p:cNvSpPr>
          <p:nvPr/>
        </p:nvSpPr>
        <p:spPr bwMode="auto">
          <a:xfrm>
            <a:off x="4573588" y="2168525"/>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587" name="Rectangle 39">
            <a:extLst>
              <a:ext uri="{FF2B5EF4-FFF2-40B4-BE49-F238E27FC236}">
                <a16:creationId xmlns:a16="http://schemas.microsoft.com/office/drawing/2014/main" id="{4B384352-B4EA-859A-D52F-3E4BC949E606}"/>
              </a:ext>
            </a:extLst>
          </p:cNvPr>
          <p:cNvSpPr>
            <a:spLocks noChangeArrowheads="1"/>
          </p:cNvSpPr>
          <p:nvPr/>
        </p:nvSpPr>
        <p:spPr bwMode="auto">
          <a:xfrm>
            <a:off x="4702175" y="2168525"/>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588" name="Rectangle 40">
            <a:extLst>
              <a:ext uri="{FF2B5EF4-FFF2-40B4-BE49-F238E27FC236}">
                <a16:creationId xmlns:a16="http://schemas.microsoft.com/office/drawing/2014/main" id="{98589610-8234-A584-C3F7-F9A1E789ACF1}"/>
              </a:ext>
            </a:extLst>
          </p:cNvPr>
          <p:cNvSpPr>
            <a:spLocks noChangeArrowheads="1"/>
          </p:cNvSpPr>
          <p:nvPr/>
        </p:nvSpPr>
        <p:spPr bwMode="auto">
          <a:xfrm>
            <a:off x="4830763" y="2168525"/>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589" name="Rectangle 41">
            <a:extLst>
              <a:ext uri="{FF2B5EF4-FFF2-40B4-BE49-F238E27FC236}">
                <a16:creationId xmlns:a16="http://schemas.microsoft.com/office/drawing/2014/main" id="{E0C20CFD-114E-3409-A7A6-556EE0B10FE8}"/>
              </a:ext>
            </a:extLst>
          </p:cNvPr>
          <p:cNvSpPr>
            <a:spLocks noChangeArrowheads="1"/>
          </p:cNvSpPr>
          <p:nvPr/>
        </p:nvSpPr>
        <p:spPr bwMode="auto">
          <a:xfrm>
            <a:off x="4959350" y="2168525"/>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590" name="Rectangle 43">
            <a:extLst>
              <a:ext uri="{FF2B5EF4-FFF2-40B4-BE49-F238E27FC236}">
                <a16:creationId xmlns:a16="http://schemas.microsoft.com/office/drawing/2014/main" id="{E2E81462-2EAD-28FE-D860-E5CE496C9A94}"/>
              </a:ext>
            </a:extLst>
          </p:cNvPr>
          <p:cNvSpPr>
            <a:spLocks noChangeArrowheads="1"/>
          </p:cNvSpPr>
          <p:nvPr/>
        </p:nvSpPr>
        <p:spPr bwMode="auto">
          <a:xfrm>
            <a:off x="4059238" y="2297113"/>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591" name="Rectangle 44">
            <a:extLst>
              <a:ext uri="{FF2B5EF4-FFF2-40B4-BE49-F238E27FC236}">
                <a16:creationId xmlns:a16="http://schemas.microsoft.com/office/drawing/2014/main" id="{7ED7870B-56CB-C3D3-E0E2-50D12F75AD54}"/>
              </a:ext>
            </a:extLst>
          </p:cNvPr>
          <p:cNvSpPr>
            <a:spLocks noChangeArrowheads="1"/>
          </p:cNvSpPr>
          <p:nvPr/>
        </p:nvSpPr>
        <p:spPr bwMode="auto">
          <a:xfrm>
            <a:off x="4187825" y="2297113"/>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592" name="Rectangle 45">
            <a:extLst>
              <a:ext uri="{FF2B5EF4-FFF2-40B4-BE49-F238E27FC236}">
                <a16:creationId xmlns:a16="http://schemas.microsoft.com/office/drawing/2014/main" id="{13A7131F-C4EC-6C9D-3563-7E5635FCAA6B}"/>
              </a:ext>
            </a:extLst>
          </p:cNvPr>
          <p:cNvSpPr>
            <a:spLocks noChangeArrowheads="1"/>
          </p:cNvSpPr>
          <p:nvPr/>
        </p:nvSpPr>
        <p:spPr bwMode="auto">
          <a:xfrm>
            <a:off x="4316413" y="2297113"/>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593" name="Rectangle 46">
            <a:extLst>
              <a:ext uri="{FF2B5EF4-FFF2-40B4-BE49-F238E27FC236}">
                <a16:creationId xmlns:a16="http://schemas.microsoft.com/office/drawing/2014/main" id="{64794C68-806D-7DE6-E3D7-030357EC0808}"/>
              </a:ext>
            </a:extLst>
          </p:cNvPr>
          <p:cNvSpPr>
            <a:spLocks noChangeArrowheads="1"/>
          </p:cNvSpPr>
          <p:nvPr/>
        </p:nvSpPr>
        <p:spPr bwMode="auto">
          <a:xfrm>
            <a:off x="4445000" y="2297113"/>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594" name="Rectangle 47">
            <a:extLst>
              <a:ext uri="{FF2B5EF4-FFF2-40B4-BE49-F238E27FC236}">
                <a16:creationId xmlns:a16="http://schemas.microsoft.com/office/drawing/2014/main" id="{00CDC1B7-5AF1-993D-57C6-F10F6EE2C8A1}"/>
              </a:ext>
            </a:extLst>
          </p:cNvPr>
          <p:cNvSpPr>
            <a:spLocks noChangeArrowheads="1"/>
          </p:cNvSpPr>
          <p:nvPr/>
        </p:nvSpPr>
        <p:spPr bwMode="auto">
          <a:xfrm>
            <a:off x="4573588" y="2297113"/>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595" name="Rectangle 48">
            <a:extLst>
              <a:ext uri="{FF2B5EF4-FFF2-40B4-BE49-F238E27FC236}">
                <a16:creationId xmlns:a16="http://schemas.microsoft.com/office/drawing/2014/main" id="{EE1ECB43-B08B-11EF-6B8D-DBE12E0853CE}"/>
              </a:ext>
            </a:extLst>
          </p:cNvPr>
          <p:cNvSpPr>
            <a:spLocks noChangeArrowheads="1"/>
          </p:cNvSpPr>
          <p:nvPr/>
        </p:nvSpPr>
        <p:spPr bwMode="auto">
          <a:xfrm>
            <a:off x="4702175" y="2297113"/>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596" name="Rectangle 49">
            <a:extLst>
              <a:ext uri="{FF2B5EF4-FFF2-40B4-BE49-F238E27FC236}">
                <a16:creationId xmlns:a16="http://schemas.microsoft.com/office/drawing/2014/main" id="{07A06D74-CE7D-416D-2972-051A5635EB2F}"/>
              </a:ext>
            </a:extLst>
          </p:cNvPr>
          <p:cNvSpPr>
            <a:spLocks noChangeArrowheads="1"/>
          </p:cNvSpPr>
          <p:nvPr/>
        </p:nvSpPr>
        <p:spPr bwMode="auto">
          <a:xfrm>
            <a:off x="4830763" y="2297113"/>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597" name="Rectangle 50">
            <a:extLst>
              <a:ext uri="{FF2B5EF4-FFF2-40B4-BE49-F238E27FC236}">
                <a16:creationId xmlns:a16="http://schemas.microsoft.com/office/drawing/2014/main" id="{B9A4F0B9-D5FF-3BF3-C28B-BF3BC54A49CF}"/>
              </a:ext>
            </a:extLst>
          </p:cNvPr>
          <p:cNvSpPr>
            <a:spLocks noChangeArrowheads="1"/>
          </p:cNvSpPr>
          <p:nvPr/>
        </p:nvSpPr>
        <p:spPr bwMode="auto">
          <a:xfrm>
            <a:off x="4959350" y="2297113"/>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598" name="Rectangle 52">
            <a:extLst>
              <a:ext uri="{FF2B5EF4-FFF2-40B4-BE49-F238E27FC236}">
                <a16:creationId xmlns:a16="http://schemas.microsoft.com/office/drawing/2014/main" id="{839EAEE1-5E92-29AB-7BA0-B947D6C256B4}"/>
              </a:ext>
            </a:extLst>
          </p:cNvPr>
          <p:cNvSpPr>
            <a:spLocks noChangeArrowheads="1"/>
          </p:cNvSpPr>
          <p:nvPr/>
        </p:nvSpPr>
        <p:spPr bwMode="auto">
          <a:xfrm>
            <a:off x="4059238" y="2425700"/>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599" name="Rectangle 53">
            <a:extLst>
              <a:ext uri="{FF2B5EF4-FFF2-40B4-BE49-F238E27FC236}">
                <a16:creationId xmlns:a16="http://schemas.microsoft.com/office/drawing/2014/main" id="{E6C06AB9-7EFF-505E-6025-946C79DFABA5}"/>
              </a:ext>
            </a:extLst>
          </p:cNvPr>
          <p:cNvSpPr>
            <a:spLocks noChangeArrowheads="1"/>
          </p:cNvSpPr>
          <p:nvPr/>
        </p:nvSpPr>
        <p:spPr bwMode="auto">
          <a:xfrm>
            <a:off x="4187825" y="2425700"/>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00" name="Rectangle 54">
            <a:extLst>
              <a:ext uri="{FF2B5EF4-FFF2-40B4-BE49-F238E27FC236}">
                <a16:creationId xmlns:a16="http://schemas.microsoft.com/office/drawing/2014/main" id="{DF746BA4-635E-15CD-AFEC-7D879F4E3FB3}"/>
              </a:ext>
            </a:extLst>
          </p:cNvPr>
          <p:cNvSpPr>
            <a:spLocks noChangeArrowheads="1"/>
          </p:cNvSpPr>
          <p:nvPr/>
        </p:nvSpPr>
        <p:spPr bwMode="auto">
          <a:xfrm>
            <a:off x="4316413" y="2425700"/>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01" name="Rectangle 55">
            <a:extLst>
              <a:ext uri="{FF2B5EF4-FFF2-40B4-BE49-F238E27FC236}">
                <a16:creationId xmlns:a16="http://schemas.microsoft.com/office/drawing/2014/main" id="{35EC7673-724A-D531-8FFD-A1867DAC3832}"/>
              </a:ext>
            </a:extLst>
          </p:cNvPr>
          <p:cNvSpPr>
            <a:spLocks noChangeArrowheads="1"/>
          </p:cNvSpPr>
          <p:nvPr/>
        </p:nvSpPr>
        <p:spPr bwMode="auto">
          <a:xfrm>
            <a:off x="4445000" y="2425700"/>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02" name="Rectangle 56">
            <a:extLst>
              <a:ext uri="{FF2B5EF4-FFF2-40B4-BE49-F238E27FC236}">
                <a16:creationId xmlns:a16="http://schemas.microsoft.com/office/drawing/2014/main" id="{E5A814B1-C3AA-925E-5CA1-0FEB4262EF03}"/>
              </a:ext>
            </a:extLst>
          </p:cNvPr>
          <p:cNvSpPr>
            <a:spLocks noChangeArrowheads="1"/>
          </p:cNvSpPr>
          <p:nvPr/>
        </p:nvSpPr>
        <p:spPr bwMode="auto">
          <a:xfrm>
            <a:off x="4573588" y="2425700"/>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03" name="Rectangle 57">
            <a:extLst>
              <a:ext uri="{FF2B5EF4-FFF2-40B4-BE49-F238E27FC236}">
                <a16:creationId xmlns:a16="http://schemas.microsoft.com/office/drawing/2014/main" id="{9E76E366-6321-9761-135D-8283BA8FF7FD}"/>
              </a:ext>
            </a:extLst>
          </p:cNvPr>
          <p:cNvSpPr>
            <a:spLocks noChangeArrowheads="1"/>
          </p:cNvSpPr>
          <p:nvPr/>
        </p:nvSpPr>
        <p:spPr bwMode="auto">
          <a:xfrm>
            <a:off x="4702175" y="2425700"/>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04" name="Rectangle 58">
            <a:extLst>
              <a:ext uri="{FF2B5EF4-FFF2-40B4-BE49-F238E27FC236}">
                <a16:creationId xmlns:a16="http://schemas.microsoft.com/office/drawing/2014/main" id="{19065B4D-7A33-422F-4EB0-151C4018069B}"/>
              </a:ext>
            </a:extLst>
          </p:cNvPr>
          <p:cNvSpPr>
            <a:spLocks noChangeArrowheads="1"/>
          </p:cNvSpPr>
          <p:nvPr/>
        </p:nvSpPr>
        <p:spPr bwMode="auto">
          <a:xfrm>
            <a:off x="4830763" y="2425700"/>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05" name="Rectangle 59">
            <a:extLst>
              <a:ext uri="{FF2B5EF4-FFF2-40B4-BE49-F238E27FC236}">
                <a16:creationId xmlns:a16="http://schemas.microsoft.com/office/drawing/2014/main" id="{54F63FB1-35EB-312F-8563-6A81BFA5CCC8}"/>
              </a:ext>
            </a:extLst>
          </p:cNvPr>
          <p:cNvSpPr>
            <a:spLocks noChangeArrowheads="1"/>
          </p:cNvSpPr>
          <p:nvPr/>
        </p:nvSpPr>
        <p:spPr bwMode="auto">
          <a:xfrm>
            <a:off x="4959350" y="2425700"/>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06" name="Rectangle 61">
            <a:extLst>
              <a:ext uri="{FF2B5EF4-FFF2-40B4-BE49-F238E27FC236}">
                <a16:creationId xmlns:a16="http://schemas.microsoft.com/office/drawing/2014/main" id="{44D187D5-A7E6-D7D9-8122-62D7A1C808DF}"/>
              </a:ext>
            </a:extLst>
          </p:cNvPr>
          <p:cNvSpPr>
            <a:spLocks noChangeArrowheads="1"/>
          </p:cNvSpPr>
          <p:nvPr/>
        </p:nvSpPr>
        <p:spPr bwMode="auto">
          <a:xfrm>
            <a:off x="4059238" y="2554288"/>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07" name="Rectangle 62">
            <a:extLst>
              <a:ext uri="{FF2B5EF4-FFF2-40B4-BE49-F238E27FC236}">
                <a16:creationId xmlns:a16="http://schemas.microsoft.com/office/drawing/2014/main" id="{8E460F83-CC3E-D61E-9B02-0CFF45C01AC0}"/>
              </a:ext>
            </a:extLst>
          </p:cNvPr>
          <p:cNvSpPr>
            <a:spLocks noChangeArrowheads="1"/>
          </p:cNvSpPr>
          <p:nvPr/>
        </p:nvSpPr>
        <p:spPr bwMode="auto">
          <a:xfrm>
            <a:off x="4187825" y="2554288"/>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08" name="Rectangle 63">
            <a:extLst>
              <a:ext uri="{FF2B5EF4-FFF2-40B4-BE49-F238E27FC236}">
                <a16:creationId xmlns:a16="http://schemas.microsoft.com/office/drawing/2014/main" id="{3086F399-E17A-1ABC-E392-142948869CA2}"/>
              </a:ext>
            </a:extLst>
          </p:cNvPr>
          <p:cNvSpPr>
            <a:spLocks noChangeArrowheads="1"/>
          </p:cNvSpPr>
          <p:nvPr/>
        </p:nvSpPr>
        <p:spPr bwMode="auto">
          <a:xfrm>
            <a:off x="4316413" y="2554288"/>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09" name="Rectangle 64">
            <a:extLst>
              <a:ext uri="{FF2B5EF4-FFF2-40B4-BE49-F238E27FC236}">
                <a16:creationId xmlns:a16="http://schemas.microsoft.com/office/drawing/2014/main" id="{D9F969D9-CC24-1130-D3C9-E84048E4A78B}"/>
              </a:ext>
            </a:extLst>
          </p:cNvPr>
          <p:cNvSpPr>
            <a:spLocks noChangeArrowheads="1"/>
          </p:cNvSpPr>
          <p:nvPr/>
        </p:nvSpPr>
        <p:spPr bwMode="auto">
          <a:xfrm>
            <a:off x="4445000" y="2554288"/>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10" name="Rectangle 65">
            <a:extLst>
              <a:ext uri="{FF2B5EF4-FFF2-40B4-BE49-F238E27FC236}">
                <a16:creationId xmlns:a16="http://schemas.microsoft.com/office/drawing/2014/main" id="{40EA0E13-7BCC-438C-15D9-C3D060702CD7}"/>
              </a:ext>
            </a:extLst>
          </p:cNvPr>
          <p:cNvSpPr>
            <a:spLocks noChangeArrowheads="1"/>
          </p:cNvSpPr>
          <p:nvPr/>
        </p:nvSpPr>
        <p:spPr bwMode="auto">
          <a:xfrm>
            <a:off x="4573588" y="2554288"/>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11" name="Rectangle 66">
            <a:extLst>
              <a:ext uri="{FF2B5EF4-FFF2-40B4-BE49-F238E27FC236}">
                <a16:creationId xmlns:a16="http://schemas.microsoft.com/office/drawing/2014/main" id="{E62A06A3-CD4C-B457-228F-93D56608E2DD}"/>
              </a:ext>
            </a:extLst>
          </p:cNvPr>
          <p:cNvSpPr>
            <a:spLocks noChangeArrowheads="1"/>
          </p:cNvSpPr>
          <p:nvPr/>
        </p:nvSpPr>
        <p:spPr bwMode="auto">
          <a:xfrm>
            <a:off x="4702175" y="2554288"/>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12" name="Rectangle 67">
            <a:extLst>
              <a:ext uri="{FF2B5EF4-FFF2-40B4-BE49-F238E27FC236}">
                <a16:creationId xmlns:a16="http://schemas.microsoft.com/office/drawing/2014/main" id="{A9B00636-52EE-6644-D677-0AFABA93A703}"/>
              </a:ext>
            </a:extLst>
          </p:cNvPr>
          <p:cNvSpPr>
            <a:spLocks noChangeArrowheads="1"/>
          </p:cNvSpPr>
          <p:nvPr/>
        </p:nvSpPr>
        <p:spPr bwMode="auto">
          <a:xfrm>
            <a:off x="4830763" y="2554288"/>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13" name="Rectangle 68">
            <a:extLst>
              <a:ext uri="{FF2B5EF4-FFF2-40B4-BE49-F238E27FC236}">
                <a16:creationId xmlns:a16="http://schemas.microsoft.com/office/drawing/2014/main" id="{A154EBF3-D766-5A9A-C17B-B05F8CC97559}"/>
              </a:ext>
            </a:extLst>
          </p:cNvPr>
          <p:cNvSpPr>
            <a:spLocks noChangeArrowheads="1"/>
          </p:cNvSpPr>
          <p:nvPr/>
        </p:nvSpPr>
        <p:spPr bwMode="auto">
          <a:xfrm>
            <a:off x="4959350" y="2554288"/>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14" name="Rectangle 70">
            <a:extLst>
              <a:ext uri="{FF2B5EF4-FFF2-40B4-BE49-F238E27FC236}">
                <a16:creationId xmlns:a16="http://schemas.microsoft.com/office/drawing/2014/main" id="{60771429-A133-A10B-97BB-E4F351B93BFA}"/>
              </a:ext>
            </a:extLst>
          </p:cNvPr>
          <p:cNvSpPr>
            <a:spLocks noChangeArrowheads="1"/>
          </p:cNvSpPr>
          <p:nvPr/>
        </p:nvSpPr>
        <p:spPr bwMode="auto">
          <a:xfrm>
            <a:off x="4059238" y="2682875"/>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15" name="Rectangle 71">
            <a:extLst>
              <a:ext uri="{FF2B5EF4-FFF2-40B4-BE49-F238E27FC236}">
                <a16:creationId xmlns:a16="http://schemas.microsoft.com/office/drawing/2014/main" id="{D4336043-85B5-4E41-4DE9-FF57FE6D9F1B}"/>
              </a:ext>
            </a:extLst>
          </p:cNvPr>
          <p:cNvSpPr>
            <a:spLocks noChangeArrowheads="1"/>
          </p:cNvSpPr>
          <p:nvPr/>
        </p:nvSpPr>
        <p:spPr bwMode="auto">
          <a:xfrm>
            <a:off x="4187825" y="2682875"/>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16" name="Rectangle 72">
            <a:extLst>
              <a:ext uri="{FF2B5EF4-FFF2-40B4-BE49-F238E27FC236}">
                <a16:creationId xmlns:a16="http://schemas.microsoft.com/office/drawing/2014/main" id="{5DF99EC8-72BB-7FC3-3BD0-29D5092CCA43}"/>
              </a:ext>
            </a:extLst>
          </p:cNvPr>
          <p:cNvSpPr>
            <a:spLocks noChangeArrowheads="1"/>
          </p:cNvSpPr>
          <p:nvPr/>
        </p:nvSpPr>
        <p:spPr bwMode="auto">
          <a:xfrm>
            <a:off x="4316413" y="2682875"/>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17" name="Rectangle 73">
            <a:extLst>
              <a:ext uri="{FF2B5EF4-FFF2-40B4-BE49-F238E27FC236}">
                <a16:creationId xmlns:a16="http://schemas.microsoft.com/office/drawing/2014/main" id="{2FFCAD93-6B91-D825-F15E-299EF04D015C}"/>
              </a:ext>
            </a:extLst>
          </p:cNvPr>
          <p:cNvSpPr>
            <a:spLocks noChangeArrowheads="1"/>
          </p:cNvSpPr>
          <p:nvPr/>
        </p:nvSpPr>
        <p:spPr bwMode="auto">
          <a:xfrm>
            <a:off x="4445000" y="2682875"/>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18" name="Rectangle 74">
            <a:extLst>
              <a:ext uri="{FF2B5EF4-FFF2-40B4-BE49-F238E27FC236}">
                <a16:creationId xmlns:a16="http://schemas.microsoft.com/office/drawing/2014/main" id="{AEB28085-214D-8699-ACDE-1FE3BE193AC0}"/>
              </a:ext>
            </a:extLst>
          </p:cNvPr>
          <p:cNvSpPr>
            <a:spLocks noChangeArrowheads="1"/>
          </p:cNvSpPr>
          <p:nvPr/>
        </p:nvSpPr>
        <p:spPr bwMode="auto">
          <a:xfrm>
            <a:off x="4573588" y="2682875"/>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19" name="Rectangle 75">
            <a:extLst>
              <a:ext uri="{FF2B5EF4-FFF2-40B4-BE49-F238E27FC236}">
                <a16:creationId xmlns:a16="http://schemas.microsoft.com/office/drawing/2014/main" id="{5515DFA5-FF8B-378B-012E-658AC947C491}"/>
              </a:ext>
            </a:extLst>
          </p:cNvPr>
          <p:cNvSpPr>
            <a:spLocks noChangeArrowheads="1"/>
          </p:cNvSpPr>
          <p:nvPr/>
        </p:nvSpPr>
        <p:spPr bwMode="auto">
          <a:xfrm>
            <a:off x="4702175" y="2682875"/>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20" name="Rectangle 76">
            <a:extLst>
              <a:ext uri="{FF2B5EF4-FFF2-40B4-BE49-F238E27FC236}">
                <a16:creationId xmlns:a16="http://schemas.microsoft.com/office/drawing/2014/main" id="{20C6AC0B-E17C-BEBA-2FF2-8B3D6A89AD79}"/>
              </a:ext>
            </a:extLst>
          </p:cNvPr>
          <p:cNvSpPr>
            <a:spLocks noChangeArrowheads="1"/>
          </p:cNvSpPr>
          <p:nvPr/>
        </p:nvSpPr>
        <p:spPr bwMode="auto">
          <a:xfrm>
            <a:off x="4830763" y="2682875"/>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21" name="Rectangle 77">
            <a:extLst>
              <a:ext uri="{FF2B5EF4-FFF2-40B4-BE49-F238E27FC236}">
                <a16:creationId xmlns:a16="http://schemas.microsoft.com/office/drawing/2014/main" id="{F20EED39-FAE4-1C67-A0AC-6049B81CB2AC}"/>
              </a:ext>
            </a:extLst>
          </p:cNvPr>
          <p:cNvSpPr>
            <a:spLocks noChangeArrowheads="1"/>
          </p:cNvSpPr>
          <p:nvPr/>
        </p:nvSpPr>
        <p:spPr bwMode="auto">
          <a:xfrm>
            <a:off x="4959350" y="2682875"/>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22" name="Rectangle 79">
            <a:extLst>
              <a:ext uri="{FF2B5EF4-FFF2-40B4-BE49-F238E27FC236}">
                <a16:creationId xmlns:a16="http://schemas.microsoft.com/office/drawing/2014/main" id="{45CDB44A-8EDF-AA16-EF4A-71F597F2FD23}"/>
              </a:ext>
            </a:extLst>
          </p:cNvPr>
          <p:cNvSpPr>
            <a:spLocks noChangeArrowheads="1"/>
          </p:cNvSpPr>
          <p:nvPr/>
        </p:nvSpPr>
        <p:spPr bwMode="auto">
          <a:xfrm>
            <a:off x="4059238" y="2811463"/>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23" name="Rectangle 80">
            <a:extLst>
              <a:ext uri="{FF2B5EF4-FFF2-40B4-BE49-F238E27FC236}">
                <a16:creationId xmlns:a16="http://schemas.microsoft.com/office/drawing/2014/main" id="{F019F67B-D328-A635-A3C0-9022524FE4D7}"/>
              </a:ext>
            </a:extLst>
          </p:cNvPr>
          <p:cNvSpPr>
            <a:spLocks noChangeArrowheads="1"/>
          </p:cNvSpPr>
          <p:nvPr/>
        </p:nvSpPr>
        <p:spPr bwMode="auto">
          <a:xfrm>
            <a:off x="4187825" y="2811463"/>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24" name="Rectangle 81">
            <a:extLst>
              <a:ext uri="{FF2B5EF4-FFF2-40B4-BE49-F238E27FC236}">
                <a16:creationId xmlns:a16="http://schemas.microsoft.com/office/drawing/2014/main" id="{90F86380-DA07-BFD7-6315-6B1573E81A22}"/>
              </a:ext>
            </a:extLst>
          </p:cNvPr>
          <p:cNvSpPr>
            <a:spLocks noChangeArrowheads="1"/>
          </p:cNvSpPr>
          <p:nvPr/>
        </p:nvSpPr>
        <p:spPr bwMode="auto">
          <a:xfrm>
            <a:off x="4316413" y="2811463"/>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25" name="Rectangle 82">
            <a:extLst>
              <a:ext uri="{FF2B5EF4-FFF2-40B4-BE49-F238E27FC236}">
                <a16:creationId xmlns:a16="http://schemas.microsoft.com/office/drawing/2014/main" id="{59FB441B-3CE9-2DD6-EC7B-9CA276BB4331}"/>
              </a:ext>
            </a:extLst>
          </p:cNvPr>
          <p:cNvSpPr>
            <a:spLocks noChangeArrowheads="1"/>
          </p:cNvSpPr>
          <p:nvPr/>
        </p:nvSpPr>
        <p:spPr bwMode="auto">
          <a:xfrm>
            <a:off x="4445000" y="2811463"/>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26" name="Rectangle 83">
            <a:extLst>
              <a:ext uri="{FF2B5EF4-FFF2-40B4-BE49-F238E27FC236}">
                <a16:creationId xmlns:a16="http://schemas.microsoft.com/office/drawing/2014/main" id="{FC79146A-8B55-54DC-48FD-58677A5C9DBE}"/>
              </a:ext>
            </a:extLst>
          </p:cNvPr>
          <p:cNvSpPr>
            <a:spLocks noChangeArrowheads="1"/>
          </p:cNvSpPr>
          <p:nvPr/>
        </p:nvSpPr>
        <p:spPr bwMode="auto">
          <a:xfrm>
            <a:off x="4573588" y="2811463"/>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27" name="Rectangle 84">
            <a:extLst>
              <a:ext uri="{FF2B5EF4-FFF2-40B4-BE49-F238E27FC236}">
                <a16:creationId xmlns:a16="http://schemas.microsoft.com/office/drawing/2014/main" id="{4DB8B408-75BE-8675-6D4E-7D38BAE3AA00}"/>
              </a:ext>
            </a:extLst>
          </p:cNvPr>
          <p:cNvSpPr>
            <a:spLocks noChangeArrowheads="1"/>
          </p:cNvSpPr>
          <p:nvPr/>
        </p:nvSpPr>
        <p:spPr bwMode="auto">
          <a:xfrm>
            <a:off x="4702175" y="2811463"/>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28" name="Rectangle 85">
            <a:extLst>
              <a:ext uri="{FF2B5EF4-FFF2-40B4-BE49-F238E27FC236}">
                <a16:creationId xmlns:a16="http://schemas.microsoft.com/office/drawing/2014/main" id="{743257E5-76EC-2D26-34F5-A9ABD53AF216}"/>
              </a:ext>
            </a:extLst>
          </p:cNvPr>
          <p:cNvSpPr>
            <a:spLocks noChangeArrowheads="1"/>
          </p:cNvSpPr>
          <p:nvPr/>
        </p:nvSpPr>
        <p:spPr bwMode="auto">
          <a:xfrm>
            <a:off x="4830763" y="2811463"/>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29" name="Rectangle 86">
            <a:extLst>
              <a:ext uri="{FF2B5EF4-FFF2-40B4-BE49-F238E27FC236}">
                <a16:creationId xmlns:a16="http://schemas.microsoft.com/office/drawing/2014/main" id="{11ABF8AE-8C88-DD1D-CC71-4C33048673D8}"/>
              </a:ext>
            </a:extLst>
          </p:cNvPr>
          <p:cNvSpPr>
            <a:spLocks noChangeArrowheads="1"/>
          </p:cNvSpPr>
          <p:nvPr/>
        </p:nvSpPr>
        <p:spPr bwMode="auto">
          <a:xfrm>
            <a:off x="4959350" y="2811463"/>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30" name="Rectangle 88">
            <a:extLst>
              <a:ext uri="{FF2B5EF4-FFF2-40B4-BE49-F238E27FC236}">
                <a16:creationId xmlns:a16="http://schemas.microsoft.com/office/drawing/2014/main" id="{85402CCC-1AE6-A06A-EC24-93587819DA02}"/>
              </a:ext>
            </a:extLst>
          </p:cNvPr>
          <p:cNvSpPr>
            <a:spLocks noChangeArrowheads="1"/>
          </p:cNvSpPr>
          <p:nvPr/>
        </p:nvSpPr>
        <p:spPr bwMode="auto">
          <a:xfrm>
            <a:off x="4059238" y="1912938"/>
            <a:ext cx="128587" cy="128587"/>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31" name="Rectangle 89">
            <a:extLst>
              <a:ext uri="{FF2B5EF4-FFF2-40B4-BE49-F238E27FC236}">
                <a16:creationId xmlns:a16="http://schemas.microsoft.com/office/drawing/2014/main" id="{9FEF19F5-E16D-F22E-5FCA-07DEF84F5E9B}"/>
              </a:ext>
            </a:extLst>
          </p:cNvPr>
          <p:cNvSpPr>
            <a:spLocks noChangeArrowheads="1"/>
          </p:cNvSpPr>
          <p:nvPr/>
        </p:nvSpPr>
        <p:spPr bwMode="auto">
          <a:xfrm>
            <a:off x="4187825" y="1912938"/>
            <a:ext cx="128588" cy="128587"/>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32" name="Rectangle 90">
            <a:extLst>
              <a:ext uri="{FF2B5EF4-FFF2-40B4-BE49-F238E27FC236}">
                <a16:creationId xmlns:a16="http://schemas.microsoft.com/office/drawing/2014/main" id="{FA39B34F-59AC-1AB2-920C-CB8EB72C910B}"/>
              </a:ext>
            </a:extLst>
          </p:cNvPr>
          <p:cNvSpPr>
            <a:spLocks noChangeArrowheads="1"/>
          </p:cNvSpPr>
          <p:nvPr/>
        </p:nvSpPr>
        <p:spPr bwMode="auto">
          <a:xfrm>
            <a:off x="4316413" y="1912938"/>
            <a:ext cx="128587" cy="128587"/>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33" name="Rectangle 91">
            <a:extLst>
              <a:ext uri="{FF2B5EF4-FFF2-40B4-BE49-F238E27FC236}">
                <a16:creationId xmlns:a16="http://schemas.microsoft.com/office/drawing/2014/main" id="{3A9FAAA9-69FE-5945-D6D5-6AE9FADE8226}"/>
              </a:ext>
            </a:extLst>
          </p:cNvPr>
          <p:cNvSpPr>
            <a:spLocks noChangeArrowheads="1"/>
          </p:cNvSpPr>
          <p:nvPr/>
        </p:nvSpPr>
        <p:spPr bwMode="auto">
          <a:xfrm>
            <a:off x="4445000" y="1912938"/>
            <a:ext cx="128588" cy="128587"/>
          </a:xfrm>
          <a:prstGeom prst="rect">
            <a:avLst/>
          </a:prstGeom>
          <a:solidFill>
            <a:srgbClr val="0099FF"/>
          </a:solidFill>
          <a:ln w="127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34" name="AutoShape 92">
            <a:extLst>
              <a:ext uri="{FF2B5EF4-FFF2-40B4-BE49-F238E27FC236}">
                <a16:creationId xmlns:a16="http://schemas.microsoft.com/office/drawing/2014/main" id="{511D2F18-F86E-247F-A33A-AB6847CC5526}"/>
              </a:ext>
            </a:extLst>
          </p:cNvPr>
          <p:cNvSpPr>
            <a:spLocks noChangeArrowheads="1"/>
          </p:cNvSpPr>
          <p:nvPr/>
        </p:nvSpPr>
        <p:spPr bwMode="auto">
          <a:xfrm>
            <a:off x="6300788" y="1503363"/>
            <a:ext cx="1298575" cy="1868487"/>
          </a:xfrm>
          <a:prstGeom prst="roundRect">
            <a:avLst>
              <a:gd name="adj" fmla="val 11657"/>
            </a:avLst>
          </a:prstGeom>
          <a:gradFill rotWithShape="1">
            <a:gsLst>
              <a:gs pos="0">
                <a:srgbClr val="E2EAEA"/>
              </a:gs>
              <a:gs pos="100000">
                <a:srgbClr val="F8FAFA"/>
              </a:gs>
            </a:gsLst>
            <a:lin ang="2700000" scaled="1"/>
          </a:gradFill>
          <a:ln w="6350" algn="ctr">
            <a:solidFill>
              <a:srgbClr val="6F9995"/>
            </a:solidFill>
            <a:round/>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5597" name="Line 93">
            <a:extLst>
              <a:ext uri="{FF2B5EF4-FFF2-40B4-BE49-F238E27FC236}">
                <a16:creationId xmlns:a16="http://schemas.microsoft.com/office/drawing/2014/main" id="{00C126C1-6F08-9DEF-B5A3-3A327FACC7F0}"/>
              </a:ext>
            </a:extLst>
          </p:cNvPr>
          <p:cNvSpPr>
            <a:spLocks noChangeShapeType="1"/>
          </p:cNvSpPr>
          <p:nvPr/>
        </p:nvSpPr>
        <p:spPr bwMode="auto">
          <a:xfrm>
            <a:off x="2182813" y="5257800"/>
            <a:ext cx="1920875" cy="0"/>
          </a:xfrm>
          <a:prstGeom prst="line">
            <a:avLst/>
          </a:prstGeom>
          <a:noFill/>
          <a:ln w="76200">
            <a:solidFill>
              <a:srgbClr val="0099FF"/>
            </a:solidFill>
            <a:prstDash val="sysDot"/>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5598" name="Line 94">
            <a:extLst>
              <a:ext uri="{FF2B5EF4-FFF2-40B4-BE49-F238E27FC236}">
                <a16:creationId xmlns:a16="http://schemas.microsoft.com/office/drawing/2014/main" id="{7CCFCA66-0F66-7642-91F0-8E707DFAE991}"/>
              </a:ext>
            </a:extLst>
          </p:cNvPr>
          <p:cNvSpPr>
            <a:spLocks noChangeShapeType="1"/>
          </p:cNvSpPr>
          <p:nvPr/>
        </p:nvSpPr>
        <p:spPr bwMode="auto">
          <a:xfrm>
            <a:off x="5072063" y="5257800"/>
            <a:ext cx="1296987" cy="0"/>
          </a:xfrm>
          <a:prstGeom prst="line">
            <a:avLst/>
          </a:prstGeom>
          <a:noFill/>
          <a:ln w="76200">
            <a:solidFill>
              <a:srgbClr val="0099FF"/>
            </a:solidFill>
            <a:prstDash val="sysDot"/>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37" name="Rectangle 95">
            <a:extLst>
              <a:ext uri="{FF2B5EF4-FFF2-40B4-BE49-F238E27FC236}">
                <a16:creationId xmlns:a16="http://schemas.microsoft.com/office/drawing/2014/main" id="{8827E11C-F117-EF82-DB85-C0746A055129}"/>
              </a:ext>
            </a:extLst>
          </p:cNvPr>
          <p:cNvSpPr>
            <a:spLocks noChangeArrowheads="1"/>
          </p:cNvSpPr>
          <p:nvPr/>
        </p:nvSpPr>
        <p:spPr bwMode="auto">
          <a:xfrm>
            <a:off x="4087813" y="4789488"/>
            <a:ext cx="1033462" cy="1028700"/>
          </a:xfrm>
          <a:prstGeom prst="rect">
            <a:avLst/>
          </a:prstGeom>
          <a:solidFill>
            <a:srgbClr val="000000"/>
          </a:solidFill>
          <a:ln>
            <a:noFill/>
          </a:ln>
          <a:effectLst/>
          <a:extLs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38" name="Rectangle 98">
            <a:extLst>
              <a:ext uri="{FF2B5EF4-FFF2-40B4-BE49-F238E27FC236}">
                <a16:creationId xmlns:a16="http://schemas.microsoft.com/office/drawing/2014/main" id="{720C95F0-7F38-052E-ABCF-2465B5F1D92C}"/>
              </a:ext>
            </a:extLst>
          </p:cNvPr>
          <p:cNvSpPr>
            <a:spLocks noChangeArrowheads="1"/>
          </p:cNvSpPr>
          <p:nvPr/>
        </p:nvSpPr>
        <p:spPr bwMode="auto">
          <a:xfrm>
            <a:off x="4059238" y="4741863"/>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39" name="Rectangle 99">
            <a:extLst>
              <a:ext uri="{FF2B5EF4-FFF2-40B4-BE49-F238E27FC236}">
                <a16:creationId xmlns:a16="http://schemas.microsoft.com/office/drawing/2014/main" id="{B95614BD-A207-916A-F781-04266288C268}"/>
              </a:ext>
            </a:extLst>
          </p:cNvPr>
          <p:cNvSpPr>
            <a:spLocks noChangeArrowheads="1"/>
          </p:cNvSpPr>
          <p:nvPr/>
        </p:nvSpPr>
        <p:spPr bwMode="auto">
          <a:xfrm>
            <a:off x="4187825" y="4741863"/>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40" name="Rectangle 100">
            <a:extLst>
              <a:ext uri="{FF2B5EF4-FFF2-40B4-BE49-F238E27FC236}">
                <a16:creationId xmlns:a16="http://schemas.microsoft.com/office/drawing/2014/main" id="{6210EF35-5C2B-6076-5FBB-32C0D12AFE26}"/>
              </a:ext>
            </a:extLst>
          </p:cNvPr>
          <p:cNvSpPr>
            <a:spLocks noChangeArrowheads="1"/>
          </p:cNvSpPr>
          <p:nvPr/>
        </p:nvSpPr>
        <p:spPr bwMode="auto">
          <a:xfrm>
            <a:off x="4316413" y="4741863"/>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41" name="Rectangle 101">
            <a:extLst>
              <a:ext uri="{FF2B5EF4-FFF2-40B4-BE49-F238E27FC236}">
                <a16:creationId xmlns:a16="http://schemas.microsoft.com/office/drawing/2014/main" id="{6356F7D4-49B5-6C10-F6FB-3E9AF950E976}"/>
              </a:ext>
            </a:extLst>
          </p:cNvPr>
          <p:cNvSpPr>
            <a:spLocks noChangeArrowheads="1"/>
          </p:cNvSpPr>
          <p:nvPr/>
        </p:nvSpPr>
        <p:spPr bwMode="auto">
          <a:xfrm>
            <a:off x="4445000" y="4741863"/>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42" name="Rectangle 102">
            <a:extLst>
              <a:ext uri="{FF2B5EF4-FFF2-40B4-BE49-F238E27FC236}">
                <a16:creationId xmlns:a16="http://schemas.microsoft.com/office/drawing/2014/main" id="{B019A121-32D9-CEC5-6FBF-7AF64DFC74D9}"/>
              </a:ext>
            </a:extLst>
          </p:cNvPr>
          <p:cNvSpPr>
            <a:spLocks noChangeArrowheads="1"/>
          </p:cNvSpPr>
          <p:nvPr/>
        </p:nvSpPr>
        <p:spPr bwMode="auto">
          <a:xfrm>
            <a:off x="4573588" y="4741863"/>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43" name="Rectangle 103">
            <a:extLst>
              <a:ext uri="{FF2B5EF4-FFF2-40B4-BE49-F238E27FC236}">
                <a16:creationId xmlns:a16="http://schemas.microsoft.com/office/drawing/2014/main" id="{EFF6BA96-622B-5B1F-61D6-E067AE122875}"/>
              </a:ext>
            </a:extLst>
          </p:cNvPr>
          <p:cNvSpPr>
            <a:spLocks noChangeArrowheads="1"/>
          </p:cNvSpPr>
          <p:nvPr/>
        </p:nvSpPr>
        <p:spPr bwMode="auto">
          <a:xfrm>
            <a:off x="4702175" y="4741863"/>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44" name="Rectangle 104">
            <a:extLst>
              <a:ext uri="{FF2B5EF4-FFF2-40B4-BE49-F238E27FC236}">
                <a16:creationId xmlns:a16="http://schemas.microsoft.com/office/drawing/2014/main" id="{52EF9B4C-DCCF-AB82-1E00-BC0C77BE618A}"/>
              </a:ext>
            </a:extLst>
          </p:cNvPr>
          <p:cNvSpPr>
            <a:spLocks noChangeArrowheads="1"/>
          </p:cNvSpPr>
          <p:nvPr/>
        </p:nvSpPr>
        <p:spPr bwMode="auto">
          <a:xfrm>
            <a:off x="4830763" y="4741863"/>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45" name="Rectangle 105">
            <a:extLst>
              <a:ext uri="{FF2B5EF4-FFF2-40B4-BE49-F238E27FC236}">
                <a16:creationId xmlns:a16="http://schemas.microsoft.com/office/drawing/2014/main" id="{8E9CD6E9-3970-251A-3F18-3DD4F941528F}"/>
              </a:ext>
            </a:extLst>
          </p:cNvPr>
          <p:cNvSpPr>
            <a:spLocks noChangeArrowheads="1"/>
          </p:cNvSpPr>
          <p:nvPr/>
        </p:nvSpPr>
        <p:spPr bwMode="auto">
          <a:xfrm>
            <a:off x="4959350" y="4741863"/>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46" name="Rectangle 107">
            <a:extLst>
              <a:ext uri="{FF2B5EF4-FFF2-40B4-BE49-F238E27FC236}">
                <a16:creationId xmlns:a16="http://schemas.microsoft.com/office/drawing/2014/main" id="{CFD2475D-93EC-9515-A098-75AE8D273B42}"/>
              </a:ext>
            </a:extLst>
          </p:cNvPr>
          <p:cNvSpPr>
            <a:spLocks noChangeArrowheads="1"/>
          </p:cNvSpPr>
          <p:nvPr/>
        </p:nvSpPr>
        <p:spPr bwMode="auto">
          <a:xfrm>
            <a:off x="4059238" y="4870450"/>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47" name="Rectangle 108">
            <a:extLst>
              <a:ext uri="{FF2B5EF4-FFF2-40B4-BE49-F238E27FC236}">
                <a16:creationId xmlns:a16="http://schemas.microsoft.com/office/drawing/2014/main" id="{0C9BBE11-7774-D92E-66A0-157B1392A46A}"/>
              </a:ext>
            </a:extLst>
          </p:cNvPr>
          <p:cNvSpPr>
            <a:spLocks noChangeArrowheads="1"/>
          </p:cNvSpPr>
          <p:nvPr/>
        </p:nvSpPr>
        <p:spPr bwMode="auto">
          <a:xfrm>
            <a:off x="4187825" y="4870450"/>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48" name="Rectangle 109">
            <a:extLst>
              <a:ext uri="{FF2B5EF4-FFF2-40B4-BE49-F238E27FC236}">
                <a16:creationId xmlns:a16="http://schemas.microsoft.com/office/drawing/2014/main" id="{EDFD8743-993B-575D-6A26-1D773AB7CF4C}"/>
              </a:ext>
            </a:extLst>
          </p:cNvPr>
          <p:cNvSpPr>
            <a:spLocks noChangeArrowheads="1"/>
          </p:cNvSpPr>
          <p:nvPr/>
        </p:nvSpPr>
        <p:spPr bwMode="auto">
          <a:xfrm>
            <a:off x="4316413" y="4870450"/>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49" name="Rectangle 110">
            <a:extLst>
              <a:ext uri="{FF2B5EF4-FFF2-40B4-BE49-F238E27FC236}">
                <a16:creationId xmlns:a16="http://schemas.microsoft.com/office/drawing/2014/main" id="{F94B5144-96B5-DC7C-1DEE-703B00AA5F07}"/>
              </a:ext>
            </a:extLst>
          </p:cNvPr>
          <p:cNvSpPr>
            <a:spLocks noChangeArrowheads="1"/>
          </p:cNvSpPr>
          <p:nvPr/>
        </p:nvSpPr>
        <p:spPr bwMode="auto">
          <a:xfrm>
            <a:off x="4445000" y="4870450"/>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50" name="Rectangle 111">
            <a:extLst>
              <a:ext uri="{FF2B5EF4-FFF2-40B4-BE49-F238E27FC236}">
                <a16:creationId xmlns:a16="http://schemas.microsoft.com/office/drawing/2014/main" id="{C8BF9BB7-F27D-DDC8-5626-DF92B8D1F854}"/>
              </a:ext>
            </a:extLst>
          </p:cNvPr>
          <p:cNvSpPr>
            <a:spLocks noChangeArrowheads="1"/>
          </p:cNvSpPr>
          <p:nvPr/>
        </p:nvSpPr>
        <p:spPr bwMode="auto">
          <a:xfrm>
            <a:off x="4573588" y="4870450"/>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51" name="Rectangle 112">
            <a:extLst>
              <a:ext uri="{FF2B5EF4-FFF2-40B4-BE49-F238E27FC236}">
                <a16:creationId xmlns:a16="http://schemas.microsoft.com/office/drawing/2014/main" id="{14FD5787-BA50-482D-9D14-FFAF286F4DC1}"/>
              </a:ext>
            </a:extLst>
          </p:cNvPr>
          <p:cNvSpPr>
            <a:spLocks noChangeArrowheads="1"/>
          </p:cNvSpPr>
          <p:nvPr/>
        </p:nvSpPr>
        <p:spPr bwMode="auto">
          <a:xfrm>
            <a:off x="4702175" y="4870450"/>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52" name="Rectangle 113">
            <a:extLst>
              <a:ext uri="{FF2B5EF4-FFF2-40B4-BE49-F238E27FC236}">
                <a16:creationId xmlns:a16="http://schemas.microsoft.com/office/drawing/2014/main" id="{56FD876E-ADDB-42CF-5E77-C333D5C8F205}"/>
              </a:ext>
            </a:extLst>
          </p:cNvPr>
          <p:cNvSpPr>
            <a:spLocks noChangeArrowheads="1"/>
          </p:cNvSpPr>
          <p:nvPr/>
        </p:nvSpPr>
        <p:spPr bwMode="auto">
          <a:xfrm>
            <a:off x="4830763" y="4870450"/>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53" name="Rectangle 114">
            <a:extLst>
              <a:ext uri="{FF2B5EF4-FFF2-40B4-BE49-F238E27FC236}">
                <a16:creationId xmlns:a16="http://schemas.microsoft.com/office/drawing/2014/main" id="{5D9FA8A3-A4D1-497E-33AD-4D2D8EE86DB6}"/>
              </a:ext>
            </a:extLst>
          </p:cNvPr>
          <p:cNvSpPr>
            <a:spLocks noChangeArrowheads="1"/>
          </p:cNvSpPr>
          <p:nvPr/>
        </p:nvSpPr>
        <p:spPr bwMode="auto">
          <a:xfrm>
            <a:off x="4959350" y="4870450"/>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54" name="Rectangle 116">
            <a:extLst>
              <a:ext uri="{FF2B5EF4-FFF2-40B4-BE49-F238E27FC236}">
                <a16:creationId xmlns:a16="http://schemas.microsoft.com/office/drawing/2014/main" id="{1F4A2075-7AF0-BABA-86D1-09D706677BF2}"/>
              </a:ext>
            </a:extLst>
          </p:cNvPr>
          <p:cNvSpPr>
            <a:spLocks noChangeArrowheads="1"/>
          </p:cNvSpPr>
          <p:nvPr/>
        </p:nvSpPr>
        <p:spPr bwMode="auto">
          <a:xfrm>
            <a:off x="4059238" y="4999038"/>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55" name="Rectangle 117">
            <a:extLst>
              <a:ext uri="{FF2B5EF4-FFF2-40B4-BE49-F238E27FC236}">
                <a16:creationId xmlns:a16="http://schemas.microsoft.com/office/drawing/2014/main" id="{ECE1CC25-9D12-7356-D6FD-05B73B884B24}"/>
              </a:ext>
            </a:extLst>
          </p:cNvPr>
          <p:cNvSpPr>
            <a:spLocks noChangeArrowheads="1"/>
          </p:cNvSpPr>
          <p:nvPr/>
        </p:nvSpPr>
        <p:spPr bwMode="auto">
          <a:xfrm>
            <a:off x="4187825" y="4999038"/>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56" name="Rectangle 118">
            <a:extLst>
              <a:ext uri="{FF2B5EF4-FFF2-40B4-BE49-F238E27FC236}">
                <a16:creationId xmlns:a16="http://schemas.microsoft.com/office/drawing/2014/main" id="{0C291ADB-B298-6024-F8B7-9D0C9563FB80}"/>
              </a:ext>
            </a:extLst>
          </p:cNvPr>
          <p:cNvSpPr>
            <a:spLocks noChangeArrowheads="1"/>
          </p:cNvSpPr>
          <p:nvPr/>
        </p:nvSpPr>
        <p:spPr bwMode="auto">
          <a:xfrm>
            <a:off x="4316413" y="4999038"/>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57" name="Rectangle 119">
            <a:extLst>
              <a:ext uri="{FF2B5EF4-FFF2-40B4-BE49-F238E27FC236}">
                <a16:creationId xmlns:a16="http://schemas.microsoft.com/office/drawing/2014/main" id="{C8C6F3B7-C692-1727-2158-EC7E45FD89DA}"/>
              </a:ext>
            </a:extLst>
          </p:cNvPr>
          <p:cNvSpPr>
            <a:spLocks noChangeArrowheads="1"/>
          </p:cNvSpPr>
          <p:nvPr/>
        </p:nvSpPr>
        <p:spPr bwMode="auto">
          <a:xfrm>
            <a:off x="4445000" y="4999038"/>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58" name="Rectangle 120">
            <a:extLst>
              <a:ext uri="{FF2B5EF4-FFF2-40B4-BE49-F238E27FC236}">
                <a16:creationId xmlns:a16="http://schemas.microsoft.com/office/drawing/2014/main" id="{9D6A33C4-F67C-7152-E158-AF924DF22DF8}"/>
              </a:ext>
            </a:extLst>
          </p:cNvPr>
          <p:cNvSpPr>
            <a:spLocks noChangeArrowheads="1"/>
          </p:cNvSpPr>
          <p:nvPr/>
        </p:nvSpPr>
        <p:spPr bwMode="auto">
          <a:xfrm>
            <a:off x="4573588" y="4999038"/>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59" name="Rectangle 121">
            <a:extLst>
              <a:ext uri="{FF2B5EF4-FFF2-40B4-BE49-F238E27FC236}">
                <a16:creationId xmlns:a16="http://schemas.microsoft.com/office/drawing/2014/main" id="{53814F54-C369-697C-6597-80F1AB6AF2FD}"/>
              </a:ext>
            </a:extLst>
          </p:cNvPr>
          <p:cNvSpPr>
            <a:spLocks noChangeArrowheads="1"/>
          </p:cNvSpPr>
          <p:nvPr/>
        </p:nvSpPr>
        <p:spPr bwMode="auto">
          <a:xfrm>
            <a:off x="4702175" y="4999038"/>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60" name="Rectangle 122">
            <a:extLst>
              <a:ext uri="{FF2B5EF4-FFF2-40B4-BE49-F238E27FC236}">
                <a16:creationId xmlns:a16="http://schemas.microsoft.com/office/drawing/2014/main" id="{FE10B059-73CF-5FCD-D6A5-0C749091CACB}"/>
              </a:ext>
            </a:extLst>
          </p:cNvPr>
          <p:cNvSpPr>
            <a:spLocks noChangeArrowheads="1"/>
          </p:cNvSpPr>
          <p:nvPr/>
        </p:nvSpPr>
        <p:spPr bwMode="auto">
          <a:xfrm>
            <a:off x="4830763" y="4999038"/>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61" name="Rectangle 123">
            <a:extLst>
              <a:ext uri="{FF2B5EF4-FFF2-40B4-BE49-F238E27FC236}">
                <a16:creationId xmlns:a16="http://schemas.microsoft.com/office/drawing/2014/main" id="{64DA9F79-775D-735A-7512-8E33F84B95AE}"/>
              </a:ext>
            </a:extLst>
          </p:cNvPr>
          <p:cNvSpPr>
            <a:spLocks noChangeArrowheads="1"/>
          </p:cNvSpPr>
          <p:nvPr/>
        </p:nvSpPr>
        <p:spPr bwMode="auto">
          <a:xfrm>
            <a:off x="4959350" y="4999038"/>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62" name="Rectangle 125">
            <a:extLst>
              <a:ext uri="{FF2B5EF4-FFF2-40B4-BE49-F238E27FC236}">
                <a16:creationId xmlns:a16="http://schemas.microsoft.com/office/drawing/2014/main" id="{BB5B2C46-EC6A-F5D5-10EE-40B722840C5C}"/>
              </a:ext>
            </a:extLst>
          </p:cNvPr>
          <p:cNvSpPr>
            <a:spLocks noChangeArrowheads="1"/>
          </p:cNvSpPr>
          <p:nvPr/>
        </p:nvSpPr>
        <p:spPr bwMode="auto">
          <a:xfrm>
            <a:off x="4059238" y="5127625"/>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63" name="Rectangle 126">
            <a:extLst>
              <a:ext uri="{FF2B5EF4-FFF2-40B4-BE49-F238E27FC236}">
                <a16:creationId xmlns:a16="http://schemas.microsoft.com/office/drawing/2014/main" id="{82E37FD4-8E9D-F3E9-E07A-62BB9237A7C4}"/>
              </a:ext>
            </a:extLst>
          </p:cNvPr>
          <p:cNvSpPr>
            <a:spLocks noChangeArrowheads="1"/>
          </p:cNvSpPr>
          <p:nvPr/>
        </p:nvSpPr>
        <p:spPr bwMode="auto">
          <a:xfrm>
            <a:off x="4187825" y="5127625"/>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64" name="Rectangle 127">
            <a:extLst>
              <a:ext uri="{FF2B5EF4-FFF2-40B4-BE49-F238E27FC236}">
                <a16:creationId xmlns:a16="http://schemas.microsoft.com/office/drawing/2014/main" id="{F1BDFAAC-ED19-CDD2-DDE5-394B326D7C32}"/>
              </a:ext>
            </a:extLst>
          </p:cNvPr>
          <p:cNvSpPr>
            <a:spLocks noChangeArrowheads="1"/>
          </p:cNvSpPr>
          <p:nvPr/>
        </p:nvSpPr>
        <p:spPr bwMode="auto">
          <a:xfrm>
            <a:off x="4316413" y="5127625"/>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65" name="Rectangle 128">
            <a:extLst>
              <a:ext uri="{FF2B5EF4-FFF2-40B4-BE49-F238E27FC236}">
                <a16:creationId xmlns:a16="http://schemas.microsoft.com/office/drawing/2014/main" id="{AEC2CA7C-4945-556E-1E1F-F8D32D7EEE28}"/>
              </a:ext>
            </a:extLst>
          </p:cNvPr>
          <p:cNvSpPr>
            <a:spLocks noChangeArrowheads="1"/>
          </p:cNvSpPr>
          <p:nvPr/>
        </p:nvSpPr>
        <p:spPr bwMode="auto">
          <a:xfrm>
            <a:off x="4445000" y="5127625"/>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66" name="Rectangle 129">
            <a:extLst>
              <a:ext uri="{FF2B5EF4-FFF2-40B4-BE49-F238E27FC236}">
                <a16:creationId xmlns:a16="http://schemas.microsoft.com/office/drawing/2014/main" id="{B529FDDC-4717-B031-4AB8-A6B61C6D0F87}"/>
              </a:ext>
            </a:extLst>
          </p:cNvPr>
          <p:cNvSpPr>
            <a:spLocks noChangeArrowheads="1"/>
          </p:cNvSpPr>
          <p:nvPr/>
        </p:nvSpPr>
        <p:spPr bwMode="auto">
          <a:xfrm>
            <a:off x="4573588" y="5127625"/>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67" name="Rectangle 130">
            <a:extLst>
              <a:ext uri="{FF2B5EF4-FFF2-40B4-BE49-F238E27FC236}">
                <a16:creationId xmlns:a16="http://schemas.microsoft.com/office/drawing/2014/main" id="{C5D22776-DBA4-5811-D056-885614E4C7EF}"/>
              </a:ext>
            </a:extLst>
          </p:cNvPr>
          <p:cNvSpPr>
            <a:spLocks noChangeArrowheads="1"/>
          </p:cNvSpPr>
          <p:nvPr/>
        </p:nvSpPr>
        <p:spPr bwMode="auto">
          <a:xfrm>
            <a:off x="4702175" y="5127625"/>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68" name="Rectangle 131">
            <a:extLst>
              <a:ext uri="{FF2B5EF4-FFF2-40B4-BE49-F238E27FC236}">
                <a16:creationId xmlns:a16="http://schemas.microsoft.com/office/drawing/2014/main" id="{C0E4E2F1-0CCD-9602-D8FF-47AAE16FA3AE}"/>
              </a:ext>
            </a:extLst>
          </p:cNvPr>
          <p:cNvSpPr>
            <a:spLocks noChangeArrowheads="1"/>
          </p:cNvSpPr>
          <p:nvPr/>
        </p:nvSpPr>
        <p:spPr bwMode="auto">
          <a:xfrm>
            <a:off x="4830763" y="5127625"/>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69" name="Rectangle 132">
            <a:extLst>
              <a:ext uri="{FF2B5EF4-FFF2-40B4-BE49-F238E27FC236}">
                <a16:creationId xmlns:a16="http://schemas.microsoft.com/office/drawing/2014/main" id="{B173AD20-2D17-FD56-0158-278F05EF1DC0}"/>
              </a:ext>
            </a:extLst>
          </p:cNvPr>
          <p:cNvSpPr>
            <a:spLocks noChangeArrowheads="1"/>
          </p:cNvSpPr>
          <p:nvPr/>
        </p:nvSpPr>
        <p:spPr bwMode="auto">
          <a:xfrm>
            <a:off x="4959350" y="5127625"/>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70" name="Rectangle 134">
            <a:extLst>
              <a:ext uri="{FF2B5EF4-FFF2-40B4-BE49-F238E27FC236}">
                <a16:creationId xmlns:a16="http://schemas.microsoft.com/office/drawing/2014/main" id="{691226C2-5597-058A-F845-A280C6A5973B}"/>
              </a:ext>
            </a:extLst>
          </p:cNvPr>
          <p:cNvSpPr>
            <a:spLocks noChangeArrowheads="1"/>
          </p:cNvSpPr>
          <p:nvPr/>
        </p:nvSpPr>
        <p:spPr bwMode="auto">
          <a:xfrm>
            <a:off x="4059238" y="5256213"/>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71" name="Rectangle 135">
            <a:extLst>
              <a:ext uri="{FF2B5EF4-FFF2-40B4-BE49-F238E27FC236}">
                <a16:creationId xmlns:a16="http://schemas.microsoft.com/office/drawing/2014/main" id="{17945D24-F70C-3DCC-5CB8-91FA70A89DAF}"/>
              </a:ext>
            </a:extLst>
          </p:cNvPr>
          <p:cNvSpPr>
            <a:spLocks noChangeArrowheads="1"/>
          </p:cNvSpPr>
          <p:nvPr/>
        </p:nvSpPr>
        <p:spPr bwMode="auto">
          <a:xfrm>
            <a:off x="4187825" y="5256213"/>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72" name="Rectangle 136">
            <a:extLst>
              <a:ext uri="{FF2B5EF4-FFF2-40B4-BE49-F238E27FC236}">
                <a16:creationId xmlns:a16="http://schemas.microsoft.com/office/drawing/2014/main" id="{BB7E6E99-533A-2D55-5325-552FDEE768C1}"/>
              </a:ext>
            </a:extLst>
          </p:cNvPr>
          <p:cNvSpPr>
            <a:spLocks noChangeArrowheads="1"/>
          </p:cNvSpPr>
          <p:nvPr/>
        </p:nvSpPr>
        <p:spPr bwMode="auto">
          <a:xfrm>
            <a:off x="4316413" y="5256213"/>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73" name="Rectangle 137">
            <a:extLst>
              <a:ext uri="{FF2B5EF4-FFF2-40B4-BE49-F238E27FC236}">
                <a16:creationId xmlns:a16="http://schemas.microsoft.com/office/drawing/2014/main" id="{3E3D9394-78F3-3D87-7035-02E73DA7323A}"/>
              </a:ext>
            </a:extLst>
          </p:cNvPr>
          <p:cNvSpPr>
            <a:spLocks noChangeArrowheads="1"/>
          </p:cNvSpPr>
          <p:nvPr/>
        </p:nvSpPr>
        <p:spPr bwMode="auto">
          <a:xfrm>
            <a:off x="4445000" y="5256213"/>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74" name="Rectangle 138">
            <a:extLst>
              <a:ext uri="{FF2B5EF4-FFF2-40B4-BE49-F238E27FC236}">
                <a16:creationId xmlns:a16="http://schemas.microsoft.com/office/drawing/2014/main" id="{208B83F6-7712-F934-77A8-E6ABD17E3A6A}"/>
              </a:ext>
            </a:extLst>
          </p:cNvPr>
          <p:cNvSpPr>
            <a:spLocks noChangeArrowheads="1"/>
          </p:cNvSpPr>
          <p:nvPr/>
        </p:nvSpPr>
        <p:spPr bwMode="auto">
          <a:xfrm>
            <a:off x="4573588" y="5256213"/>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75" name="Rectangle 139">
            <a:extLst>
              <a:ext uri="{FF2B5EF4-FFF2-40B4-BE49-F238E27FC236}">
                <a16:creationId xmlns:a16="http://schemas.microsoft.com/office/drawing/2014/main" id="{6C9D4B40-1438-BC9E-31E8-051EDF85B638}"/>
              </a:ext>
            </a:extLst>
          </p:cNvPr>
          <p:cNvSpPr>
            <a:spLocks noChangeArrowheads="1"/>
          </p:cNvSpPr>
          <p:nvPr/>
        </p:nvSpPr>
        <p:spPr bwMode="auto">
          <a:xfrm>
            <a:off x="4702175" y="5256213"/>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76" name="Rectangle 140">
            <a:extLst>
              <a:ext uri="{FF2B5EF4-FFF2-40B4-BE49-F238E27FC236}">
                <a16:creationId xmlns:a16="http://schemas.microsoft.com/office/drawing/2014/main" id="{010B80FA-2676-65C4-D3A3-CD5B56BE9927}"/>
              </a:ext>
            </a:extLst>
          </p:cNvPr>
          <p:cNvSpPr>
            <a:spLocks noChangeArrowheads="1"/>
          </p:cNvSpPr>
          <p:nvPr/>
        </p:nvSpPr>
        <p:spPr bwMode="auto">
          <a:xfrm>
            <a:off x="4830763" y="5256213"/>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77" name="Rectangle 141">
            <a:extLst>
              <a:ext uri="{FF2B5EF4-FFF2-40B4-BE49-F238E27FC236}">
                <a16:creationId xmlns:a16="http://schemas.microsoft.com/office/drawing/2014/main" id="{E3FDD4FC-2266-7488-A48E-5DB64B20E0D4}"/>
              </a:ext>
            </a:extLst>
          </p:cNvPr>
          <p:cNvSpPr>
            <a:spLocks noChangeArrowheads="1"/>
          </p:cNvSpPr>
          <p:nvPr/>
        </p:nvSpPr>
        <p:spPr bwMode="auto">
          <a:xfrm>
            <a:off x="4959350" y="5256213"/>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78" name="Rectangle 143">
            <a:extLst>
              <a:ext uri="{FF2B5EF4-FFF2-40B4-BE49-F238E27FC236}">
                <a16:creationId xmlns:a16="http://schemas.microsoft.com/office/drawing/2014/main" id="{BF308B0D-2D7B-8E40-595D-765530127BBD}"/>
              </a:ext>
            </a:extLst>
          </p:cNvPr>
          <p:cNvSpPr>
            <a:spLocks noChangeArrowheads="1"/>
          </p:cNvSpPr>
          <p:nvPr/>
        </p:nvSpPr>
        <p:spPr bwMode="auto">
          <a:xfrm>
            <a:off x="4059238" y="5384800"/>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79" name="Rectangle 144">
            <a:extLst>
              <a:ext uri="{FF2B5EF4-FFF2-40B4-BE49-F238E27FC236}">
                <a16:creationId xmlns:a16="http://schemas.microsoft.com/office/drawing/2014/main" id="{62AB3D8A-73AE-A026-7176-A77FBDF76460}"/>
              </a:ext>
            </a:extLst>
          </p:cNvPr>
          <p:cNvSpPr>
            <a:spLocks noChangeArrowheads="1"/>
          </p:cNvSpPr>
          <p:nvPr/>
        </p:nvSpPr>
        <p:spPr bwMode="auto">
          <a:xfrm>
            <a:off x="4187825" y="5384800"/>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80" name="Rectangle 145">
            <a:extLst>
              <a:ext uri="{FF2B5EF4-FFF2-40B4-BE49-F238E27FC236}">
                <a16:creationId xmlns:a16="http://schemas.microsoft.com/office/drawing/2014/main" id="{93FDEF4B-025E-30EA-C8BE-FACB240295F0}"/>
              </a:ext>
            </a:extLst>
          </p:cNvPr>
          <p:cNvSpPr>
            <a:spLocks noChangeArrowheads="1"/>
          </p:cNvSpPr>
          <p:nvPr/>
        </p:nvSpPr>
        <p:spPr bwMode="auto">
          <a:xfrm>
            <a:off x="4316413" y="5384800"/>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81" name="Rectangle 146">
            <a:extLst>
              <a:ext uri="{FF2B5EF4-FFF2-40B4-BE49-F238E27FC236}">
                <a16:creationId xmlns:a16="http://schemas.microsoft.com/office/drawing/2014/main" id="{0A5554B4-D62A-F356-6BF9-E5524D472F01}"/>
              </a:ext>
            </a:extLst>
          </p:cNvPr>
          <p:cNvSpPr>
            <a:spLocks noChangeArrowheads="1"/>
          </p:cNvSpPr>
          <p:nvPr/>
        </p:nvSpPr>
        <p:spPr bwMode="auto">
          <a:xfrm>
            <a:off x="4445000" y="5384800"/>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82" name="Rectangle 147">
            <a:extLst>
              <a:ext uri="{FF2B5EF4-FFF2-40B4-BE49-F238E27FC236}">
                <a16:creationId xmlns:a16="http://schemas.microsoft.com/office/drawing/2014/main" id="{25AEAD15-15E2-9EFA-53C1-06DFEF36FBA4}"/>
              </a:ext>
            </a:extLst>
          </p:cNvPr>
          <p:cNvSpPr>
            <a:spLocks noChangeArrowheads="1"/>
          </p:cNvSpPr>
          <p:nvPr/>
        </p:nvSpPr>
        <p:spPr bwMode="auto">
          <a:xfrm>
            <a:off x="4573588" y="5384800"/>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83" name="Rectangle 148">
            <a:extLst>
              <a:ext uri="{FF2B5EF4-FFF2-40B4-BE49-F238E27FC236}">
                <a16:creationId xmlns:a16="http://schemas.microsoft.com/office/drawing/2014/main" id="{3AD08D8A-BB89-87B7-F3D0-FB0F0CAC2F4F}"/>
              </a:ext>
            </a:extLst>
          </p:cNvPr>
          <p:cNvSpPr>
            <a:spLocks noChangeArrowheads="1"/>
          </p:cNvSpPr>
          <p:nvPr/>
        </p:nvSpPr>
        <p:spPr bwMode="auto">
          <a:xfrm>
            <a:off x="4702175" y="5384800"/>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84" name="Rectangle 149">
            <a:extLst>
              <a:ext uri="{FF2B5EF4-FFF2-40B4-BE49-F238E27FC236}">
                <a16:creationId xmlns:a16="http://schemas.microsoft.com/office/drawing/2014/main" id="{0EA874B5-A5D1-691C-98B1-B068B307541B}"/>
              </a:ext>
            </a:extLst>
          </p:cNvPr>
          <p:cNvSpPr>
            <a:spLocks noChangeArrowheads="1"/>
          </p:cNvSpPr>
          <p:nvPr/>
        </p:nvSpPr>
        <p:spPr bwMode="auto">
          <a:xfrm>
            <a:off x="4830763" y="5384800"/>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85" name="Rectangle 150">
            <a:extLst>
              <a:ext uri="{FF2B5EF4-FFF2-40B4-BE49-F238E27FC236}">
                <a16:creationId xmlns:a16="http://schemas.microsoft.com/office/drawing/2014/main" id="{E7C385D6-DF73-94F2-509F-CB5B5A08A18A}"/>
              </a:ext>
            </a:extLst>
          </p:cNvPr>
          <p:cNvSpPr>
            <a:spLocks noChangeArrowheads="1"/>
          </p:cNvSpPr>
          <p:nvPr/>
        </p:nvSpPr>
        <p:spPr bwMode="auto">
          <a:xfrm>
            <a:off x="4959350" y="5384800"/>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86" name="Rectangle 152">
            <a:extLst>
              <a:ext uri="{FF2B5EF4-FFF2-40B4-BE49-F238E27FC236}">
                <a16:creationId xmlns:a16="http://schemas.microsoft.com/office/drawing/2014/main" id="{6F2663F7-E132-11D5-FDD7-46DD23BDC923}"/>
              </a:ext>
            </a:extLst>
          </p:cNvPr>
          <p:cNvSpPr>
            <a:spLocks noChangeArrowheads="1"/>
          </p:cNvSpPr>
          <p:nvPr/>
        </p:nvSpPr>
        <p:spPr bwMode="auto">
          <a:xfrm>
            <a:off x="4059238" y="5513388"/>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87" name="Rectangle 153">
            <a:extLst>
              <a:ext uri="{FF2B5EF4-FFF2-40B4-BE49-F238E27FC236}">
                <a16:creationId xmlns:a16="http://schemas.microsoft.com/office/drawing/2014/main" id="{FD5426D8-1BEA-DF28-B85B-B7FD04C8F2D1}"/>
              </a:ext>
            </a:extLst>
          </p:cNvPr>
          <p:cNvSpPr>
            <a:spLocks noChangeArrowheads="1"/>
          </p:cNvSpPr>
          <p:nvPr/>
        </p:nvSpPr>
        <p:spPr bwMode="auto">
          <a:xfrm>
            <a:off x="4187825" y="5513388"/>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88" name="Rectangle 154">
            <a:extLst>
              <a:ext uri="{FF2B5EF4-FFF2-40B4-BE49-F238E27FC236}">
                <a16:creationId xmlns:a16="http://schemas.microsoft.com/office/drawing/2014/main" id="{9F68C54A-1F73-8019-0BDC-CBC945A3A0CD}"/>
              </a:ext>
            </a:extLst>
          </p:cNvPr>
          <p:cNvSpPr>
            <a:spLocks noChangeArrowheads="1"/>
          </p:cNvSpPr>
          <p:nvPr/>
        </p:nvSpPr>
        <p:spPr bwMode="auto">
          <a:xfrm>
            <a:off x="4316413" y="5513388"/>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89" name="Rectangle 155">
            <a:extLst>
              <a:ext uri="{FF2B5EF4-FFF2-40B4-BE49-F238E27FC236}">
                <a16:creationId xmlns:a16="http://schemas.microsoft.com/office/drawing/2014/main" id="{A8349D8A-199F-D00D-B772-AC52E954C2D7}"/>
              </a:ext>
            </a:extLst>
          </p:cNvPr>
          <p:cNvSpPr>
            <a:spLocks noChangeArrowheads="1"/>
          </p:cNvSpPr>
          <p:nvPr/>
        </p:nvSpPr>
        <p:spPr bwMode="auto">
          <a:xfrm>
            <a:off x="4445000" y="5513388"/>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90" name="Rectangle 156">
            <a:extLst>
              <a:ext uri="{FF2B5EF4-FFF2-40B4-BE49-F238E27FC236}">
                <a16:creationId xmlns:a16="http://schemas.microsoft.com/office/drawing/2014/main" id="{BF0F2243-A587-766C-38EB-B07A4A2B180F}"/>
              </a:ext>
            </a:extLst>
          </p:cNvPr>
          <p:cNvSpPr>
            <a:spLocks noChangeArrowheads="1"/>
          </p:cNvSpPr>
          <p:nvPr/>
        </p:nvSpPr>
        <p:spPr bwMode="auto">
          <a:xfrm>
            <a:off x="4573588" y="5513388"/>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91" name="Rectangle 157">
            <a:extLst>
              <a:ext uri="{FF2B5EF4-FFF2-40B4-BE49-F238E27FC236}">
                <a16:creationId xmlns:a16="http://schemas.microsoft.com/office/drawing/2014/main" id="{35DE3170-AF01-9B9E-33D9-3ABAC80593A9}"/>
              </a:ext>
            </a:extLst>
          </p:cNvPr>
          <p:cNvSpPr>
            <a:spLocks noChangeArrowheads="1"/>
          </p:cNvSpPr>
          <p:nvPr/>
        </p:nvSpPr>
        <p:spPr bwMode="auto">
          <a:xfrm>
            <a:off x="4702175" y="5513388"/>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92" name="Rectangle 158">
            <a:extLst>
              <a:ext uri="{FF2B5EF4-FFF2-40B4-BE49-F238E27FC236}">
                <a16:creationId xmlns:a16="http://schemas.microsoft.com/office/drawing/2014/main" id="{B1467197-872C-BB6F-860C-0A9509AFC3EF}"/>
              </a:ext>
            </a:extLst>
          </p:cNvPr>
          <p:cNvSpPr>
            <a:spLocks noChangeArrowheads="1"/>
          </p:cNvSpPr>
          <p:nvPr/>
        </p:nvSpPr>
        <p:spPr bwMode="auto">
          <a:xfrm>
            <a:off x="4830763" y="5513388"/>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93" name="Rectangle 159">
            <a:extLst>
              <a:ext uri="{FF2B5EF4-FFF2-40B4-BE49-F238E27FC236}">
                <a16:creationId xmlns:a16="http://schemas.microsoft.com/office/drawing/2014/main" id="{6EB9EE78-B8A4-229C-B142-13B1544E8EEE}"/>
              </a:ext>
            </a:extLst>
          </p:cNvPr>
          <p:cNvSpPr>
            <a:spLocks noChangeArrowheads="1"/>
          </p:cNvSpPr>
          <p:nvPr/>
        </p:nvSpPr>
        <p:spPr bwMode="auto">
          <a:xfrm>
            <a:off x="4959350" y="5513388"/>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94" name="Rectangle 161">
            <a:extLst>
              <a:ext uri="{FF2B5EF4-FFF2-40B4-BE49-F238E27FC236}">
                <a16:creationId xmlns:a16="http://schemas.microsoft.com/office/drawing/2014/main" id="{49E9340B-BB6A-4C1C-41E6-1B6B82C40399}"/>
              </a:ext>
            </a:extLst>
          </p:cNvPr>
          <p:cNvSpPr>
            <a:spLocks noChangeArrowheads="1"/>
          </p:cNvSpPr>
          <p:nvPr/>
        </p:nvSpPr>
        <p:spPr bwMode="auto">
          <a:xfrm>
            <a:off x="4059238" y="5641975"/>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95" name="Rectangle 162">
            <a:extLst>
              <a:ext uri="{FF2B5EF4-FFF2-40B4-BE49-F238E27FC236}">
                <a16:creationId xmlns:a16="http://schemas.microsoft.com/office/drawing/2014/main" id="{B655E218-C61C-EB6E-0DB3-77432EB5B34B}"/>
              </a:ext>
            </a:extLst>
          </p:cNvPr>
          <p:cNvSpPr>
            <a:spLocks noChangeArrowheads="1"/>
          </p:cNvSpPr>
          <p:nvPr/>
        </p:nvSpPr>
        <p:spPr bwMode="auto">
          <a:xfrm>
            <a:off x="4187825" y="5641975"/>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96" name="Rectangle 163">
            <a:extLst>
              <a:ext uri="{FF2B5EF4-FFF2-40B4-BE49-F238E27FC236}">
                <a16:creationId xmlns:a16="http://schemas.microsoft.com/office/drawing/2014/main" id="{34990789-FCB1-A904-ABC1-426BA24DA206}"/>
              </a:ext>
            </a:extLst>
          </p:cNvPr>
          <p:cNvSpPr>
            <a:spLocks noChangeArrowheads="1"/>
          </p:cNvSpPr>
          <p:nvPr/>
        </p:nvSpPr>
        <p:spPr bwMode="auto">
          <a:xfrm>
            <a:off x="4316413" y="5641975"/>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97" name="Rectangle 164">
            <a:extLst>
              <a:ext uri="{FF2B5EF4-FFF2-40B4-BE49-F238E27FC236}">
                <a16:creationId xmlns:a16="http://schemas.microsoft.com/office/drawing/2014/main" id="{F528A818-FA94-8CDF-F7AA-CC062E97B90C}"/>
              </a:ext>
            </a:extLst>
          </p:cNvPr>
          <p:cNvSpPr>
            <a:spLocks noChangeArrowheads="1"/>
          </p:cNvSpPr>
          <p:nvPr/>
        </p:nvSpPr>
        <p:spPr bwMode="auto">
          <a:xfrm>
            <a:off x="4445000" y="5641975"/>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98" name="Rectangle 165">
            <a:extLst>
              <a:ext uri="{FF2B5EF4-FFF2-40B4-BE49-F238E27FC236}">
                <a16:creationId xmlns:a16="http://schemas.microsoft.com/office/drawing/2014/main" id="{AD0C5BA9-C05F-ED58-7895-A34BF3B4E64D}"/>
              </a:ext>
            </a:extLst>
          </p:cNvPr>
          <p:cNvSpPr>
            <a:spLocks noChangeArrowheads="1"/>
          </p:cNvSpPr>
          <p:nvPr/>
        </p:nvSpPr>
        <p:spPr bwMode="auto">
          <a:xfrm>
            <a:off x="4573588" y="5641975"/>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699" name="Rectangle 166">
            <a:extLst>
              <a:ext uri="{FF2B5EF4-FFF2-40B4-BE49-F238E27FC236}">
                <a16:creationId xmlns:a16="http://schemas.microsoft.com/office/drawing/2014/main" id="{AA97740F-3BD8-5909-6BBF-A22915D692C3}"/>
              </a:ext>
            </a:extLst>
          </p:cNvPr>
          <p:cNvSpPr>
            <a:spLocks noChangeArrowheads="1"/>
          </p:cNvSpPr>
          <p:nvPr/>
        </p:nvSpPr>
        <p:spPr bwMode="auto">
          <a:xfrm>
            <a:off x="4702175" y="5641975"/>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00" name="Rectangle 167">
            <a:extLst>
              <a:ext uri="{FF2B5EF4-FFF2-40B4-BE49-F238E27FC236}">
                <a16:creationId xmlns:a16="http://schemas.microsoft.com/office/drawing/2014/main" id="{3A77401D-D44A-670F-78E8-36AD6C8699B6}"/>
              </a:ext>
            </a:extLst>
          </p:cNvPr>
          <p:cNvSpPr>
            <a:spLocks noChangeArrowheads="1"/>
          </p:cNvSpPr>
          <p:nvPr/>
        </p:nvSpPr>
        <p:spPr bwMode="auto">
          <a:xfrm>
            <a:off x="4830763" y="5641975"/>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01" name="Rectangle 168">
            <a:extLst>
              <a:ext uri="{FF2B5EF4-FFF2-40B4-BE49-F238E27FC236}">
                <a16:creationId xmlns:a16="http://schemas.microsoft.com/office/drawing/2014/main" id="{8F0C8E0F-F3FF-70A5-14E8-84A3DAB120A0}"/>
              </a:ext>
            </a:extLst>
          </p:cNvPr>
          <p:cNvSpPr>
            <a:spLocks noChangeArrowheads="1"/>
          </p:cNvSpPr>
          <p:nvPr/>
        </p:nvSpPr>
        <p:spPr bwMode="auto">
          <a:xfrm>
            <a:off x="4959350" y="5641975"/>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02" name="Rectangle 170">
            <a:extLst>
              <a:ext uri="{FF2B5EF4-FFF2-40B4-BE49-F238E27FC236}">
                <a16:creationId xmlns:a16="http://schemas.microsoft.com/office/drawing/2014/main" id="{FA2AF7AA-CEB2-3130-3B83-FEEB5696C5E6}"/>
              </a:ext>
            </a:extLst>
          </p:cNvPr>
          <p:cNvSpPr>
            <a:spLocks noChangeArrowheads="1"/>
          </p:cNvSpPr>
          <p:nvPr/>
        </p:nvSpPr>
        <p:spPr bwMode="auto">
          <a:xfrm>
            <a:off x="4059238" y="4741863"/>
            <a:ext cx="128587" cy="128587"/>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03" name="Rectangle 171">
            <a:extLst>
              <a:ext uri="{FF2B5EF4-FFF2-40B4-BE49-F238E27FC236}">
                <a16:creationId xmlns:a16="http://schemas.microsoft.com/office/drawing/2014/main" id="{DCE9505C-2645-776C-F145-2E46111FBFAE}"/>
              </a:ext>
            </a:extLst>
          </p:cNvPr>
          <p:cNvSpPr>
            <a:spLocks noChangeArrowheads="1"/>
          </p:cNvSpPr>
          <p:nvPr/>
        </p:nvSpPr>
        <p:spPr bwMode="auto">
          <a:xfrm>
            <a:off x="4187825" y="4741863"/>
            <a:ext cx="128588" cy="128587"/>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04" name="Rectangle 172">
            <a:extLst>
              <a:ext uri="{FF2B5EF4-FFF2-40B4-BE49-F238E27FC236}">
                <a16:creationId xmlns:a16="http://schemas.microsoft.com/office/drawing/2014/main" id="{EEECCA95-C071-7123-B289-4F7F9E82A0F8}"/>
              </a:ext>
            </a:extLst>
          </p:cNvPr>
          <p:cNvSpPr>
            <a:spLocks noChangeArrowheads="1"/>
          </p:cNvSpPr>
          <p:nvPr/>
        </p:nvSpPr>
        <p:spPr bwMode="auto">
          <a:xfrm>
            <a:off x="4316413" y="4741863"/>
            <a:ext cx="128587" cy="128587"/>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05" name="Rectangle 173">
            <a:extLst>
              <a:ext uri="{FF2B5EF4-FFF2-40B4-BE49-F238E27FC236}">
                <a16:creationId xmlns:a16="http://schemas.microsoft.com/office/drawing/2014/main" id="{C784D91C-09AA-1F11-536F-48FEEECBA4C5}"/>
              </a:ext>
            </a:extLst>
          </p:cNvPr>
          <p:cNvSpPr>
            <a:spLocks noChangeArrowheads="1"/>
          </p:cNvSpPr>
          <p:nvPr/>
        </p:nvSpPr>
        <p:spPr bwMode="auto">
          <a:xfrm>
            <a:off x="4445000" y="4741863"/>
            <a:ext cx="128588" cy="128587"/>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06" name="Rectangle 174">
            <a:extLst>
              <a:ext uri="{FF2B5EF4-FFF2-40B4-BE49-F238E27FC236}">
                <a16:creationId xmlns:a16="http://schemas.microsoft.com/office/drawing/2014/main" id="{94FC5D4B-4549-97D1-D66D-1F938E793126}"/>
              </a:ext>
            </a:extLst>
          </p:cNvPr>
          <p:cNvSpPr>
            <a:spLocks noChangeArrowheads="1"/>
          </p:cNvSpPr>
          <p:nvPr/>
        </p:nvSpPr>
        <p:spPr bwMode="auto">
          <a:xfrm>
            <a:off x="4573588" y="4741863"/>
            <a:ext cx="128587" cy="128587"/>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07" name="Rectangle 175">
            <a:extLst>
              <a:ext uri="{FF2B5EF4-FFF2-40B4-BE49-F238E27FC236}">
                <a16:creationId xmlns:a16="http://schemas.microsoft.com/office/drawing/2014/main" id="{1F1AA5E2-2C88-35CB-785B-F022B58B0871}"/>
              </a:ext>
            </a:extLst>
          </p:cNvPr>
          <p:cNvSpPr>
            <a:spLocks noChangeArrowheads="1"/>
          </p:cNvSpPr>
          <p:nvPr/>
        </p:nvSpPr>
        <p:spPr bwMode="auto">
          <a:xfrm>
            <a:off x="4702175" y="4741863"/>
            <a:ext cx="128588" cy="128587"/>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08" name="Rectangle 176">
            <a:extLst>
              <a:ext uri="{FF2B5EF4-FFF2-40B4-BE49-F238E27FC236}">
                <a16:creationId xmlns:a16="http://schemas.microsoft.com/office/drawing/2014/main" id="{8189B9F5-4C3D-663C-C195-4C767A5D940D}"/>
              </a:ext>
            </a:extLst>
          </p:cNvPr>
          <p:cNvSpPr>
            <a:spLocks noChangeArrowheads="1"/>
          </p:cNvSpPr>
          <p:nvPr/>
        </p:nvSpPr>
        <p:spPr bwMode="auto">
          <a:xfrm>
            <a:off x="4830763" y="4741863"/>
            <a:ext cx="128587" cy="128587"/>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09" name="Rectangle 177">
            <a:extLst>
              <a:ext uri="{FF2B5EF4-FFF2-40B4-BE49-F238E27FC236}">
                <a16:creationId xmlns:a16="http://schemas.microsoft.com/office/drawing/2014/main" id="{5CB19EEF-9435-593D-00D4-D48CDA0A88F9}"/>
              </a:ext>
            </a:extLst>
          </p:cNvPr>
          <p:cNvSpPr>
            <a:spLocks noChangeArrowheads="1"/>
          </p:cNvSpPr>
          <p:nvPr/>
        </p:nvSpPr>
        <p:spPr bwMode="auto">
          <a:xfrm>
            <a:off x="4959350" y="4741863"/>
            <a:ext cx="128588" cy="128587"/>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10" name="Rectangle 179">
            <a:extLst>
              <a:ext uri="{FF2B5EF4-FFF2-40B4-BE49-F238E27FC236}">
                <a16:creationId xmlns:a16="http://schemas.microsoft.com/office/drawing/2014/main" id="{D6B7316D-316E-50E3-0758-6A85434FCB31}"/>
              </a:ext>
            </a:extLst>
          </p:cNvPr>
          <p:cNvSpPr>
            <a:spLocks noChangeArrowheads="1"/>
          </p:cNvSpPr>
          <p:nvPr/>
        </p:nvSpPr>
        <p:spPr bwMode="auto">
          <a:xfrm>
            <a:off x="4059238" y="4870450"/>
            <a:ext cx="128587" cy="128588"/>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11" name="Rectangle 180">
            <a:extLst>
              <a:ext uri="{FF2B5EF4-FFF2-40B4-BE49-F238E27FC236}">
                <a16:creationId xmlns:a16="http://schemas.microsoft.com/office/drawing/2014/main" id="{2E956A7C-CF61-8748-2BAF-D665833ACBBD}"/>
              </a:ext>
            </a:extLst>
          </p:cNvPr>
          <p:cNvSpPr>
            <a:spLocks noChangeArrowheads="1"/>
          </p:cNvSpPr>
          <p:nvPr/>
        </p:nvSpPr>
        <p:spPr bwMode="auto">
          <a:xfrm>
            <a:off x="4187825" y="4870450"/>
            <a:ext cx="128588" cy="128588"/>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12" name="Rectangle 181">
            <a:extLst>
              <a:ext uri="{FF2B5EF4-FFF2-40B4-BE49-F238E27FC236}">
                <a16:creationId xmlns:a16="http://schemas.microsoft.com/office/drawing/2014/main" id="{685F75D1-829D-763F-E952-04DB46A3B45C}"/>
              </a:ext>
            </a:extLst>
          </p:cNvPr>
          <p:cNvSpPr>
            <a:spLocks noChangeArrowheads="1"/>
          </p:cNvSpPr>
          <p:nvPr/>
        </p:nvSpPr>
        <p:spPr bwMode="auto">
          <a:xfrm>
            <a:off x="4316413" y="4870450"/>
            <a:ext cx="128587" cy="128588"/>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13" name="Rectangle 182">
            <a:extLst>
              <a:ext uri="{FF2B5EF4-FFF2-40B4-BE49-F238E27FC236}">
                <a16:creationId xmlns:a16="http://schemas.microsoft.com/office/drawing/2014/main" id="{0C1AA54F-753E-0DA5-ADA9-D27D8FC9339F}"/>
              </a:ext>
            </a:extLst>
          </p:cNvPr>
          <p:cNvSpPr>
            <a:spLocks noChangeArrowheads="1"/>
          </p:cNvSpPr>
          <p:nvPr/>
        </p:nvSpPr>
        <p:spPr bwMode="auto">
          <a:xfrm>
            <a:off x="4445000" y="4870450"/>
            <a:ext cx="128588" cy="128588"/>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14" name="Rectangle 183">
            <a:extLst>
              <a:ext uri="{FF2B5EF4-FFF2-40B4-BE49-F238E27FC236}">
                <a16:creationId xmlns:a16="http://schemas.microsoft.com/office/drawing/2014/main" id="{54BAB8E8-4057-BD9B-0D28-759584E19F46}"/>
              </a:ext>
            </a:extLst>
          </p:cNvPr>
          <p:cNvSpPr>
            <a:spLocks noChangeArrowheads="1"/>
          </p:cNvSpPr>
          <p:nvPr/>
        </p:nvSpPr>
        <p:spPr bwMode="auto">
          <a:xfrm>
            <a:off x="4573588" y="4870450"/>
            <a:ext cx="128587" cy="128588"/>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15" name="Rectangle 184">
            <a:extLst>
              <a:ext uri="{FF2B5EF4-FFF2-40B4-BE49-F238E27FC236}">
                <a16:creationId xmlns:a16="http://schemas.microsoft.com/office/drawing/2014/main" id="{85BBDD8F-3103-B98B-9555-BFE557A9EA9E}"/>
              </a:ext>
            </a:extLst>
          </p:cNvPr>
          <p:cNvSpPr>
            <a:spLocks noChangeArrowheads="1"/>
          </p:cNvSpPr>
          <p:nvPr/>
        </p:nvSpPr>
        <p:spPr bwMode="auto">
          <a:xfrm>
            <a:off x="4702175" y="4870450"/>
            <a:ext cx="128588" cy="128588"/>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16" name="Rectangle 185">
            <a:extLst>
              <a:ext uri="{FF2B5EF4-FFF2-40B4-BE49-F238E27FC236}">
                <a16:creationId xmlns:a16="http://schemas.microsoft.com/office/drawing/2014/main" id="{41E7AB57-099B-A26D-F8F2-86945E39B026}"/>
              </a:ext>
            </a:extLst>
          </p:cNvPr>
          <p:cNvSpPr>
            <a:spLocks noChangeArrowheads="1"/>
          </p:cNvSpPr>
          <p:nvPr/>
        </p:nvSpPr>
        <p:spPr bwMode="auto">
          <a:xfrm>
            <a:off x="4830763" y="4870450"/>
            <a:ext cx="128587" cy="128588"/>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17" name="Rectangle 186">
            <a:extLst>
              <a:ext uri="{FF2B5EF4-FFF2-40B4-BE49-F238E27FC236}">
                <a16:creationId xmlns:a16="http://schemas.microsoft.com/office/drawing/2014/main" id="{3951DD18-D21C-E899-FBC0-172DC5F840CA}"/>
              </a:ext>
            </a:extLst>
          </p:cNvPr>
          <p:cNvSpPr>
            <a:spLocks noChangeArrowheads="1"/>
          </p:cNvSpPr>
          <p:nvPr/>
        </p:nvSpPr>
        <p:spPr bwMode="auto">
          <a:xfrm>
            <a:off x="4959350" y="4870450"/>
            <a:ext cx="128588" cy="128588"/>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18" name="Rectangle 188">
            <a:extLst>
              <a:ext uri="{FF2B5EF4-FFF2-40B4-BE49-F238E27FC236}">
                <a16:creationId xmlns:a16="http://schemas.microsoft.com/office/drawing/2014/main" id="{B51174AF-A679-6D64-5091-0CE25FD29E1A}"/>
              </a:ext>
            </a:extLst>
          </p:cNvPr>
          <p:cNvSpPr>
            <a:spLocks noChangeArrowheads="1"/>
          </p:cNvSpPr>
          <p:nvPr/>
        </p:nvSpPr>
        <p:spPr bwMode="auto">
          <a:xfrm>
            <a:off x="4059238" y="4999038"/>
            <a:ext cx="128587" cy="128587"/>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19" name="Rectangle 189">
            <a:extLst>
              <a:ext uri="{FF2B5EF4-FFF2-40B4-BE49-F238E27FC236}">
                <a16:creationId xmlns:a16="http://schemas.microsoft.com/office/drawing/2014/main" id="{436DE258-1741-4FBE-A764-8B6149E7A48E}"/>
              </a:ext>
            </a:extLst>
          </p:cNvPr>
          <p:cNvSpPr>
            <a:spLocks noChangeArrowheads="1"/>
          </p:cNvSpPr>
          <p:nvPr/>
        </p:nvSpPr>
        <p:spPr bwMode="auto">
          <a:xfrm>
            <a:off x="4187825" y="4999038"/>
            <a:ext cx="128588" cy="128587"/>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20" name="Rectangle 190">
            <a:extLst>
              <a:ext uri="{FF2B5EF4-FFF2-40B4-BE49-F238E27FC236}">
                <a16:creationId xmlns:a16="http://schemas.microsoft.com/office/drawing/2014/main" id="{60A776B2-E297-81CF-8E1D-B96F140E21E1}"/>
              </a:ext>
            </a:extLst>
          </p:cNvPr>
          <p:cNvSpPr>
            <a:spLocks noChangeArrowheads="1"/>
          </p:cNvSpPr>
          <p:nvPr/>
        </p:nvSpPr>
        <p:spPr bwMode="auto">
          <a:xfrm>
            <a:off x="4316413" y="4999038"/>
            <a:ext cx="128587" cy="128587"/>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21" name="Rectangle 191">
            <a:extLst>
              <a:ext uri="{FF2B5EF4-FFF2-40B4-BE49-F238E27FC236}">
                <a16:creationId xmlns:a16="http://schemas.microsoft.com/office/drawing/2014/main" id="{2D2DAEBF-FB96-C9BF-48C4-4D2AE4A59099}"/>
              </a:ext>
            </a:extLst>
          </p:cNvPr>
          <p:cNvSpPr>
            <a:spLocks noChangeArrowheads="1"/>
          </p:cNvSpPr>
          <p:nvPr/>
        </p:nvSpPr>
        <p:spPr bwMode="auto">
          <a:xfrm>
            <a:off x="4445000" y="4999038"/>
            <a:ext cx="128588" cy="128587"/>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22" name="Rectangle 192">
            <a:extLst>
              <a:ext uri="{FF2B5EF4-FFF2-40B4-BE49-F238E27FC236}">
                <a16:creationId xmlns:a16="http://schemas.microsoft.com/office/drawing/2014/main" id="{A56C7542-E0EE-B4CE-F463-25460B4DBC30}"/>
              </a:ext>
            </a:extLst>
          </p:cNvPr>
          <p:cNvSpPr>
            <a:spLocks noChangeArrowheads="1"/>
          </p:cNvSpPr>
          <p:nvPr/>
        </p:nvSpPr>
        <p:spPr bwMode="auto">
          <a:xfrm>
            <a:off x="4573588" y="4999038"/>
            <a:ext cx="128587" cy="128587"/>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23" name="Rectangle 193">
            <a:extLst>
              <a:ext uri="{FF2B5EF4-FFF2-40B4-BE49-F238E27FC236}">
                <a16:creationId xmlns:a16="http://schemas.microsoft.com/office/drawing/2014/main" id="{6E2D272C-574D-C3DF-68B7-24743A7009AA}"/>
              </a:ext>
            </a:extLst>
          </p:cNvPr>
          <p:cNvSpPr>
            <a:spLocks noChangeArrowheads="1"/>
          </p:cNvSpPr>
          <p:nvPr/>
        </p:nvSpPr>
        <p:spPr bwMode="auto">
          <a:xfrm>
            <a:off x="4702175" y="4999038"/>
            <a:ext cx="128588" cy="128587"/>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24" name="Rectangle 194">
            <a:extLst>
              <a:ext uri="{FF2B5EF4-FFF2-40B4-BE49-F238E27FC236}">
                <a16:creationId xmlns:a16="http://schemas.microsoft.com/office/drawing/2014/main" id="{5784E1A3-574B-A668-5D9D-B1E784D41C23}"/>
              </a:ext>
            </a:extLst>
          </p:cNvPr>
          <p:cNvSpPr>
            <a:spLocks noChangeArrowheads="1"/>
          </p:cNvSpPr>
          <p:nvPr/>
        </p:nvSpPr>
        <p:spPr bwMode="auto">
          <a:xfrm>
            <a:off x="4830763" y="4999038"/>
            <a:ext cx="128587" cy="128587"/>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25" name="Rectangle 195">
            <a:extLst>
              <a:ext uri="{FF2B5EF4-FFF2-40B4-BE49-F238E27FC236}">
                <a16:creationId xmlns:a16="http://schemas.microsoft.com/office/drawing/2014/main" id="{B4BF103D-98D5-0F56-4C0B-2E6683136DE3}"/>
              </a:ext>
            </a:extLst>
          </p:cNvPr>
          <p:cNvSpPr>
            <a:spLocks noChangeArrowheads="1"/>
          </p:cNvSpPr>
          <p:nvPr/>
        </p:nvSpPr>
        <p:spPr bwMode="auto">
          <a:xfrm>
            <a:off x="4959350" y="4999038"/>
            <a:ext cx="128588" cy="128587"/>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26" name="Rectangle 197">
            <a:extLst>
              <a:ext uri="{FF2B5EF4-FFF2-40B4-BE49-F238E27FC236}">
                <a16:creationId xmlns:a16="http://schemas.microsoft.com/office/drawing/2014/main" id="{A4047B66-0D04-0BEB-CC41-0F00749363BB}"/>
              </a:ext>
            </a:extLst>
          </p:cNvPr>
          <p:cNvSpPr>
            <a:spLocks noChangeArrowheads="1"/>
          </p:cNvSpPr>
          <p:nvPr/>
        </p:nvSpPr>
        <p:spPr bwMode="auto">
          <a:xfrm>
            <a:off x="4059238" y="5127625"/>
            <a:ext cx="128587" cy="128588"/>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27" name="Rectangle 198">
            <a:extLst>
              <a:ext uri="{FF2B5EF4-FFF2-40B4-BE49-F238E27FC236}">
                <a16:creationId xmlns:a16="http://schemas.microsoft.com/office/drawing/2014/main" id="{6BF96195-3E49-1CC0-DC2A-F2EBC8EDC285}"/>
              </a:ext>
            </a:extLst>
          </p:cNvPr>
          <p:cNvSpPr>
            <a:spLocks noChangeArrowheads="1"/>
          </p:cNvSpPr>
          <p:nvPr/>
        </p:nvSpPr>
        <p:spPr bwMode="auto">
          <a:xfrm>
            <a:off x="4187825" y="5127625"/>
            <a:ext cx="128588" cy="128588"/>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28" name="Rectangle 199">
            <a:extLst>
              <a:ext uri="{FF2B5EF4-FFF2-40B4-BE49-F238E27FC236}">
                <a16:creationId xmlns:a16="http://schemas.microsoft.com/office/drawing/2014/main" id="{18715894-5894-2C81-9234-3D39FF5ABCC3}"/>
              </a:ext>
            </a:extLst>
          </p:cNvPr>
          <p:cNvSpPr>
            <a:spLocks noChangeArrowheads="1"/>
          </p:cNvSpPr>
          <p:nvPr/>
        </p:nvSpPr>
        <p:spPr bwMode="auto">
          <a:xfrm>
            <a:off x="4316413" y="5127625"/>
            <a:ext cx="128587" cy="128588"/>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29" name="Rectangle 200">
            <a:extLst>
              <a:ext uri="{FF2B5EF4-FFF2-40B4-BE49-F238E27FC236}">
                <a16:creationId xmlns:a16="http://schemas.microsoft.com/office/drawing/2014/main" id="{AAB28BB9-B252-E40C-FF39-8094650315BD}"/>
              </a:ext>
            </a:extLst>
          </p:cNvPr>
          <p:cNvSpPr>
            <a:spLocks noChangeArrowheads="1"/>
          </p:cNvSpPr>
          <p:nvPr/>
        </p:nvSpPr>
        <p:spPr bwMode="auto">
          <a:xfrm>
            <a:off x="4445000" y="5127625"/>
            <a:ext cx="128588" cy="128588"/>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30" name="Rectangle 201">
            <a:extLst>
              <a:ext uri="{FF2B5EF4-FFF2-40B4-BE49-F238E27FC236}">
                <a16:creationId xmlns:a16="http://schemas.microsoft.com/office/drawing/2014/main" id="{007DB75F-F826-1FD0-4D06-2B7009E8F406}"/>
              </a:ext>
            </a:extLst>
          </p:cNvPr>
          <p:cNvSpPr>
            <a:spLocks noChangeArrowheads="1"/>
          </p:cNvSpPr>
          <p:nvPr/>
        </p:nvSpPr>
        <p:spPr bwMode="auto">
          <a:xfrm>
            <a:off x="4573588" y="5127625"/>
            <a:ext cx="128587" cy="128588"/>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31" name="Rectangle 202">
            <a:extLst>
              <a:ext uri="{FF2B5EF4-FFF2-40B4-BE49-F238E27FC236}">
                <a16:creationId xmlns:a16="http://schemas.microsoft.com/office/drawing/2014/main" id="{D56573D9-F016-CFC3-CFBC-7F1EECBAC485}"/>
              </a:ext>
            </a:extLst>
          </p:cNvPr>
          <p:cNvSpPr>
            <a:spLocks noChangeArrowheads="1"/>
          </p:cNvSpPr>
          <p:nvPr/>
        </p:nvSpPr>
        <p:spPr bwMode="auto">
          <a:xfrm>
            <a:off x="4702175" y="5127625"/>
            <a:ext cx="128588" cy="128588"/>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32" name="Rectangle 203">
            <a:extLst>
              <a:ext uri="{FF2B5EF4-FFF2-40B4-BE49-F238E27FC236}">
                <a16:creationId xmlns:a16="http://schemas.microsoft.com/office/drawing/2014/main" id="{82D0AD11-885B-53C9-7D0B-75312929EC7C}"/>
              </a:ext>
            </a:extLst>
          </p:cNvPr>
          <p:cNvSpPr>
            <a:spLocks noChangeArrowheads="1"/>
          </p:cNvSpPr>
          <p:nvPr/>
        </p:nvSpPr>
        <p:spPr bwMode="auto">
          <a:xfrm>
            <a:off x="4830763" y="5127625"/>
            <a:ext cx="128587" cy="128588"/>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33" name="Rectangle 204">
            <a:extLst>
              <a:ext uri="{FF2B5EF4-FFF2-40B4-BE49-F238E27FC236}">
                <a16:creationId xmlns:a16="http://schemas.microsoft.com/office/drawing/2014/main" id="{310A6084-B29A-8EEC-0263-EE93A59A7048}"/>
              </a:ext>
            </a:extLst>
          </p:cNvPr>
          <p:cNvSpPr>
            <a:spLocks noChangeArrowheads="1"/>
          </p:cNvSpPr>
          <p:nvPr/>
        </p:nvSpPr>
        <p:spPr bwMode="auto">
          <a:xfrm>
            <a:off x="4959350" y="5127625"/>
            <a:ext cx="128588" cy="128588"/>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34" name="Rectangle 206">
            <a:extLst>
              <a:ext uri="{FF2B5EF4-FFF2-40B4-BE49-F238E27FC236}">
                <a16:creationId xmlns:a16="http://schemas.microsoft.com/office/drawing/2014/main" id="{FC683469-DA6D-3F57-A873-43084DF27BD1}"/>
              </a:ext>
            </a:extLst>
          </p:cNvPr>
          <p:cNvSpPr>
            <a:spLocks noChangeArrowheads="1"/>
          </p:cNvSpPr>
          <p:nvPr/>
        </p:nvSpPr>
        <p:spPr bwMode="auto">
          <a:xfrm>
            <a:off x="4059238" y="5256213"/>
            <a:ext cx="128587" cy="128587"/>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35" name="Rectangle 207">
            <a:extLst>
              <a:ext uri="{FF2B5EF4-FFF2-40B4-BE49-F238E27FC236}">
                <a16:creationId xmlns:a16="http://schemas.microsoft.com/office/drawing/2014/main" id="{A18BF231-8358-8F0F-570F-412F855C2969}"/>
              </a:ext>
            </a:extLst>
          </p:cNvPr>
          <p:cNvSpPr>
            <a:spLocks noChangeArrowheads="1"/>
          </p:cNvSpPr>
          <p:nvPr/>
        </p:nvSpPr>
        <p:spPr bwMode="auto">
          <a:xfrm>
            <a:off x="4187825" y="5256213"/>
            <a:ext cx="128588" cy="128587"/>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36" name="Rectangle 208">
            <a:extLst>
              <a:ext uri="{FF2B5EF4-FFF2-40B4-BE49-F238E27FC236}">
                <a16:creationId xmlns:a16="http://schemas.microsoft.com/office/drawing/2014/main" id="{275B859A-5F16-81DC-7AC3-1298CD600BA9}"/>
              </a:ext>
            </a:extLst>
          </p:cNvPr>
          <p:cNvSpPr>
            <a:spLocks noChangeArrowheads="1"/>
          </p:cNvSpPr>
          <p:nvPr/>
        </p:nvSpPr>
        <p:spPr bwMode="auto">
          <a:xfrm>
            <a:off x="4316413" y="5256213"/>
            <a:ext cx="128587" cy="128587"/>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37" name="Rectangle 209">
            <a:extLst>
              <a:ext uri="{FF2B5EF4-FFF2-40B4-BE49-F238E27FC236}">
                <a16:creationId xmlns:a16="http://schemas.microsoft.com/office/drawing/2014/main" id="{37B0D69B-779B-6A36-A1B7-671E7B328D4A}"/>
              </a:ext>
            </a:extLst>
          </p:cNvPr>
          <p:cNvSpPr>
            <a:spLocks noChangeArrowheads="1"/>
          </p:cNvSpPr>
          <p:nvPr/>
        </p:nvSpPr>
        <p:spPr bwMode="auto">
          <a:xfrm>
            <a:off x="4445000" y="5256213"/>
            <a:ext cx="128588" cy="128587"/>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38" name="Rectangle 210">
            <a:extLst>
              <a:ext uri="{FF2B5EF4-FFF2-40B4-BE49-F238E27FC236}">
                <a16:creationId xmlns:a16="http://schemas.microsoft.com/office/drawing/2014/main" id="{974F052F-EBAA-A274-C6C3-42AB9BC412F5}"/>
              </a:ext>
            </a:extLst>
          </p:cNvPr>
          <p:cNvSpPr>
            <a:spLocks noChangeArrowheads="1"/>
          </p:cNvSpPr>
          <p:nvPr/>
        </p:nvSpPr>
        <p:spPr bwMode="auto">
          <a:xfrm>
            <a:off x="4573588" y="5256213"/>
            <a:ext cx="128587" cy="128587"/>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39" name="Rectangle 211">
            <a:extLst>
              <a:ext uri="{FF2B5EF4-FFF2-40B4-BE49-F238E27FC236}">
                <a16:creationId xmlns:a16="http://schemas.microsoft.com/office/drawing/2014/main" id="{A7623B27-3210-F3D0-F064-CF383C022D84}"/>
              </a:ext>
            </a:extLst>
          </p:cNvPr>
          <p:cNvSpPr>
            <a:spLocks noChangeArrowheads="1"/>
          </p:cNvSpPr>
          <p:nvPr/>
        </p:nvSpPr>
        <p:spPr bwMode="auto">
          <a:xfrm>
            <a:off x="4702175" y="5256213"/>
            <a:ext cx="128588" cy="128587"/>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40" name="Rectangle 212">
            <a:extLst>
              <a:ext uri="{FF2B5EF4-FFF2-40B4-BE49-F238E27FC236}">
                <a16:creationId xmlns:a16="http://schemas.microsoft.com/office/drawing/2014/main" id="{BBD4CC1C-D8CD-A6CA-57D2-A143C1BBA75D}"/>
              </a:ext>
            </a:extLst>
          </p:cNvPr>
          <p:cNvSpPr>
            <a:spLocks noChangeArrowheads="1"/>
          </p:cNvSpPr>
          <p:nvPr/>
        </p:nvSpPr>
        <p:spPr bwMode="auto">
          <a:xfrm>
            <a:off x="4830763" y="5256213"/>
            <a:ext cx="128587" cy="128587"/>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41" name="Rectangle 213">
            <a:extLst>
              <a:ext uri="{FF2B5EF4-FFF2-40B4-BE49-F238E27FC236}">
                <a16:creationId xmlns:a16="http://schemas.microsoft.com/office/drawing/2014/main" id="{7EDF3D44-35AF-1BAC-C288-5598FC8B31B4}"/>
              </a:ext>
            </a:extLst>
          </p:cNvPr>
          <p:cNvSpPr>
            <a:spLocks noChangeArrowheads="1"/>
          </p:cNvSpPr>
          <p:nvPr/>
        </p:nvSpPr>
        <p:spPr bwMode="auto">
          <a:xfrm>
            <a:off x="4959350" y="5256213"/>
            <a:ext cx="128588" cy="128587"/>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42" name="Rectangle 215">
            <a:extLst>
              <a:ext uri="{FF2B5EF4-FFF2-40B4-BE49-F238E27FC236}">
                <a16:creationId xmlns:a16="http://schemas.microsoft.com/office/drawing/2014/main" id="{2E9D1C73-EAE4-A7F7-3B66-0F1E495C8BA6}"/>
              </a:ext>
            </a:extLst>
          </p:cNvPr>
          <p:cNvSpPr>
            <a:spLocks noChangeArrowheads="1"/>
          </p:cNvSpPr>
          <p:nvPr/>
        </p:nvSpPr>
        <p:spPr bwMode="auto">
          <a:xfrm>
            <a:off x="4059238" y="5384800"/>
            <a:ext cx="128587" cy="128588"/>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43" name="Rectangle 216">
            <a:extLst>
              <a:ext uri="{FF2B5EF4-FFF2-40B4-BE49-F238E27FC236}">
                <a16:creationId xmlns:a16="http://schemas.microsoft.com/office/drawing/2014/main" id="{850EA5E2-3F04-40A5-6B49-5AA560F0EF0F}"/>
              </a:ext>
            </a:extLst>
          </p:cNvPr>
          <p:cNvSpPr>
            <a:spLocks noChangeArrowheads="1"/>
          </p:cNvSpPr>
          <p:nvPr/>
        </p:nvSpPr>
        <p:spPr bwMode="auto">
          <a:xfrm>
            <a:off x="4187825" y="5384800"/>
            <a:ext cx="128588" cy="128588"/>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44" name="Rectangle 217">
            <a:extLst>
              <a:ext uri="{FF2B5EF4-FFF2-40B4-BE49-F238E27FC236}">
                <a16:creationId xmlns:a16="http://schemas.microsoft.com/office/drawing/2014/main" id="{27014AC0-404B-8FEC-723C-39B69041FEAE}"/>
              </a:ext>
            </a:extLst>
          </p:cNvPr>
          <p:cNvSpPr>
            <a:spLocks noChangeArrowheads="1"/>
          </p:cNvSpPr>
          <p:nvPr/>
        </p:nvSpPr>
        <p:spPr bwMode="auto">
          <a:xfrm>
            <a:off x="4316413" y="5384800"/>
            <a:ext cx="128587" cy="128588"/>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45" name="Rectangle 218">
            <a:extLst>
              <a:ext uri="{FF2B5EF4-FFF2-40B4-BE49-F238E27FC236}">
                <a16:creationId xmlns:a16="http://schemas.microsoft.com/office/drawing/2014/main" id="{4D6E9641-6083-A2C0-A425-5FCA38009D1F}"/>
              </a:ext>
            </a:extLst>
          </p:cNvPr>
          <p:cNvSpPr>
            <a:spLocks noChangeArrowheads="1"/>
          </p:cNvSpPr>
          <p:nvPr/>
        </p:nvSpPr>
        <p:spPr bwMode="auto">
          <a:xfrm>
            <a:off x="4445000" y="5384800"/>
            <a:ext cx="128588" cy="128588"/>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46" name="Rectangle 219">
            <a:extLst>
              <a:ext uri="{FF2B5EF4-FFF2-40B4-BE49-F238E27FC236}">
                <a16:creationId xmlns:a16="http://schemas.microsoft.com/office/drawing/2014/main" id="{85DA90D3-1B54-1DA6-D5F8-7464A8967566}"/>
              </a:ext>
            </a:extLst>
          </p:cNvPr>
          <p:cNvSpPr>
            <a:spLocks noChangeArrowheads="1"/>
          </p:cNvSpPr>
          <p:nvPr/>
        </p:nvSpPr>
        <p:spPr bwMode="auto">
          <a:xfrm>
            <a:off x="4573588" y="5384800"/>
            <a:ext cx="128587" cy="128588"/>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47" name="Rectangle 220">
            <a:extLst>
              <a:ext uri="{FF2B5EF4-FFF2-40B4-BE49-F238E27FC236}">
                <a16:creationId xmlns:a16="http://schemas.microsoft.com/office/drawing/2014/main" id="{07F53D78-FCA3-DDA3-AFF8-DA0E06911FC1}"/>
              </a:ext>
            </a:extLst>
          </p:cNvPr>
          <p:cNvSpPr>
            <a:spLocks noChangeArrowheads="1"/>
          </p:cNvSpPr>
          <p:nvPr/>
        </p:nvSpPr>
        <p:spPr bwMode="auto">
          <a:xfrm>
            <a:off x="4702175" y="5384800"/>
            <a:ext cx="128588" cy="128588"/>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48" name="Rectangle 221">
            <a:extLst>
              <a:ext uri="{FF2B5EF4-FFF2-40B4-BE49-F238E27FC236}">
                <a16:creationId xmlns:a16="http://schemas.microsoft.com/office/drawing/2014/main" id="{146542ED-7E3B-D38F-BCD3-C9523E3FBAC1}"/>
              </a:ext>
            </a:extLst>
          </p:cNvPr>
          <p:cNvSpPr>
            <a:spLocks noChangeArrowheads="1"/>
          </p:cNvSpPr>
          <p:nvPr/>
        </p:nvSpPr>
        <p:spPr bwMode="auto">
          <a:xfrm>
            <a:off x="4830763" y="5384800"/>
            <a:ext cx="128587" cy="128588"/>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49" name="Rectangle 222">
            <a:extLst>
              <a:ext uri="{FF2B5EF4-FFF2-40B4-BE49-F238E27FC236}">
                <a16:creationId xmlns:a16="http://schemas.microsoft.com/office/drawing/2014/main" id="{0A3CBFEC-6811-E7FA-936A-3B2B247C12E6}"/>
              </a:ext>
            </a:extLst>
          </p:cNvPr>
          <p:cNvSpPr>
            <a:spLocks noChangeArrowheads="1"/>
          </p:cNvSpPr>
          <p:nvPr/>
        </p:nvSpPr>
        <p:spPr bwMode="auto">
          <a:xfrm>
            <a:off x="4959350" y="5384800"/>
            <a:ext cx="128588" cy="128588"/>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50" name="Rectangle 224">
            <a:extLst>
              <a:ext uri="{FF2B5EF4-FFF2-40B4-BE49-F238E27FC236}">
                <a16:creationId xmlns:a16="http://schemas.microsoft.com/office/drawing/2014/main" id="{E25DD206-E9B6-A81D-3838-D96847B0F186}"/>
              </a:ext>
            </a:extLst>
          </p:cNvPr>
          <p:cNvSpPr>
            <a:spLocks noChangeArrowheads="1"/>
          </p:cNvSpPr>
          <p:nvPr/>
        </p:nvSpPr>
        <p:spPr bwMode="auto">
          <a:xfrm>
            <a:off x="4059238" y="5513388"/>
            <a:ext cx="128587" cy="128587"/>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51" name="Rectangle 225">
            <a:extLst>
              <a:ext uri="{FF2B5EF4-FFF2-40B4-BE49-F238E27FC236}">
                <a16:creationId xmlns:a16="http://schemas.microsoft.com/office/drawing/2014/main" id="{810C5EE4-C9FD-9F4F-A2FB-8AFA59CC56ED}"/>
              </a:ext>
            </a:extLst>
          </p:cNvPr>
          <p:cNvSpPr>
            <a:spLocks noChangeArrowheads="1"/>
          </p:cNvSpPr>
          <p:nvPr/>
        </p:nvSpPr>
        <p:spPr bwMode="auto">
          <a:xfrm>
            <a:off x="4187825" y="5513388"/>
            <a:ext cx="128588" cy="128587"/>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52" name="Rectangle 226">
            <a:extLst>
              <a:ext uri="{FF2B5EF4-FFF2-40B4-BE49-F238E27FC236}">
                <a16:creationId xmlns:a16="http://schemas.microsoft.com/office/drawing/2014/main" id="{A994470E-6F90-E7DA-274F-03C6C463EB2B}"/>
              </a:ext>
            </a:extLst>
          </p:cNvPr>
          <p:cNvSpPr>
            <a:spLocks noChangeArrowheads="1"/>
          </p:cNvSpPr>
          <p:nvPr/>
        </p:nvSpPr>
        <p:spPr bwMode="auto">
          <a:xfrm>
            <a:off x="4316413" y="5513388"/>
            <a:ext cx="128587" cy="128587"/>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53" name="Rectangle 227">
            <a:extLst>
              <a:ext uri="{FF2B5EF4-FFF2-40B4-BE49-F238E27FC236}">
                <a16:creationId xmlns:a16="http://schemas.microsoft.com/office/drawing/2014/main" id="{BC73BACE-5436-1F4D-B95A-869D0D132AE7}"/>
              </a:ext>
            </a:extLst>
          </p:cNvPr>
          <p:cNvSpPr>
            <a:spLocks noChangeArrowheads="1"/>
          </p:cNvSpPr>
          <p:nvPr/>
        </p:nvSpPr>
        <p:spPr bwMode="auto">
          <a:xfrm>
            <a:off x="4445000" y="5513388"/>
            <a:ext cx="128588" cy="128587"/>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54" name="Rectangle 228">
            <a:extLst>
              <a:ext uri="{FF2B5EF4-FFF2-40B4-BE49-F238E27FC236}">
                <a16:creationId xmlns:a16="http://schemas.microsoft.com/office/drawing/2014/main" id="{E6D645FD-6308-D6CD-F906-D8AD732ED157}"/>
              </a:ext>
            </a:extLst>
          </p:cNvPr>
          <p:cNvSpPr>
            <a:spLocks noChangeArrowheads="1"/>
          </p:cNvSpPr>
          <p:nvPr/>
        </p:nvSpPr>
        <p:spPr bwMode="auto">
          <a:xfrm>
            <a:off x="4573588" y="5513388"/>
            <a:ext cx="128587" cy="128587"/>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55" name="Rectangle 229">
            <a:extLst>
              <a:ext uri="{FF2B5EF4-FFF2-40B4-BE49-F238E27FC236}">
                <a16:creationId xmlns:a16="http://schemas.microsoft.com/office/drawing/2014/main" id="{2C1AEF13-9169-8F79-A79C-8265547D333B}"/>
              </a:ext>
            </a:extLst>
          </p:cNvPr>
          <p:cNvSpPr>
            <a:spLocks noChangeArrowheads="1"/>
          </p:cNvSpPr>
          <p:nvPr/>
        </p:nvSpPr>
        <p:spPr bwMode="auto">
          <a:xfrm>
            <a:off x="4702175" y="5513388"/>
            <a:ext cx="128588" cy="128587"/>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56" name="Rectangle 230">
            <a:extLst>
              <a:ext uri="{FF2B5EF4-FFF2-40B4-BE49-F238E27FC236}">
                <a16:creationId xmlns:a16="http://schemas.microsoft.com/office/drawing/2014/main" id="{6B51DF2A-63F8-F539-AF14-7867CA713135}"/>
              </a:ext>
            </a:extLst>
          </p:cNvPr>
          <p:cNvSpPr>
            <a:spLocks noChangeArrowheads="1"/>
          </p:cNvSpPr>
          <p:nvPr/>
        </p:nvSpPr>
        <p:spPr bwMode="auto">
          <a:xfrm>
            <a:off x="4830763" y="5513388"/>
            <a:ext cx="128587" cy="128587"/>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57" name="Rectangle 231">
            <a:extLst>
              <a:ext uri="{FF2B5EF4-FFF2-40B4-BE49-F238E27FC236}">
                <a16:creationId xmlns:a16="http://schemas.microsoft.com/office/drawing/2014/main" id="{2C134B1A-8FC5-7E78-DDF3-8907667FD5AA}"/>
              </a:ext>
            </a:extLst>
          </p:cNvPr>
          <p:cNvSpPr>
            <a:spLocks noChangeArrowheads="1"/>
          </p:cNvSpPr>
          <p:nvPr/>
        </p:nvSpPr>
        <p:spPr bwMode="auto">
          <a:xfrm>
            <a:off x="4959350" y="5513388"/>
            <a:ext cx="128588" cy="128587"/>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58" name="Rectangle 233">
            <a:extLst>
              <a:ext uri="{FF2B5EF4-FFF2-40B4-BE49-F238E27FC236}">
                <a16:creationId xmlns:a16="http://schemas.microsoft.com/office/drawing/2014/main" id="{1EC722C6-FD57-B441-86CA-682620C30197}"/>
              </a:ext>
            </a:extLst>
          </p:cNvPr>
          <p:cNvSpPr>
            <a:spLocks noChangeArrowheads="1"/>
          </p:cNvSpPr>
          <p:nvPr/>
        </p:nvSpPr>
        <p:spPr bwMode="auto">
          <a:xfrm>
            <a:off x="4059238" y="5641975"/>
            <a:ext cx="128587" cy="128588"/>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59" name="Rectangle 234">
            <a:extLst>
              <a:ext uri="{FF2B5EF4-FFF2-40B4-BE49-F238E27FC236}">
                <a16:creationId xmlns:a16="http://schemas.microsoft.com/office/drawing/2014/main" id="{1C21C613-8340-1635-C82E-F080900C917F}"/>
              </a:ext>
            </a:extLst>
          </p:cNvPr>
          <p:cNvSpPr>
            <a:spLocks noChangeArrowheads="1"/>
          </p:cNvSpPr>
          <p:nvPr/>
        </p:nvSpPr>
        <p:spPr bwMode="auto">
          <a:xfrm>
            <a:off x="4187825" y="5641975"/>
            <a:ext cx="128588" cy="128588"/>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60" name="Rectangle 235">
            <a:extLst>
              <a:ext uri="{FF2B5EF4-FFF2-40B4-BE49-F238E27FC236}">
                <a16:creationId xmlns:a16="http://schemas.microsoft.com/office/drawing/2014/main" id="{A490448F-F487-546B-3A53-738DBB9169EA}"/>
              </a:ext>
            </a:extLst>
          </p:cNvPr>
          <p:cNvSpPr>
            <a:spLocks noChangeArrowheads="1"/>
          </p:cNvSpPr>
          <p:nvPr/>
        </p:nvSpPr>
        <p:spPr bwMode="auto">
          <a:xfrm>
            <a:off x="4316413" y="5641975"/>
            <a:ext cx="128587" cy="128588"/>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61" name="Rectangle 236">
            <a:extLst>
              <a:ext uri="{FF2B5EF4-FFF2-40B4-BE49-F238E27FC236}">
                <a16:creationId xmlns:a16="http://schemas.microsoft.com/office/drawing/2014/main" id="{DF59781D-25A3-0D0A-78CE-8D0AA385B980}"/>
              </a:ext>
            </a:extLst>
          </p:cNvPr>
          <p:cNvSpPr>
            <a:spLocks noChangeArrowheads="1"/>
          </p:cNvSpPr>
          <p:nvPr/>
        </p:nvSpPr>
        <p:spPr bwMode="auto">
          <a:xfrm>
            <a:off x="4445000" y="5641975"/>
            <a:ext cx="128588" cy="128588"/>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62" name="Rectangle 237">
            <a:extLst>
              <a:ext uri="{FF2B5EF4-FFF2-40B4-BE49-F238E27FC236}">
                <a16:creationId xmlns:a16="http://schemas.microsoft.com/office/drawing/2014/main" id="{3490EA28-E93D-8DED-D1EC-440B296C378A}"/>
              </a:ext>
            </a:extLst>
          </p:cNvPr>
          <p:cNvSpPr>
            <a:spLocks noChangeArrowheads="1"/>
          </p:cNvSpPr>
          <p:nvPr/>
        </p:nvSpPr>
        <p:spPr bwMode="auto">
          <a:xfrm>
            <a:off x="4573588" y="5641975"/>
            <a:ext cx="128587" cy="128588"/>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63" name="Rectangle 238">
            <a:extLst>
              <a:ext uri="{FF2B5EF4-FFF2-40B4-BE49-F238E27FC236}">
                <a16:creationId xmlns:a16="http://schemas.microsoft.com/office/drawing/2014/main" id="{4C6C070D-B092-AA14-5601-32871A225E42}"/>
              </a:ext>
            </a:extLst>
          </p:cNvPr>
          <p:cNvSpPr>
            <a:spLocks noChangeArrowheads="1"/>
          </p:cNvSpPr>
          <p:nvPr/>
        </p:nvSpPr>
        <p:spPr bwMode="auto">
          <a:xfrm>
            <a:off x="4702175" y="5641975"/>
            <a:ext cx="128588" cy="128588"/>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64" name="Rectangle 239">
            <a:extLst>
              <a:ext uri="{FF2B5EF4-FFF2-40B4-BE49-F238E27FC236}">
                <a16:creationId xmlns:a16="http://schemas.microsoft.com/office/drawing/2014/main" id="{BD3276F7-573A-1BF6-9434-15D96F612D6A}"/>
              </a:ext>
            </a:extLst>
          </p:cNvPr>
          <p:cNvSpPr>
            <a:spLocks noChangeArrowheads="1"/>
          </p:cNvSpPr>
          <p:nvPr/>
        </p:nvSpPr>
        <p:spPr bwMode="auto">
          <a:xfrm>
            <a:off x="4830763" y="5641975"/>
            <a:ext cx="128587" cy="128588"/>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65" name="Rectangle 240">
            <a:extLst>
              <a:ext uri="{FF2B5EF4-FFF2-40B4-BE49-F238E27FC236}">
                <a16:creationId xmlns:a16="http://schemas.microsoft.com/office/drawing/2014/main" id="{B334B651-6BB3-AD74-7370-737671899616}"/>
              </a:ext>
            </a:extLst>
          </p:cNvPr>
          <p:cNvSpPr>
            <a:spLocks noChangeArrowheads="1"/>
          </p:cNvSpPr>
          <p:nvPr/>
        </p:nvSpPr>
        <p:spPr bwMode="auto">
          <a:xfrm>
            <a:off x="4959350" y="5641975"/>
            <a:ext cx="128588" cy="128588"/>
          </a:xfrm>
          <a:prstGeom prst="rect">
            <a:avLst/>
          </a:prstGeom>
          <a:solidFill>
            <a:srgbClr val="D4C344"/>
          </a:soli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66" name="AutoShape 241">
            <a:extLst>
              <a:ext uri="{FF2B5EF4-FFF2-40B4-BE49-F238E27FC236}">
                <a16:creationId xmlns:a16="http://schemas.microsoft.com/office/drawing/2014/main" id="{D6693BA2-4FFA-B757-5E2F-BDEFAFB65B83}"/>
              </a:ext>
            </a:extLst>
          </p:cNvPr>
          <p:cNvSpPr>
            <a:spLocks noChangeArrowheads="1"/>
          </p:cNvSpPr>
          <p:nvPr/>
        </p:nvSpPr>
        <p:spPr bwMode="auto">
          <a:xfrm>
            <a:off x="6300788" y="4327525"/>
            <a:ext cx="1298575" cy="1868488"/>
          </a:xfrm>
          <a:prstGeom prst="roundRect">
            <a:avLst>
              <a:gd name="adj" fmla="val 11657"/>
            </a:avLst>
          </a:prstGeom>
          <a:gradFill rotWithShape="1">
            <a:gsLst>
              <a:gs pos="0">
                <a:srgbClr val="E2EAEA"/>
              </a:gs>
              <a:gs pos="100000">
                <a:srgbClr val="F8FAFA"/>
              </a:gs>
            </a:gsLst>
            <a:lin ang="2700000" scaled="1"/>
          </a:gradFill>
          <a:ln w="6350" algn="ctr">
            <a:solidFill>
              <a:srgbClr val="6F9995"/>
            </a:solidFill>
            <a:round/>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67" name="Text Box 242">
            <a:extLst>
              <a:ext uri="{FF2B5EF4-FFF2-40B4-BE49-F238E27FC236}">
                <a16:creationId xmlns:a16="http://schemas.microsoft.com/office/drawing/2014/main" id="{270800E5-2CAA-21CB-55C1-B7992E2239B7}"/>
              </a:ext>
            </a:extLst>
          </p:cNvPr>
          <p:cNvSpPr txBox="1">
            <a:spLocks noChangeArrowheads="1"/>
          </p:cNvSpPr>
          <p:nvPr/>
        </p:nvSpPr>
        <p:spPr bwMode="auto">
          <a:xfrm>
            <a:off x="4276725" y="4484688"/>
            <a:ext cx="596900" cy="192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lIns="0" tIns="0" rIns="0" bIns="0">
            <a:spAutoFit/>
          </a:bodyPr>
          <a:lstStyle>
            <a:lvl1pPr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ctr" defTabSz="941388" rtl="0" eaLnBrk="1" fontAlgn="base" latinLnBrk="0" hangingPunct="1">
              <a:lnSpc>
                <a:spcPct val="90000"/>
              </a:lnSpc>
              <a:spcBef>
                <a:spcPct val="50000"/>
              </a:spcBef>
              <a:spcAft>
                <a:spcPct val="0"/>
              </a:spcAft>
              <a:buClrTx/>
              <a:buSzTx/>
              <a:buFontTx/>
              <a:buNone/>
              <a:tabLst/>
              <a:defRPr/>
            </a:pPr>
            <a:r>
              <a:rPr kumimoji="0" lang="en-US" altLang="en-US" sz="1400" b="1" i="0" u="none" strike="noStrike" kern="1200" cap="none" spc="0" normalizeH="0" baseline="0" noProof="0">
                <a:ln>
                  <a:noFill/>
                </a:ln>
                <a:solidFill>
                  <a:srgbClr val="000204"/>
                </a:solidFill>
                <a:effectLst/>
                <a:uLnTx/>
                <a:uFillTx/>
                <a:latin typeface="Verdana" panose="020B0604030504040204" pitchFamily="34" charset="0"/>
                <a:ea typeface="+mn-ea"/>
                <a:cs typeface="Arial" panose="020B0604020202020204" pitchFamily="34" charset="0"/>
              </a:rPr>
              <a:t>Cache</a:t>
            </a:r>
          </a:p>
        </p:txBody>
      </p:sp>
      <p:sp>
        <p:nvSpPr>
          <p:cNvPr id="23768" name="Text Box 243">
            <a:extLst>
              <a:ext uri="{FF2B5EF4-FFF2-40B4-BE49-F238E27FC236}">
                <a16:creationId xmlns:a16="http://schemas.microsoft.com/office/drawing/2014/main" id="{01EAC845-77B3-1C35-9DBD-10BAE5E56D52}"/>
              </a:ext>
            </a:extLst>
          </p:cNvPr>
          <p:cNvSpPr txBox="1">
            <a:spLocks noChangeArrowheads="1"/>
          </p:cNvSpPr>
          <p:nvPr/>
        </p:nvSpPr>
        <p:spPr bwMode="auto">
          <a:xfrm>
            <a:off x="2762250" y="1157288"/>
            <a:ext cx="3619500" cy="274637"/>
          </a:xfrm>
          <a:prstGeom prst="rect">
            <a:avLst/>
          </a:prstGeom>
          <a:solidFill>
            <a:schemeClr val="bg1"/>
          </a:solidFill>
          <a:ln>
            <a:noFill/>
          </a:ln>
          <a:effectLst/>
          <a:extLs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altLang="en-US" sz="1800" b="1" i="0" u="none" strike="noStrike" kern="1200" cap="none" spc="0" normalizeH="0" baseline="0" noProof="0">
                <a:ln>
                  <a:noFill/>
                </a:ln>
                <a:solidFill>
                  <a:srgbClr val="000308"/>
                </a:solidFill>
                <a:effectLst/>
                <a:uLnTx/>
                <a:uFillTx/>
                <a:latin typeface="Verdana" panose="020B0604030504040204" pitchFamily="34" charset="0"/>
                <a:ea typeface="+mn-ea"/>
                <a:cs typeface="Arial" panose="020B0604020202020204" pitchFamily="34" charset="0"/>
              </a:rPr>
              <a:t>Data found in cache = ‘Hit’</a:t>
            </a:r>
          </a:p>
        </p:txBody>
      </p:sp>
      <p:sp>
        <p:nvSpPr>
          <p:cNvPr id="23769" name="Text Box 244">
            <a:extLst>
              <a:ext uri="{FF2B5EF4-FFF2-40B4-BE49-F238E27FC236}">
                <a16:creationId xmlns:a16="http://schemas.microsoft.com/office/drawing/2014/main" id="{700615D4-2E26-D5F5-B149-A80BECBBFD87}"/>
              </a:ext>
            </a:extLst>
          </p:cNvPr>
          <p:cNvSpPr txBox="1">
            <a:spLocks noChangeArrowheads="1"/>
          </p:cNvSpPr>
          <p:nvPr/>
        </p:nvSpPr>
        <p:spPr bwMode="auto">
          <a:xfrm>
            <a:off x="3036888" y="3981450"/>
            <a:ext cx="3071812" cy="274638"/>
          </a:xfrm>
          <a:prstGeom prst="rect">
            <a:avLst/>
          </a:prstGeom>
          <a:solidFill>
            <a:schemeClr val="bg1"/>
          </a:solidFill>
          <a:ln>
            <a:noFill/>
          </a:ln>
          <a:effectLst/>
          <a:extLs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altLang="en-US" sz="1800" b="1" i="0" u="none" strike="noStrike" kern="1200" cap="none" spc="0" normalizeH="0" baseline="0" noProof="0">
                <a:ln>
                  <a:noFill/>
                </a:ln>
                <a:solidFill>
                  <a:srgbClr val="000308"/>
                </a:solidFill>
                <a:effectLst/>
                <a:uLnTx/>
                <a:uFillTx/>
                <a:latin typeface="Verdana" panose="020B0604030504040204" pitchFamily="34" charset="0"/>
                <a:ea typeface="+mn-ea"/>
                <a:cs typeface="Arial" panose="020B0604020202020204" pitchFamily="34" charset="0"/>
              </a:rPr>
              <a:t>No data found = ‘Miss’</a:t>
            </a:r>
          </a:p>
        </p:txBody>
      </p:sp>
      <p:sp>
        <p:nvSpPr>
          <p:cNvPr id="2965749" name="Rectangle 245">
            <a:extLst>
              <a:ext uri="{FF2B5EF4-FFF2-40B4-BE49-F238E27FC236}">
                <a16:creationId xmlns:a16="http://schemas.microsoft.com/office/drawing/2014/main" id="{EEB2E598-EF3E-EAFD-F884-8A1DB24CC3D5}"/>
              </a:ext>
            </a:extLst>
          </p:cNvPr>
          <p:cNvSpPr>
            <a:spLocks noChangeArrowheads="1"/>
          </p:cNvSpPr>
          <p:nvPr/>
        </p:nvSpPr>
        <p:spPr bwMode="auto">
          <a:xfrm>
            <a:off x="4059238" y="4741863"/>
            <a:ext cx="128587" cy="128587"/>
          </a:xfrm>
          <a:prstGeom prst="rect">
            <a:avLst/>
          </a:prstGeom>
          <a:solidFill>
            <a:srgbClr val="0099FF"/>
          </a:solidFill>
          <a:ln w="127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5750" name="Rectangle 246">
            <a:extLst>
              <a:ext uri="{FF2B5EF4-FFF2-40B4-BE49-F238E27FC236}">
                <a16:creationId xmlns:a16="http://schemas.microsoft.com/office/drawing/2014/main" id="{787C7A70-6169-02AA-DFED-3BD186166948}"/>
              </a:ext>
            </a:extLst>
          </p:cNvPr>
          <p:cNvSpPr>
            <a:spLocks noGrp="1" noChangeArrowheads="1"/>
          </p:cNvSpPr>
          <p:nvPr>
            <p:ph type="title"/>
          </p:nvPr>
        </p:nvSpPr>
        <p:spPr>
          <a:xfrm>
            <a:off x="457200" y="381000"/>
            <a:ext cx="8229600" cy="393701"/>
          </a:xfrm>
        </p:spPr>
        <p:txBody>
          <a:bodyPr rtlCol="0">
            <a:normAutofit fontScale="90000"/>
          </a:bodyPr>
          <a:lstStyle/>
          <a:p>
            <a:pPr eaLnBrk="1" fontAlgn="auto" hangingPunct="1">
              <a:spcAft>
                <a:spcPts val="0"/>
              </a:spcAft>
              <a:defRPr/>
            </a:pPr>
            <a:r>
              <a:rPr lang="en-US" sz="3100" dirty="0">
                <a:solidFill>
                  <a:srgbClr val="FF0000"/>
                </a:solidFill>
              </a:rPr>
              <a:t>Read Operation with Cache: ‘Hits’ and ‘Misses’</a:t>
            </a:r>
          </a:p>
        </p:txBody>
      </p:sp>
      <p:pic>
        <p:nvPicPr>
          <p:cNvPr id="23772" name="Picture 247" descr="host12">
            <a:extLst>
              <a:ext uri="{FF2B5EF4-FFF2-40B4-BE49-F238E27FC236}">
                <a16:creationId xmlns:a16="http://schemas.microsoft.com/office/drawing/2014/main" id="{6E7E8E2E-26ED-4E8D-14E6-D39A3191FA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7275" y="1524000"/>
            <a:ext cx="1228725"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773" name="Picture 249" descr="strippeddisk">
            <a:extLst>
              <a:ext uri="{FF2B5EF4-FFF2-40B4-BE49-F238E27FC236}">
                <a16:creationId xmlns:a16="http://schemas.microsoft.com/office/drawing/2014/main" id="{64F9EA72-723D-E955-C8D8-7FE5297D96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80163" y="18288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774" name="Picture 250" descr="strippeddisk">
            <a:extLst>
              <a:ext uri="{FF2B5EF4-FFF2-40B4-BE49-F238E27FC236}">
                <a16:creationId xmlns:a16="http://schemas.microsoft.com/office/drawing/2014/main" id="{655285EB-3497-36AB-0207-FEE147DF29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32563" y="19812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775" name="Picture 251" descr="strippeddisk">
            <a:extLst>
              <a:ext uri="{FF2B5EF4-FFF2-40B4-BE49-F238E27FC236}">
                <a16:creationId xmlns:a16="http://schemas.microsoft.com/office/drawing/2014/main" id="{062C7C49-000A-E177-3473-1EDC030ECD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84963" y="21336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776" name="Picture 252" descr="strippeddisk">
            <a:extLst>
              <a:ext uri="{FF2B5EF4-FFF2-40B4-BE49-F238E27FC236}">
                <a16:creationId xmlns:a16="http://schemas.microsoft.com/office/drawing/2014/main" id="{7FD55892-6978-A371-D97E-D61246E305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37363" y="22860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777" name="Picture 253" descr="strippeddisk">
            <a:extLst>
              <a:ext uri="{FF2B5EF4-FFF2-40B4-BE49-F238E27FC236}">
                <a16:creationId xmlns:a16="http://schemas.microsoft.com/office/drawing/2014/main" id="{C17A3E0B-E908-8B88-1BBA-41F906E5D9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89763" y="24384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5758" name="Oval 254">
            <a:extLst>
              <a:ext uri="{FF2B5EF4-FFF2-40B4-BE49-F238E27FC236}">
                <a16:creationId xmlns:a16="http://schemas.microsoft.com/office/drawing/2014/main" id="{16BB2E76-6D3B-00EB-9091-FD9E47E57613}"/>
              </a:ext>
            </a:extLst>
          </p:cNvPr>
          <p:cNvSpPr>
            <a:spLocks noChangeArrowheads="1"/>
          </p:cNvSpPr>
          <p:nvPr/>
        </p:nvSpPr>
        <p:spPr bwMode="auto">
          <a:xfrm>
            <a:off x="1676400" y="2286000"/>
            <a:ext cx="228600" cy="228600"/>
          </a:xfrm>
          <a:prstGeom prst="ellipse">
            <a:avLst/>
          </a:prstGeom>
          <a:gradFill rotWithShape="1">
            <a:gsLst>
              <a:gs pos="0">
                <a:srgbClr val="0099FF"/>
              </a:gs>
              <a:gs pos="100000">
                <a:srgbClr val="039AFF">
                  <a:alpha val="10001"/>
                </a:srgbClr>
              </a:gs>
            </a:gsLst>
            <a:path path="shape">
              <a:fillToRect l="50000" t="50000" r="50000" b="50000"/>
            </a:path>
          </a:gradFill>
          <a:ln>
            <a:noFill/>
          </a:ln>
          <a:effectLst/>
          <a:extLst>
            <a:ext uri="{91240B29-F687-4F45-9708-019B960494DF}">
              <a14:hiddenLine xmlns:a14="http://schemas.microsoft.com/office/drawing/2010/main" w="12700" algn="ctr">
                <a:solidFill>
                  <a:srgbClr val="000204"/>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pic>
        <p:nvPicPr>
          <p:cNvPr id="23779" name="Picture 255" descr="host12">
            <a:extLst>
              <a:ext uri="{FF2B5EF4-FFF2-40B4-BE49-F238E27FC236}">
                <a16:creationId xmlns:a16="http://schemas.microsoft.com/office/drawing/2014/main" id="{5C784E52-A931-B81A-241D-FEB4ED33DE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7275" y="4343400"/>
            <a:ext cx="1228725"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5760" name="Oval 256">
            <a:extLst>
              <a:ext uri="{FF2B5EF4-FFF2-40B4-BE49-F238E27FC236}">
                <a16:creationId xmlns:a16="http://schemas.microsoft.com/office/drawing/2014/main" id="{F288E2CC-94CA-82AB-9DD9-954F1C19112B}"/>
              </a:ext>
            </a:extLst>
          </p:cNvPr>
          <p:cNvSpPr>
            <a:spLocks noChangeArrowheads="1"/>
          </p:cNvSpPr>
          <p:nvPr/>
        </p:nvSpPr>
        <p:spPr bwMode="auto">
          <a:xfrm>
            <a:off x="1676400" y="5105400"/>
            <a:ext cx="228600" cy="228600"/>
          </a:xfrm>
          <a:prstGeom prst="ellipse">
            <a:avLst/>
          </a:prstGeom>
          <a:gradFill rotWithShape="1">
            <a:gsLst>
              <a:gs pos="0">
                <a:srgbClr val="0099FF"/>
              </a:gs>
              <a:gs pos="100000">
                <a:srgbClr val="039AFF">
                  <a:alpha val="10001"/>
                </a:srgbClr>
              </a:gs>
            </a:gsLst>
            <a:path path="shape">
              <a:fillToRect l="50000" t="50000" r="50000" b="50000"/>
            </a:path>
          </a:gradFill>
          <a:ln>
            <a:noFill/>
          </a:ln>
          <a:effectLst/>
          <a:extLst>
            <a:ext uri="{91240B29-F687-4F45-9708-019B960494DF}">
              <a14:hiddenLine xmlns:a14="http://schemas.microsoft.com/office/drawing/2010/main" w="12700" algn="ctr">
                <a:solidFill>
                  <a:srgbClr val="000204"/>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pic>
        <p:nvPicPr>
          <p:cNvPr id="23781" name="Picture 257" descr="strippeddisk">
            <a:extLst>
              <a:ext uri="{FF2B5EF4-FFF2-40B4-BE49-F238E27FC236}">
                <a16:creationId xmlns:a16="http://schemas.microsoft.com/office/drawing/2014/main" id="{5514B4B5-EF58-9036-DDC1-62E4D650E8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0800" y="45720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782" name="Oval 260">
            <a:extLst>
              <a:ext uri="{FF2B5EF4-FFF2-40B4-BE49-F238E27FC236}">
                <a16:creationId xmlns:a16="http://schemas.microsoft.com/office/drawing/2014/main" id="{D28BA542-5AED-2207-BE27-E7C3A3F98C75}"/>
              </a:ext>
            </a:extLst>
          </p:cNvPr>
          <p:cNvSpPr>
            <a:spLocks noChangeArrowheads="1"/>
          </p:cNvSpPr>
          <p:nvPr/>
        </p:nvSpPr>
        <p:spPr bwMode="auto">
          <a:xfrm>
            <a:off x="6400800" y="4926013"/>
            <a:ext cx="577850" cy="255587"/>
          </a:xfrm>
          <a:prstGeom prst="ellipse">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83" name="Rectangle 261">
            <a:extLst>
              <a:ext uri="{FF2B5EF4-FFF2-40B4-BE49-F238E27FC236}">
                <a16:creationId xmlns:a16="http://schemas.microsoft.com/office/drawing/2014/main" id="{880B8A33-A033-3F39-D9E9-483E4AA6B299}"/>
              </a:ext>
            </a:extLst>
          </p:cNvPr>
          <p:cNvSpPr>
            <a:spLocks noChangeArrowheads="1"/>
          </p:cNvSpPr>
          <p:nvPr/>
        </p:nvSpPr>
        <p:spPr bwMode="auto">
          <a:xfrm>
            <a:off x="6400800" y="4991100"/>
            <a:ext cx="577850" cy="61913"/>
          </a:xfrm>
          <a:prstGeom prst="rect">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84" name="Oval 262">
            <a:extLst>
              <a:ext uri="{FF2B5EF4-FFF2-40B4-BE49-F238E27FC236}">
                <a16:creationId xmlns:a16="http://schemas.microsoft.com/office/drawing/2014/main" id="{190D0947-09ED-DC06-6D91-00FA65005BD8}"/>
              </a:ext>
            </a:extLst>
          </p:cNvPr>
          <p:cNvSpPr>
            <a:spLocks noChangeArrowheads="1"/>
          </p:cNvSpPr>
          <p:nvPr/>
        </p:nvSpPr>
        <p:spPr bwMode="auto">
          <a:xfrm>
            <a:off x="6400800" y="4862513"/>
            <a:ext cx="577850" cy="255587"/>
          </a:xfrm>
          <a:prstGeom prst="ellipse">
            <a:avLst/>
          </a:prstGeom>
          <a:gradFill rotWithShape="1">
            <a:gsLst>
              <a:gs pos="0">
                <a:srgbClr val="DCCE64"/>
              </a:gs>
              <a:gs pos="100000">
                <a:srgbClr val="E9E09C"/>
              </a:gs>
            </a:gsLst>
            <a:lin ang="540000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85" name="Oval 264">
            <a:extLst>
              <a:ext uri="{FF2B5EF4-FFF2-40B4-BE49-F238E27FC236}">
                <a16:creationId xmlns:a16="http://schemas.microsoft.com/office/drawing/2014/main" id="{6F0A60E7-7776-AE05-0C10-E6AD79DF32F5}"/>
              </a:ext>
            </a:extLst>
          </p:cNvPr>
          <p:cNvSpPr>
            <a:spLocks noChangeArrowheads="1"/>
          </p:cNvSpPr>
          <p:nvPr/>
        </p:nvSpPr>
        <p:spPr bwMode="auto">
          <a:xfrm>
            <a:off x="6400800" y="4854575"/>
            <a:ext cx="577850" cy="255588"/>
          </a:xfrm>
          <a:prstGeom prst="ellipse">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86" name="Rectangle 265">
            <a:extLst>
              <a:ext uri="{FF2B5EF4-FFF2-40B4-BE49-F238E27FC236}">
                <a16:creationId xmlns:a16="http://schemas.microsoft.com/office/drawing/2014/main" id="{18BFA77A-14D7-8BE9-A215-3D97B7ECD74D}"/>
              </a:ext>
            </a:extLst>
          </p:cNvPr>
          <p:cNvSpPr>
            <a:spLocks noChangeArrowheads="1"/>
          </p:cNvSpPr>
          <p:nvPr/>
        </p:nvSpPr>
        <p:spPr bwMode="auto">
          <a:xfrm>
            <a:off x="6400800" y="4919663"/>
            <a:ext cx="577850" cy="61912"/>
          </a:xfrm>
          <a:prstGeom prst="rect">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87" name="Oval 266">
            <a:extLst>
              <a:ext uri="{FF2B5EF4-FFF2-40B4-BE49-F238E27FC236}">
                <a16:creationId xmlns:a16="http://schemas.microsoft.com/office/drawing/2014/main" id="{38E29D77-ECB9-8C15-C7FB-CA75308DC496}"/>
              </a:ext>
            </a:extLst>
          </p:cNvPr>
          <p:cNvSpPr>
            <a:spLocks noChangeArrowheads="1"/>
          </p:cNvSpPr>
          <p:nvPr/>
        </p:nvSpPr>
        <p:spPr bwMode="auto">
          <a:xfrm>
            <a:off x="6400800" y="4791075"/>
            <a:ext cx="577850" cy="255588"/>
          </a:xfrm>
          <a:prstGeom prst="ellipse">
            <a:avLst/>
          </a:prstGeom>
          <a:gradFill rotWithShape="1">
            <a:gsLst>
              <a:gs pos="0">
                <a:srgbClr val="DCCE64"/>
              </a:gs>
              <a:gs pos="100000">
                <a:srgbClr val="E9E09C"/>
              </a:gs>
            </a:gsLst>
            <a:lin ang="540000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88" name="Oval 268">
            <a:extLst>
              <a:ext uri="{FF2B5EF4-FFF2-40B4-BE49-F238E27FC236}">
                <a16:creationId xmlns:a16="http://schemas.microsoft.com/office/drawing/2014/main" id="{AC2D7525-4FED-DAD9-493B-3A87FF70B47A}"/>
              </a:ext>
            </a:extLst>
          </p:cNvPr>
          <p:cNvSpPr>
            <a:spLocks noChangeArrowheads="1"/>
          </p:cNvSpPr>
          <p:nvPr/>
        </p:nvSpPr>
        <p:spPr bwMode="auto">
          <a:xfrm>
            <a:off x="6400800" y="4779963"/>
            <a:ext cx="577850" cy="255587"/>
          </a:xfrm>
          <a:prstGeom prst="ellipse">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89" name="Rectangle 269">
            <a:extLst>
              <a:ext uri="{FF2B5EF4-FFF2-40B4-BE49-F238E27FC236}">
                <a16:creationId xmlns:a16="http://schemas.microsoft.com/office/drawing/2014/main" id="{6DBA8885-748D-8A99-2422-7B975C5B6EDC}"/>
              </a:ext>
            </a:extLst>
          </p:cNvPr>
          <p:cNvSpPr>
            <a:spLocks noChangeArrowheads="1"/>
          </p:cNvSpPr>
          <p:nvPr/>
        </p:nvSpPr>
        <p:spPr bwMode="auto">
          <a:xfrm>
            <a:off x="6400800" y="4845050"/>
            <a:ext cx="577850" cy="61913"/>
          </a:xfrm>
          <a:prstGeom prst="rect">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90" name="Oval 270">
            <a:extLst>
              <a:ext uri="{FF2B5EF4-FFF2-40B4-BE49-F238E27FC236}">
                <a16:creationId xmlns:a16="http://schemas.microsoft.com/office/drawing/2014/main" id="{4FB9D791-774E-B39D-D359-55E45EEC9646}"/>
              </a:ext>
            </a:extLst>
          </p:cNvPr>
          <p:cNvSpPr>
            <a:spLocks noChangeArrowheads="1"/>
          </p:cNvSpPr>
          <p:nvPr/>
        </p:nvSpPr>
        <p:spPr bwMode="auto">
          <a:xfrm>
            <a:off x="6400800" y="4716463"/>
            <a:ext cx="577850" cy="255587"/>
          </a:xfrm>
          <a:prstGeom prst="ellipse">
            <a:avLst/>
          </a:prstGeom>
          <a:gradFill rotWithShape="1">
            <a:gsLst>
              <a:gs pos="0">
                <a:srgbClr val="DCCE64"/>
              </a:gs>
              <a:gs pos="100000">
                <a:srgbClr val="E9E09C"/>
              </a:gs>
            </a:gsLst>
            <a:lin ang="540000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91" name="Oval 272">
            <a:extLst>
              <a:ext uri="{FF2B5EF4-FFF2-40B4-BE49-F238E27FC236}">
                <a16:creationId xmlns:a16="http://schemas.microsoft.com/office/drawing/2014/main" id="{D5478AFE-38A7-4725-4766-76FDE8FC16A3}"/>
              </a:ext>
            </a:extLst>
          </p:cNvPr>
          <p:cNvSpPr>
            <a:spLocks noChangeArrowheads="1"/>
          </p:cNvSpPr>
          <p:nvPr/>
        </p:nvSpPr>
        <p:spPr bwMode="auto">
          <a:xfrm>
            <a:off x="6400800" y="4706938"/>
            <a:ext cx="577850" cy="255587"/>
          </a:xfrm>
          <a:prstGeom prst="ellipse">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92" name="Rectangle 273">
            <a:extLst>
              <a:ext uri="{FF2B5EF4-FFF2-40B4-BE49-F238E27FC236}">
                <a16:creationId xmlns:a16="http://schemas.microsoft.com/office/drawing/2014/main" id="{BA598C0A-FA4F-AAFD-0154-AB3F5FE205A4}"/>
              </a:ext>
            </a:extLst>
          </p:cNvPr>
          <p:cNvSpPr>
            <a:spLocks noChangeArrowheads="1"/>
          </p:cNvSpPr>
          <p:nvPr/>
        </p:nvSpPr>
        <p:spPr bwMode="auto">
          <a:xfrm>
            <a:off x="6400800" y="4772025"/>
            <a:ext cx="577850" cy="61913"/>
          </a:xfrm>
          <a:prstGeom prst="rect">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93" name="Oval 274">
            <a:extLst>
              <a:ext uri="{FF2B5EF4-FFF2-40B4-BE49-F238E27FC236}">
                <a16:creationId xmlns:a16="http://schemas.microsoft.com/office/drawing/2014/main" id="{6AEF8645-9FEE-B5DD-20FD-47FE269AC98E}"/>
              </a:ext>
            </a:extLst>
          </p:cNvPr>
          <p:cNvSpPr>
            <a:spLocks noChangeArrowheads="1"/>
          </p:cNvSpPr>
          <p:nvPr/>
        </p:nvSpPr>
        <p:spPr bwMode="auto">
          <a:xfrm>
            <a:off x="6400800" y="4643438"/>
            <a:ext cx="577850" cy="255587"/>
          </a:xfrm>
          <a:prstGeom prst="ellipse">
            <a:avLst/>
          </a:prstGeom>
          <a:gradFill rotWithShape="1">
            <a:gsLst>
              <a:gs pos="0">
                <a:srgbClr val="DCCE64"/>
              </a:gs>
              <a:gs pos="100000">
                <a:srgbClr val="E9E09C"/>
              </a:gs>
            </a:gsLst>
            <a:lin ang="540000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94" name="Oval 276">
            <a:extLst>
              <a:ext uri="{FF2B5EF4-FFF2-40B4-BE49-F238E27FC236}">
                <a16:creationId xmlns:a16="http://schemas.microsoft.com/office/drawing/2014/main" id="{63AF20AD-B5CC-F4E8-221E-10E359BF4E9E}"/>
              </a:ext>
            </a:extLst>
          </p:cNvPr>
          <p:cNvSpPr>
            <a:spLocks noChangeArrowheads="1"/>
          </p:cNvSpPr>
          <p:nvPr/>
        </p:nvSpPr>
        <p:spPr bwMode="auto">
          <a:xfrm>
            <a:off x="6400800" y="4633913"/>
            <a:ext cx="577850" cy="255587"/>
          </a:xfrm>
          <a:prstGeom prst="ellipse">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95" name="Rectangle 277">
            <a:extLst>
              <a:ext uri="{FF2B5EF4-FFF2-40B4-BE49-F238E27FC236}">
                <a16:creationId xmlns:a16="http://schemas.microsoft.com/office/drawing/2014/main" id="{287E02E6-83DC-93C5-ED79-C5420ACABE0B}"/>
              </a:ext>
            </a:extLst>
          </p:cNvPr>
          <p:cNvSpPr>
            <a:spLocks noChangeArrowheads="1"/>
          </p:cNvSpPr>
          <p:nvPr/>
        </p:nvSpPr>
        <p:spPr bwMode="auto">
          <a:xfrm>
            <a:off x="6400800" y="4699000"/>
            <a:ext cx="577850" cy="61913"/>
          </a:xfrm>
          <a:prstGeom prst="rect">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96" name="Oval 278">
            <a:extLst>
              <a:ext uri="{FF2B5EF4-FFF2-40B4-BE49-F238E27FC236}">
                <a16:creationId xmlns:a16="http://schemas.microsoft.com/office/drawing/2014/main" id="{938BC3F6-7DDB-4B98-41CF-BCEB93132DDE}"/>
              </a:ext>
            </a:extLst>
          </p:cNvPr>
          <p:cNvSpPr>
            <a:spLocks noChangeArrowheads="1"/>
          </p:cNvSpPr>
          <p:nvPr/>
        </p:nvSpPr>
        <p:spPr bwMode="auto">
          <a:xfrm>
            <a:off x="6400800" y="4570413"/>
            <a:ext cx="577850" cy="255587"/>
          </a:xfrm>
          <a:prstGeom prst="ellipse">
            <a:avLst/>
          </a:prstGeom>
          <a:gradFill rotWithShape="1">
            <a:gsLst>
              <a:gs pos="0">
                <a:srgbClr val="DCCE64"/>
              </a:gs>
              <a:gs pos="100000">
                <a:srgbClr val="E9E09C"/>
              </a:gs>
            </a:gsLst>
            <a:lin ang="540000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97" name="Oval 280">
            <a:extLst>
              <a:ext uri="{FF2B5EF4-FFF2-40B4-BE49-F238E27FC236}">
                <a16:creationId xmlns:a16="http://schemas.microsoft.com/office/drawing/2014/main" id="{2724311F-2D51-365D-204D-473C6727DE84}"/>
              </a:ext>
            </a:extLst>
          </p:cNvPr>
          <p:cNvSpPr>
            <a:spLocks noChangeArrowheads="1"/>
          </p:cNvSpPr>
          <p:nvPr/>
        </p:nvSpPr>
        <p:spPr bwMode="auto">
          <a:xfrm>
            <a:off x="6400800" y="4559300"/>
            <a:ext cx="577850" cy="255588"/>
          </a:xfrm>
          <a:prstGeom prst="ellipse">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98" name="Rectangle 281">
            <a:extLst>
              <a:ext uri="{FF2B5EF4-FFF2-40B4-BE49-F238E27FC236}">
                <a16:creationId xmlns:a16="http://schemas.microsoft.com/office/drawing/2014/main" id="{00329126-9B5F-8D92-B355-1587995E51A3}"/>
              </a:ext>
            </a:extLst>
          </p:cNvPr>
          <p:cNvSpPr>
            <a:spLocks noChangeArrowheads="1"/>
          </p:cNvSpPr>
          <p:nvPr/>
        </p:nvSpPr>
        <p:spPr bwMode="auto">
          <a:xfrm>
            <a:off x="6400800" y="4624388"/>
            <a:ext cx="577850" cy="61912"/>
          </a:xfrm>
          <a:prstGeom prst="rect">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799" name="Oval 282">
            <a:extLst>
              <a:ext uri="{FF2B5EF4-FFF2-40B4-BE49-F238E27FC236}">
                <a16:creationId xmlns:a16="http://schemas.microsoft.com/office/drawing/2014/main" id="{7EBD92E2-AA5B-285A-219B-4DB47468364F}"/>
              </a:ext>
            </a:extLst>
          </p:cNvPr>
          <p:cNvSpPr>
            <a:spLocks noChangeArrowheads="1"/>
          </p:cNvSpPr>
          <p:nvPr/>
        </p:nvSpPr>
        <p:spPr bwMode="auto">
          <a:xfrm>
            <a:off x="6400800" y="4495800"/>
            <a:ext cx="577850" cy="255588"/>
          </a:xfrm>
          <a:prstGeom prst="ellipse">
            <a:avLst/>
          </a:prstGeom>
          <a:gradFill rotWithShape="1">
            <a:gsLst>
              <a:gs pos="0">
                <a:srgbClr val="DCCE64"/>
              </a:gs>
              <a:gs pos="100000">
                <a:srgbClr val="E9E09C"/>
              </a:gs>
            </a:gsLst>
            <a:lin ang="540000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pic>
        <p:nvPicPr>
          <p:cNvPr id="23800" name="Picture 283" descr="strippeddisk">
            <a:extLst>
              <a:ext uri="{FF2B5EF4-FFF2-40B4-BE49-F238E27FC236}">
                <a16:creationId xmlns:a16="http://schemas.microsoft.com/office/drawing/2014/main" id="{9E9D9849-7D33-5524-6F82-DE732F6237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3200" y="47244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801" name="Oval 286">
            <a:extLst>
              <a:ext uri="{FF2B5EF4-FFF2-40B4-BE49-F238E27FC236}">
                <a16:creationId xmlns:a16="http://schemas.microsoft.com/office/drawing/2014/main" id="{F8F320FD-8E0E-6BDE-D6AD-750CF9D0A32A}"/>
              </a:ext>
            </a:extLst>
          </p:cNvPr>
          <p:cNvSpPr>
            <a:spLocks noChangeArrowheads="1"/>
          </p:cNvSpPr>
          <p:nvPr/>
        </p:nvSpPr>
        <p:spPr bwMode="auto">
          <a:xfrm>
            <a:off x="6553200" y="5106988"/>
            <a:ext cx="609600" cy="227012"/>
          </a:xfrm>
          <a:prstGeom prst="ellipse">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02" name="Rectangle 287">
            <a:extLst>
              <a:ext uri="{FF2B5EF4-FFF2-40B4-BE49-F238E27FC236}">
                <a16:creationId xmlns:a16="http://schemas.microsoft.com/office/drawing/2014/main" id="{6DC828F1-48E0-C202-5533-4E545DFA3D04}"/>
              </a:ext>
            </a:extLst>
          </p:cNvPr>
          <p:cNvSpPr>
            <a:spLocks noChangeArrowheads="1"/>
          </p:cNvSpPr>
          <p:nvPr/>
        </p:nvSpPr>
        <p:spPr bwMode="auto">
          <a:xfrm>
            <a:off x="6553200" y="5164138"/>
            <a:ext cx="609600" cy="55562"/>
          </a:xfrm>
          <a:prstGeom prst="rect">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03" name="Oval 288">
            <a:extLst>
              <a:ext uri="{FF2B5EF4-FFF2-40B4-BE49-F238E27FC236}">
                <a16:creationId xmlns:a16="http://schemas.microsoft.com/office/drawing/2014/main" id="{C1C8CFB0-ABA6-8084-B7B4-8F9D649BB9CE}"/>
              </a:ext>
            </a:extLst>
          </p:cNvPr>
          <p:cNvSpPr>
            <a:spLocks noChangeArrowheads="1"/>
          </p:cNvSpPr>
          <p:nvPr/>
        </p:nvSpPr>
        <p:spPr bwMode="auto">
          <a:xfrm>
            <a:off x="6553200" y="5049838"/>
            <a:ext cx="609600" cy="227012"/>
          </a:xfrm>
          <a:prstGeom prst="ellipse">
            <a:avLst/>
          </a:prstGeom>
          <a:gradFill rotWithShape="1">
            <a:gsLst>
              <a:gs pos="0">
                <a:srgbClr val="DCCE64"/>
              </a:gs>
              <a:gs pos="100000">
                <a:srgbClr val="E9E09C"/>
              </a:gs>
            </a:gsLst>
            <a:lin ang="540000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04" name="Oval 290">
            <a:extLst>
              <a:ext uri="{FF2B5EF4-FFF2-40B4-BE49-F238E27FC236}">
                <a16:creationId xmlns:a16="http://schemas.microsoft.com/office/drawing/2014/main" id="{DADD415B-7032-5BAD-251E-FD8106153DB3}"/>
              </a:ext>
            </a:extLst>
          </p:cNvPr>
          <p:cNvSpPr>
            <a:spLocks noChangeArrowheads="1"/>
          </p:cNvSpPr>
          <p:nvPr/>
        </p:nvSpPr>
        <p:spPr bwMode="auto">
          <a:xfrm>
            <a:off x="6553200" y="5043488"/>
            <a:ext cx="609600" cy="227012"/>
          </a:xfrm>
          <a:prstGeom prst="ellipse">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05" name="Rectangle 291">
            <a:extLst>
              <a:ext uri="{FF2B5EF4-FFF2-40B4-BE49-F238E27FC236}">
                <a16:creationId xmlns:a16="http://schemas.microsoft.com/office/drawing/2014/main" id="{90EC1786-3D35-0C92-0A14-B632B4FA515F}"/>
              </a:ext>
            </a:extLst>
          </p:cNvPr>
          <p:cNvSpPr>
            <a:spLocks noChangeArrowheads="1"/>
          </p:cNvSpPr>
          <p:nvPr/>
        </p:nvSpPr>
        <p:spPr bwMode="auto">
          <a:xfrm>
            <a:off x="6553200" y="5100638"/>
            <a:ext cx="609600" cy="55562"/>
          </a:xfrm>
          <a:prstGeom prst="rect">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06" name="Oval 292">
            <a:extLst>
              <a:ext uri="{FF2B5EF4-FFF2-40B4-BE49-F238E27FC236}">
                <a16:creationId xmlns:a16="http://schemas.microsoft.com/office/drawing/2014/main" id="{37AEE5E8-2681-8D9D-D2D0-4E730211C72A}"/>
              </a:ext>
            </a:extLst>
          </p:cNvPr>
          <p:cNvSpPr>
            <a:spLocks noChangeArrowheads="1"/>
          </p:cNvSpPr>
          <p:nvPr/>
        </p:nvSpPr>
        <p:spPr bwMode="auto">
          <a:xfrm>
            <a:off x="6553200" y="4986338"/>
            <a:ext cx="609600" cy="227012"/>
          </a:xfrm>
          <a:prstGeom prst="ellipse">
            <a:avLst/>
          </a:prstGeom>
          <a:gradFill rotWithShape="1">
            <a:gsLst>
              <a:gs pos="0">
                <a:srgbClr val="DCCE64"/>
              </a:gs>
              <a:gs pos="100000">
                <a:srgbClr val="E9E09C"/>
              </a:gs>
            </a:gsLst>
            <a:lin ang="540000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07" name="Oval 294">
            <a:extLst>
              <a:ext uri="{FF2B5EF4-FFF2-40B4-BE49-F238E27FC236}">
                <a16:creationId xmlns:a16="http://schemas.microsoft.com/office/drawing/2014/main" id="{37ADCCA6-7DB1-EF0A-E89D-EBE7EE1E665B}"/>
              </a:ext>
            </a:extLst>
          </p:cNvPr>
          <p:cNvSpPr>
            <a:spLocks noChangeArrowheads="1"/>
          </p:cNvSpPr>
          <p:nvPr/>
        </p:nvSpPr>
        <p:spPr bwMode="auto">
          <a:xfrm>
            <a:off x="6553200" y="4978400"/>
            <a:ext cx="609600" cy="225425"/>
          </a:xfrm>
          <a:prstGeom prst="ellipse">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08" name="Rectangle 295">
            <a:extLst>
              <a:ext uri="{FF2B5EF4-FFF2-40B4-BE49-F238E27FC236}">
                <a16:creationId xmlns:a16="http://schemas.microsoft.com/office/drawing/2014/main" id="{913F8219-8E47-C9BB-C4C1-78BB320AC4E6}"/>
              </a:ext>
            </a:extLst>
          </p:cNvPr>
          <p:cNvSpPr>
            <a:spLocks noChangeArrowheads="1"/>
          </p:cNvSpPr>
          <p:nvPr/>
        </p:nvSpPr>
        <p:spPr bwMode="auto">
          <a:xfrm>
            <a:off x="6553200" y="5035550"/>
            <a:ext cx="609600" cy="53975"/>
          </a:xfrm>
          <a:prstGeom prst="rect">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09" name="Oval 296">
            <a:extLst>
              <a:ext uri="{FF2B5EF4-FFF2-40B4-BE49-F238E27FC236}">
                <a16:creationId xmlns:a16="http://schemas.microsoft.com/office/drawing/2014/main" id="{8386178C-4AC1-8C8B-2E75-0712A7511F62}"/>
              </a:ext>
            </a:extLst>
          </p:cNvPr>
          <p:cNvSpPr>
            <a:spLocks noChangeArrowheads="1"/>
          </p:cNvSpPr>
          <p:nvPr/>
        </p:nvSpPr>
        <p:spPr bwMode="auto">
          <a:xfrm>
            <a:off x="6553200" y="4921250"/>
            <a:ext cx="609600" cy="225425"/>
          </a:xfrm>
          <a:prstGeom prst="ellipse">
            <a:avLst/>
          </a:prstGeom>
          <a:gradFill rotWithShape="1">
            <a:gsLst>
              <a:gs pos="0">
                <a:srgbClr val="DCCE64"/>
              </a:gs>
              <a:gs pos="100000">
                <a:srgbClr val="E9E09C"/>
              </a:gs>
            </a:gsLst>
            <a:lin ang="540000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10" name="Oval 298">
            <a:extLst>
              <a:ext uri="{FF2B5EF4-FFF2-40B4-BE49-F238E27FC236}">
                <a16:creationId xmlns:a16="http://schemas.microsoft.com/office/drawing/2014/main" id="{CAE7369D-D75D-2721-FC10-592464090A20}"/>
              </a:ext>
            </a:extLst>
          </p:cNvPr>
          <p:cNvSpPr>
            <a:spLocks noChangeArrowheads="1"/>
          </p:cNvSpPr>
          <p:nvPr/>
        </p:nvSpPr>
        <p:spPr bwMode="auto">
          <a:xfrm>
            <a:off x="6553200" y="4913313"/>
            <a:ext cx="609600" cy="227012"/>
          </a:xfrm>
          <a:prstGeom prst="ellipse">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11" name="Rectangle 299">
            <a:extLst>
              <a:ext uri="{FF2B5EF4-FFF2-40B4-BE49-F238E27FC236}">
                <a16:creationId xmlns:a16="http://schemas.microsoft.com/office/drawing/2014/main" id="{09ED957B-54D9-B73F-6007-FD2A6F8D19B1}"/>
              </a:ext>
            </a:extLst>
          </p:cNvPr>
          <p:cNvSpPr>
            <a:spLocks noChangeArrowheads="1"/>
          </p:cNvSpPr>
          <p:nvPr/>
        </p:nvSpPr>
        <p:spPr bwMode="auto">
          <a:xfrm>
            <a:off x="6553200" y="4970463"/>
            <a:ext cx="609600" cy="55562"/>
          </a:xfrm>
          <a:prstGeom prst="rect">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12" name="Oval 300">
            <a:extLst>
              <a:ext uri="{FF2B5EF4-FFF2-40B4-BE49-F238E27FC236}">
                <a16:creationId xmlns:a16="http://schemas.microsoft.com/office/drawing/2014/main" id="{B0CD2306-CC94-CD30-E23C-57595D5EA281}"/>
              </a:ext>
            </a:extLst>
          </p:cNvPr>
          <p:cNvSpPr>
            <a:spLocks noChangeArrowheads="1"/>
          </p:cNvSpPr>
          <p:nvPr/>
        </p:nvSpPr>
        <p:spPr bwMode="auto">
          <a:xfrm>
            <a:off x="6553200" y="4856163"/>
            <a:ext cx="609600" cy="227012"/>
          </a:xfrm>
          <a:prstGeom prst="ellipse">
            <a:avLst/>
          </a:prstGeom>
          <a:gradFill rotWithShape="1">
            <a:gsLst>
              <a:gs pos="0">
                <a:srgbClr val="DCCE64"/>
              </a:gs>
              <a:gs pos="100000">
                <a:srgbClr val="E9E09C"/>
              </a:gs>
            </a:gsLst>
            <a:lin ang="540000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13" name="Oval 302">
            <a:extLst>
              <a:ext uri="{FF2B5EF4-FFF2-40B4-BE49-F238E27FC236}">
                <a16:creationId xmlns:a16="http://schemas.microsoft.com/office/drawing/2014/main" id="{8A9D73CB-B051-9484-BC28-5960A757F643}"/>
              </a:ext>
            </a:extLst>
          </p:cNvPr>
          <p:cNvSpPr>
            <a:spLocks noChangeArrowheads="1"/>
          </p:cNvSpPr>
          <p:nvPr/>
        </p:nvSpPr>
        <p:spPr bwMode="auto">
          <a:xfrm>
            <a:off x="6553200" y="4848225"/>
            <a:ext cx="609600" cy="225425"/>
          </a:xfrm>
          <a:prstGeom prst="ellipse">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14" name="Rectangle 303">
            <a:extLst>
              <a:ext uri="{FF2B5EF4-FFF2-40B4-BE49-F238E27FC236}">
                <a16:creationId xmlns:a16="http://schemas.microsoft.com/office/drawing/2014/main" id="{0FB8D88A-7F88-266C-DCED-5CAD9146D97D}"/>
              </a:ext>
            </a:extLst>
          </p:cNvPr>
          <p:cNvSpPr>
            <a:spLocks noChangeArrowheads="1"/>
          </p:cNvSpPr>
          <p:nvPr/>
        </p:nvSpPr>
        <p:spPr bwMode="auto">
          <a:xfrm>
            <a:off x="6553200" y="4905375"/>
            <a:ext cx="609600" cy="53975"/>
          </a:xfrm>
          <a:prstGeom prst="rect">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15" name="Oval 304">
            <a:extLst>
              <a:ext uri="{FF2B5EF4-FFF2-40B4-BE49-F238E27FC236}">
                <a16:creationId xmlns:a16="http://schemas.microsoft.com/office/drawing/2014/main" id="{A639DC57-A2AD-4DEA-D110-9F57CD0D24DA}"/>
              </a:ext>
            </a:extLst>
          </p:cNvPr>
          <p:cNvSpPr>
            <a:spLocks noChangeArrowheads="1"/>
          </p:cNvSpPr>
          <p:nvPr/>
        </p:nvSpPr>
        <p:spPr bwMode="auto">
          <a:xfrm>
            <a:off x="6553200" y="4791075"/>
            <a:ext cx="609600" cy="225425"/>
          </a:xfrm>
          <a:prstGeom prst="ellipse">
            <a:avLst/>
          </a:prstGeom>
          <a:gradFill rotWithShape="1">
            <a:gsLst>
              <a:gs pos="0">
                <a:srgbClr val="DCCE64"/>
              </a:gs>
              <a:gs pos="100000">
                <a:srgbClr val="E9E09C"/>
              </a:gs>
            </a:gsLst>
            <a:lin ang="540000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16" name="Oval 306">
            <a:extLst>
              <a:ext uri="{FF2B5EF4-FFF2-40B4-BE49-F238E27FC236}">
                <a16:creationId xmlns:a16="http://schemas.microsoft.com/office/drawing/2014/main" id="{819527A5-96FE-1385-FF13-5D1DB877FD95}"/>
              </a:ext>
            </a:extLst>
          </p:cNvPr>
          <p:cNvSpPr>
            <a:spLocks noChangeArrowheads="1"/>
          </p:cNvSpPr>
          <p:nvPr/>
        </p:nvSpPr>
        <p:spPr bwMode="auto">
          <a:xfrm>
            <a:off x="6553200" y="4781550"/>
            <a:ext cx="609600" cy="227013"/>
          </a:xfrm>
          <a:prstGeom prst="ellipse">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17" name="Rectangle 307">
            <a:extLst>
              <a:ext uri="{FF2B5EF4-FFF2-40B4-BE49-F238E27FC236}">
                <a16:creationId xmlns:a16="http://schemas.microsoft.com/office/drawing/2014/main" id="{AA515CD5-8E65-65CD-B26E-E71EC20F1E1B}"/>
              </a:ext>
            </a:extLst>
          </p:cNvPr>
          <p:cNvSpPr>
            <a:spLocks noChangeArrowheads="1"/>
          </p:cNvSpPr>
          <p:nvPr/>
        </p:nvSpPr>
        <p:spPr bwMode="auto">
          <a:xfrm>
            <a:off x="6553200" y="4838700"/>
            <a:ext cx="609600" cy="55563"/>
          </a:xfrm>
          <a:prstGeom prst="rect">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18" name="Oval 308">
            <a:extLst>
              <a:ext uri="{FF2B5EF4-FFF2-40B4-BE49-F238E27FC236}">
                <a16:creationId xmlns:a16="http://schemas.microsoft.com/office/drawing/2014/main" id="{82A73E7E-206B-7B3A-17F6-58704FFA3886}"/>
              </a:ext>
            </a:extLst>
          </p:cNvPr>
          <p:cNvSpPr>
            <a:spLocks noChangeArrowheads="1"/>
          </p:cNvSpPr>
          <p:nvPr/>
        </p:nvSpPr>
        <p:spPr bwMode="auto">
          <a:xfrm>
            <a:off x="6553200" y="4724400"/>
            <a:ext cx="609600" cy="227013"/>
          </a:xfrm>
          <a:prstGeom prst="ellipse">
            <a:avLst/>
          </a:prstGeom>
          <a:gradFill rotWithShape="1">
            <a:gsLst>
              <a:gs pos="0">
                <a:srgbClr val="DCCE64"/>
              </a:gs>
              <a:gs pos="100000">
                <a:srgbClr val="E9E09C"/>
              </a:gs>
            </a:gsLst>
            <a:lin ang="540000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pic>
        <p:nvPicPr>
          <p:cNvPr id="23819" name="Picture 309" descr="strippeddisk">
            <a:extLst>
              <a:ext uri="{FF2B5EF4-FFF2-40B4-BE49-F238E27FC236}">
                <a16:creationId xmlns:a16="http://schemas.microsoft.com/office/drawing/2014/main" id="{86A2EE04-8275-7F1F-1399-C4AABC8FF0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05600" y="48768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820" name="Oval 312">
            <a:extLst>
              <a:ext uri="{FF2B5EF4-FFF2-40B4-BE49-F238E27FC236}">
                <a16:creationId xmlns:a16="http://schemas.microsoft.com/office/drawing/2014/main" id="{54F8F824-2EB6-7A83-A474-141F99E76E07}"/>
              </a:ext>
            </a:extLst>
          </p:cNvPr>
          <p:cNvSpPr>
            <a:spLocks noChangeArrowheads="1"/>
          </p:cNvSpPr>
          <p:nvPr/>
        </p:nvSpPr>
        <p:spPr bwMode="auto">
          <a:xfrm>
            <a:off x="6705600" y="5230813"/>
            <a:ext cx="533400" cy="255587"/>
          </a:xfrm>
          <a:prstGeom prst="ellipse">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21" name="Rectangle 313">
            <a:extLst>
              <a:ext uri="{FF2B5EF4-FFF2-40B4-BE49-F238E27FC236}">
                <a16:creationId xmlns:a16="http://schemas.microsoft.com/office/drawing/2014/main" id="{6D7CD34A-E08D-BDA8-3D6A-194D60904992}"/>
              </a:ext>
            </a:extLst>
          </p:cNvPr>
          <p:cNvSpPr>
            <a:spLocks noChangeArrowheads="1"/>
          </p:cNvSpPr>
          <p:nvPr/>
        </p:nvSpPr>
        <p:spPr bwMode="auto">
          <a:xfrm>
            <a:off x="6705600" y="5295900"/>
            <a:ext cx="533400" cy="61913"/>
          </a:xfrm>
          <a:prstGeom prst="rect">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22" name="Oval 314">
            <a:extLst>
              <a:ext uri="{FF2B5EF4-FFF2-40B4-BE49-F238E27FC236}">
                <a16:creationId xmlns:a16="http://schemas.microsoft.com/office/drawing/2014/main" id="{E81DA62A-E2B0-E66A-878B-785AE6A74C47}"/>
              </a:ext>
            </a:extLst>
          </p:cNvPr>
          <p:cNvSpPr>
            <a:spLocks noChangeArrowheads="1"/>
          </p:cNvSpPr>
          <p:nvPr/>
        </p:nvSpPr>
        <p:spPr bwMode="auto">
          <a:xfrm>
            <a:off x="6705600" y="5167313"/>
            <a:ext cx="533400" cy="255587"/>
          </a:xfrm>
          <a:prstGeom prst="ellipse">
            <a:avLst/>
          </a:prstGeom>
          <a:gradFill rotWithShape="1">
            <a:gsLst>
              <a:gs pos="0">
                <a:srgbClr val="DCCE64"/>
              </a:gs>
              <a:gs pos="100000">
                <a:srgbClr val="E9E09C"/>
              </a:gs>
            </a:gsLst>
            <a:lin ang="540000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23" name="Oval 316">
            <a:extLst>
              <a:ext uri="{FF2B5EF4-FFF2-40B4-BE49-F238E27FC236}">
                <a16:creationId xmlns:a16="http://schemas.microsoft.com/office/drawing/2014/main" id="{5E879D4F-2C09-542B-4909-6995903C3877}"/>
              </a:ext>
            </a:extLst>
          </p:cNvPr>
          <p:cNvSpPr>
            <a:spLocks noChangeArrowheads="1"/>
          </p:cNvSpPr>
          <p:nvPr/>
        </p:nvSpPr>
        <p:spPr bwMode="auto">
          <a:xfrm>
            <a:off x="6705600" y="5159375"/>
            <a:ext cx="533400" cy="255588"/>
          </a:xfrm>
          <a:prstGeom prst="ellipse">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24" name="Rectangle 317">
            <a:extLst>
              <a:ext uri="{FF2B5EF4-FFF2-40B4-BE49-F238E27FC236}">
                <a16:creationId xmlns:a16="http://schemas.microsoft.com/office/drawing/2014/main" id="{03741DC2-0E34-3ABF-3077-A99C68472ADD}"/>
              </a:ext>
            </a:extLst>
          </p:cNvPr>
          <p:cNvSpPr>
            <a:spLocks noChangeArrowheads="1"/>
          </p:cNvSpPr>
          <p:nvPr/>
        </p:nvSpPr>
        <p:spPr bwMode="auto">
          <a:xfrm>
            <a:off x="6705600" y="5224463"/>
            <a:ext cx="533400" cy="61912"/>
          </a:xfrm>
          <a:prstGeom prst="rect">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25" name="Oval 318">
            <a:extLst>
              <a:ext uri="{FF2B5EF4-FFF2-40B4-BE49-F238E27FC236}">
                <a16:creationId xmlns:a16="http://schemas.microsoft.com/office/drawing/2014/main" id="{C34C6601-693C-E3C0-317C-C165885068E6}"/>
              </a:ext>
            </a:extLst>
          </p:cNvPr>
          <p:cNvSpPr>
            <a:spLocks noChangeArrowheads="1"/>
          </p:cNvSpPr>
          <p:nvPr/>
        </p:nvSpPr>
        <p:spPr bwMode="auto">
          <a:xfrm>
            <a:off x="6705600" y="5095875"/>
            <a:ext cx="533400" cy="255588"/>
          </a:xfrm>
          <a:prstGeom prst="ellipse">
            <a:avLst/>
          </a:prstGeom>
          <a:gradFill rotWithShape="1">
            <a:gsLst>
              <a:gs pos="0">
                <a:srgbClr val="DCCE64"/>
              </a:gs>
              <a:gs pos="100000">
                <a:srgbClr val="E9E09C"/>
              </a:gs>
            </a:gsLst>
            <a:lin ang="540000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26" name="Oval 320">
            <a:extLst>
              <a:ext uri="{FF2B5EF4-FFF2-40B4-BE49-F238E27FC236}">
                <a16:creationId xmlns:a16="http://schemas.microsoft.com/office/drawing/2014/main" id="{67277954-D874-A0A7-F63E-BE0E29F14CB5}"/>
              </a:ext>
            </a:extLst>
          </p:cNvPr>
          <p:cNvSpPr>
            <a:spLocks noChangeArrowheads="1"/>
          </p:cNvSpPr>
          <p:nvPr/>
        </p:nvSpPr>
        <p:spPr bwMode="auto">
          <a:xfrm>
            <a:off x="6705600" y="5084763"/>
            <a:ext cx="533400" cy="255587"/>
          </a:xfrm>
          <a:prstGeom prst="ellipse">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27" name="Rectangle 321">
            <a:extLst>
              <a:ext uri="{FF2B5EF4-FFF2-40B4-BE49-F238E27FC236}">
                <a16:creationId xmlns:a16="http://schemas.microsoft.com/office/drawing/2014/main" id="{7305DF74-550F-FFB6-6B6D-B5EA7716034A}"/>
              </a:ext>
            </a:extLst>
          </p:cNvPr>
          <p:cNvSpPr>
            <a:spLocks noChangeArrowheads="1"/>
          </p:cNvSpPr>
          <p:nvPr/>
        </p:nvSpPr>
        <p:spPr bwMode="auto">
          <a:xfrm>
            <a:off x="6705600" y="5149850"/>
            <a:ext cx="533400" cy="61913"/>
          </a:xfrm>
          <a:prstGeom prst="rect">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28" name="Oval 322">
            <a:extLst>
              <a:ext uri="{FF2B5EF4-FFF2-40B4-BE49-F238E27FC236}">
                <a16:creationId xmlns:a16="http://schemas.microsoft.com/office/drawing/2014/main" id="{2FAB34EB-E067-DB93-EEB7-06BBD928BC9B}"/>
              </a:ext>
            </a:extLst>
          </p:cNvPr>
          <p:cNvSpPr>
            <a:spLocks noChangeArrowheads="1"/>
          </p:cNvSpPr>
          <p:nvPr/>
        </p:nvSpPr>
        <p:spPr bwMode="auto">
          <a:xfrm>
            <a:off x="6705600" y="5021263"/>
            <a:ext cx="533400" cy="255587"/>
          </a:xfrm>
          <a:prstGeom prst="ellipse">
            <a:avLst/>
          </a:prstGeom>
          <a:gradFill rotWithShape="1">
            <a:gsLst>
              <a:gs pos="0">
                <a:srgbClr val="DCCE64"/>
              </a:gs>
              <a:gs pos="100000">
                <a:srgbClr val="E9E09C"/>
              </a:gs>
            </a:gsLst>
            <a:lin ang="540000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29" name="Oval 324">
            <a:extLst>
              <a:ext uri="{FF2B5EF4-FFF2-40B4-BE49-F238E27FC236}">
                <a16:creationId xmlns:a16="http://schemas.microsoft.com/office/drawing/2014/main" id="{A13D88BA-3421-AF09-7128-CAF64C3197AF}"/>
              </a:ext>
            </a:extLst>
          </p:cNvPr>
          <p:cNvSpPr>
            <a:spLocks noChangeArrowheads="1"/>
          </p:cNvSpPr>
          <p:nvPr/>
        </p:nvSpPr>
        <p:spPr bwMode="auto">
          <a:xfrm>
            <a:off x="6705600" y="5011738"/>
            <a:ext cx="533400" cy="255587"/>
          </a:xfrm>
          <a:prstGeom prst="ellipse">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30" name="Rectangle 325">
            <a:extLst>
              <a:ext uri="{FF2B5EF4-FFF2-40B4-BE49-F238E27FC236}">
                <a16:creationId xmlns:a16="http://schemas.microsoft.com/office/drawing/2014/main" id="{D734FCE8-D113-5749-88E4-81DC74589824}"/>
              </a:ext>
            </a:extLst>
          </p:cNvPr>
          <p:cNvSpPr>
            <a:spLocks noChangeArrowheads="1"/>
          </p:cNvSpPr>
          <p:nvPr/>
        </p:nvSpPr>
        <p:spPr bwMode="auto">
          <a:xfrm>
            <a:off x="6705600" y="5076825"/>
            <a:ext cx="533400" cy="61913"/>
          </a:xfrm>
          <a:prstGeom prst="rect">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31" name="Oval 326">
            <a:extLst>
              <a:ext uri="{FF2B5EF4-FFF2-40B4-BE49-F238E27FC236}">
                <a16:creationId xmlns:a16="http://schemas.microsoft.com/office/drawing/2014/main" id="{C22EE068-43DE-02A7-156A-A89709335D69}"/>
              </a:ext>
            </a:extLst>
          </p:cNvPr>
          <p:cNvSpPr>
            <a:spLocks noChangeArrowheads="1"/>
          </p:cNvSpPr>
          <p:nvPr/>
        </p:nvSpPr>
        <p:spPr bwMode="auto">
          <a:xfrm>
            <a:off x="6705600" y="4948238"/>
            <a:ext cx="533400" cy="255587"/>
          </a:xfrm>
          <a:prstGeom prst="ellipse">
            <a:avLst/>
          </a:prstGeom>
          <a:gradFill rotWithShape="1">
            <a:gsLst>
              <a:gs pos="0">
                <a:srgbClr val="DCCE64"/>
              </a:gs>
              <a:gs pos="100000">
                <a:srgbClr val="E9E09C"/>
              </a:gs>
            </a:gsLst>
            <a:lin ang="540000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32" name="Oval 328">
            <a:extLst>
              <a:ext uri="{FF2B5EF4-FFF2-40B4-BE49-F238E27FC236}">
                <a16:creationId xmlns:a16="http://schemas.microsoft.com/office/drawing/2014/main" id="{05F7F679-1C9C-9C08-F7D2-AA2AB533C341}"/>
              </a:ext>
            </a:extLst>
          </p:cNvPr>
          <p:cNvSpPr>
            <a:spLocks noChangeArrowheads="1"/>
          </p:cNvSpPr>
          <p:nvPr/>
        </p:nvSpPr>
        <p:spPr bwMode="auto">
          <a:xfrm>
            <a:off x="6705600" y="4938713"/>
            <a:ext cx="533400" cy="255587"/>
          </a:xfrm>
          <a:prstGeom prst="ellipse">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33" name="Rectangle 329">
            <a:extLst>
              <a:ext uri="{FF2B5EF4-FFF2-40B4-BE49-F238E27FC236}">
                <a16:creationId xmlns:a16="http://schemas.microsoft.com/office/drawing/2014/main" id="{04951179-41D2-11CB-86EB-B362A75DF68E}"/>
              </a:ext>
            </a:extLst>
          </p:cNvPr>
          <p:cNvSpPr>
            <a:spLocks noChangeArrowheads="1"/>
          </p:cNvSpPr>
          <p:nvPr/>
        </p:nvSpPr>
        <p:spPr bwMode="auto">
          <a:xfrm>
            <a:off x="6705600" y="5003800"/>
            <a:ext cx="533400" cy="61913"/>
          </a:xfrm>
          <a:prstGeom prst="rect">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34" name="Oval 330">
            <a:extLst>
              <a:ext uri="{FF2B5EF4-FFF2-40B4-BE49-F238E27FC236}">
                <a16:creationId xmlns:a16="http://schemas.microsoft.com/office/drawing/2014/main" id="{057A4FF8-0914-E045-4098-396B56ABF3BC}"/>
              </a:ext>
            </a:extLst>
          </p:cNvPr>
          <p:cNvSpPr>
            <a:spLocks noChangeArrowheads="1"/>
          </p:cNvSpPr>
          <p:nvPr/>
        </p:nvSpPr>
        <p:spPr bwMode="auto">
          <a:xfrm>
            <a:off x="6705600" y="4875213"/>
            <a:ext cx="533400" cy="255587"/>
          </a:xfrm>
          <a:prstGeom prst="ellipse">
            <a:avLst/>
          </a:prstGeom>
          <a:gradFill rotWithShape="1">
            <a:gsLst>
              <a:gs pos="0">
                <a:srgbClr val="DCCE64"/>
              </a:gs>
              <a:gs pos="100000">
                <a:srgbClr val="E9E09C"/>
              </a:gs>
            </a:gsLst>
            <a:lin ang="540000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35" name="Oval 332">
            <a:extLst>
              <a:ext uri="{FF2B5EF4-FFF2-40B4-BE49-F238E27FC236}">
                <a16:creationId xmlns:a16="http://schemas.microsoft.com/office/drawing/2014/main" id="{1264AB81-DE7D-302A-18B0-F018433C10FE}"/>
              </a:ext>
            </a:extLst>
          </p:cNvPr>
          <p:cNvSpPr>
            <a:spLocks noChangeArrowheads="1"/>
          </p:cNvSpPr>
          <p:nvPr/>
        </p:nvSpPr>
        <p:spPr bwMode="auto">
          <a:xfrm>
            <a:off x="6705600" y="4864100"/>
            <a:ext cx="533400" cy="255588"/>
          </a:xfrm>
          <a:prstGeom prst="ellipse">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36" name="Rectangle 333">
            <a:extLst>
              <a:ext uri="{FF2B5EF4-FFF2-40B4-BE49-F238E27FC236}">
                <a16:creationId xmlns:a16="http://schemas.microsoft.com/office/drawing/2014/main" id="{0DCF5E46-E117-37DD-D6D7-1B6D613336D4}"/>
              </a:ext>
            </a:extLst>
          </p:cNvPr>
          <p:cNvSpPr>
            <a:spLocks noChangeArrowheads="1"/>
          </p:cNvSpPr>
          <p:nvPr/>
        </p:nvSpPr>
        <p:spPr bwMode="auto">
          <a:xfrm>
            <a:off x="6705600" y="4929188"/>
            <a:ext cx="533400" cy="61912"/>
          </a:xfrm>
          <a:prstGeom prst="rect">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37" name="Oval 334">
            <a:extLst>
              <a:ext uri="{FF2B5EF4-FFF2-40B4-BE49-F238E27FC236}">
                <a16:creationId xmlns:a16="http://schemas.microsoft.com/office/drawing/2014/main" id="{57D0EAB2-0B71-46C2-B7C4-4E2086219BD5}"/>
              </a:ext>
            </a:extLst>
          </p:cNvPr>
          <p:cNvSpPr>
            <a:spLocks noChangeArrowheads="1"/>
          </p:cNvSpPr>
          <p:nvPr/>
        </p:nvSpPr>
        <p:spPr bwMode="auto">
          <a:xfrm>
            <a:off x="6705600" y="4800600"/>
            <a:ext cx="533400" cy="255588"/>
          </a:xfrm>
          <a:prstGeom prst="ellipse">
            <a:avLst/>
          </a:prstGeom>
          <a:gradFill rotWithShape="1">
            <a:gsLst>
              <a:gs pos="0">
                <a:srgbClr val="DCCE64"/>
              </a:gs>
              <a:gs pos="100000">
                <a:srgbClr val="E9E09C"/>
              </a:gs>
            </a:gsLst>
            <a:lin ang="540000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pic>
        <p:nvPicPr>
          <p:cNvPr id="23838" name="Picture 335" descr="strippeddisk">
            <a:extLst>
              <a:ext uri="{FF2B5EF4-FFF2-40B4-BE49-F238E27FC236}">
                <a16:creationId xmlns:a16="http://schemas.microsoft.com/office/drawing/2014/main" id="{1621DF04-64E6-28F4-F1EE-B3DFDEA897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0" y="50292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839" name="Oval 338">
            <a:extLst>
              <a:ext uri="{FF2B5EF4-FFF2-40B4-BE49-F238E27FC236}">
                <a16:creationId xmlns:a16="http://schemas.microsoft.com/office/drawing/2014/main" id="{0E36A159-D3C1-6B52-B8F1-EA535B7BA8B1}"/>
              </a:ext>
            </a:extLst>
          </p:cNvPr>
          <p:cNvSpPr>
            <a:spLocks noChangeArrowheads="1"/>
          </p:cNvSpPr>
          <p:nvPr/>
        </p:nvSpPr>
        <p:spPr bwMode="auto">
          <a:xfrm>
            <a:off x="6858000" y="5411788"/>
            <a:ext cx="609600" cy="227012"/>
          </a:xfrm>
          <a:prstGeom prst="ellipse">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40" name="Rectangle 339">
            <a:extLst>
              <a:ext uri="{FF2B5EF4-FFF2-40B4-BE49-F238E27FC236}">
                <a16:creationId xmlns:a16="http://schemas.microsoft.com/office/drawing/2014/main" id="{958CDCCE-94BD-7C22-DF66-8EE07F4B5280}"/>
              </a:ext>
            </a:extLst>
          </p:cNvPr>
          <p:cNvSpPr>
            <a:spLocks noChangeArrowheads="1"/>
          </p:cNvSpPr>
          <p:nvPr/>
        </p:nvSpPr>
        <p:spPr bwMode="auto">
          <a:xfrm>
            <a:off x="6858000" y="5468938"/>
            <a:ext cx="609600" cy="55562"/>
          </a:xfrm>
          <a:prstGeom prst="rect">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41" name="Oval 340">
            <a:extLst>
              <a:ext uri="{FF2B5EF4-FFF2-40B4-BE49-F238E27FC236}">
                <a16:creationId xmlns:a16="http://schemas.microsoft.com/office/drawing/2014/main" id="{717F6A02-625D-3C98-1550-E1F350F05D53}"/>
              </a:ext>
            </a:extLst>
          </p:cNvPr>
          <p:cNvSpPr>
            <a:spLocks noChangeArrowheads="1"/>
          </p:cNvSpPr>
          <p:nvPr/>
        </p:nvSpPr>
        <p:spPr bwMode="auto">
          <a:xfrm>
            <a:off x="6858000" y="5354638"/>
            <a:ext cx="609600" cy="227012"/>
          </a:xfrm>
          <a:prstGeom prst="ellipse">
            <a:avLst/>
          </a:prstGeom>
          <a:gradFill rotWithShape="1">
            <a:gsLst>
              <a:gs pos="0">
                <a:srgbClr val="DCCE64"/>
              </a:gs>
              <a:gs pos="100000">
                <a:srgbClr val="E9E09C"/>
              </a:gs>
            </a:gsLst>
            <a:lin ang="540000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42" name="Oval 342">
            <a:extLst>
              <a:ext uri="{FF2B5EF4-FFF2-40B4-BE49-F238E27FC236}">
                <a16:creationId xmlns:a16="http://schemas.microsoft.com/office/drawing/2014/main" id="{137C7237-8521-D812-EBCC-54E6EA582138}"/>
              </a:ext>
            </a:extLst>
          </p:cNvPr>
          <p:cNvSpPr>
            <a:spLocks noChangeArrowheads="1"/>
          </p:cNvSpPr>
          <p:nvPr/>
        </p:nvSpPr>
        <p:spPr bwMode="auto">
          <a:xfrm>
            <a:off x="6858000" y="5348288"/>
            <a:ext cx="609600" cy="227012"/>
          </a:xfrm>
          <a:prstGeom prst="ellipse">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43" name="Rectangle 343">
            <a:extLst>
              <a:ext uri="{FF2B5EF4-FFF2-40B4-BE49-F238E27FC236}">
                <a16:creationId xmlns:a16="http://schemas.microsoft.com/office/drawing/2014/main" id="{AE833CE6-CC17-96E1-54B6-A01766FE2EA6}"/>
              </a:ext>
            </a:extLst>
          </p:cNvPr>
          <p:cNvSpPr>
            <a:spLocks noChangeArrowheads="1"/>
          </p:cNvSpPr>
          <p:nvPr/>
        </p:nvSpPr>
        <p:spPr bwMode="auto">
          <a:xfrm>
            <a:off x="6858000" y="5405438"/>
            <a:ext cx="609600" cy="55562"/>
          </a:xfrm>
          <a:prstGeom prst="rect">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44" name="Oval 344">
            <a:extLst>
              <a:ext uri="{FF2B5EF4-FFF2-40B4-BE49-F238E27FC236}">
                <a16:creationId xmlns:a16="http://schemas.microsoft.com/office/drawing/2014/main" id="{6BF4D49E-7F6F-E1A2-FC10-8E6845425BDF}"/>
              </a:ext>
            </a:extLst>
          </p:cNvPr>
          <p:cNvSpPr>
            <a:spLocks noChangeArrowheads="1"/>
          </p:cNvSpPr>
          <p:nvPr/>
        </p:nvSpPr>
        <p:spPr bwMode="auto">
          <a:xfrm>
            <a:off x="6858000" y="5291138"/>
            <a:ext cx="609600" cy="227012"/>
          </a:xfrm>
          <a:prstGeom prst="ellipse">
            <a:avLst/>
          </a:prstGeom>
          <a:gradFill rotWithShape="1">
            <a:gsLst>
              <a:gs pos="0">
                <a:srgbClr val="DCCE64"/>
              </a:gs>
              <a:gs pos="100000">
                <a:srgbClr val="E9E09C"/>
              </a:gs>
            </a:gsLst>
            <a:lin ang="540000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45" name="Oval 346">
            <a:extLst>
              <a:ext uri="{FF2B5EF4-FFF2-40B4-BE49-F238E27FC236}">
                <a16:creationId xmlns:a16="http://schemas.microsoft.com/office/drawing/2014/main" id="{06CFBB13-883B-742A-841C-EC1C3F1DF646}"/>
              </a:ext>
            </a:extLst>
          </p:cNvPr>
          <p:cNvSpPr>
            <a:spLocks noChangeArrowheads="1"/>
          </p:cNvSpPr>
          <p:nvPr/>
        </p:nvSpPr>
        <p:spPr bwMode="auto">
          <a:xfrm>
            <a:off x="6858000" y="5283200"/>
            <a:ext cx="609600" cy="225425"/>
          </a:xfrm>
          <a:prstGeom prst="ellipse">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46" name="Rectangle 347">
            <a:extLst>
              <a:ext uri="{FF2B5EF4-FFF2-40B4-BE49-F238E27FC236}">
                <a16:creationId xmlns:a16="http://schemas.microsoft.com/office/drawing/2014/main" id="{C2AC2A69-C0F9-EC7F-DCCD-6620E0AC810A}"/>
              </a:ext>
            </a:extLst>
          </p:cNvPr>
          <p:cNvSpPr>
            <a:spLocks noChangeArrowheads="1"/>
          </p:cNvSpPr>
          <p:nvPr/>
        </p:nvSpPr>
        <p:spPr bwMode="auto">
          <a:xfrm>
            <a:off x="6858000" y="5340350"/>
            <a:ext cx="609600" cy="53975"/>
          </a:xfrm>
          <a:prstGeom prst="rect">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47" name="Oval 348">
            <a:extLst>
              <a:ext uri="{FF2B5EF4-FFF2-40B4-BE49-F238E27FC236}">
                <a16:creationId xmlns:a16="http://schemas.microsoft.com/office/drawing/2014/main" id="{D99D0907-CD15-475F-2FFB-E148A1B2F68E}"/>
              </a:ext>
            </a:extLst>
          </p:cNvPr>
          <p:cNvSpPr>
            <a:spLocks noChangeArrowheads="1"/>
          </p:cNvSpPr>
          <p:nvPr/>
        </p:nvSpPr>
        <p:spPr bwMode="auto">
          <a:xfrm>
            <a:off x="6858000" y="5226050"/>
            <a:ext cx="609600" cy="225425"/>
          </a:xfrm>
          <a:prstGeom prst="ellipse">
            <a:avLst/>
          </a:prstGeom>
          <a:gradFill rotWithShape="1">
            <a:gsLst>
              <a:gs pos="0">
                <a:srgbClr val="DCCE64"/>
              </a:gs>
              <a:gs pos="100000">
                <a:srgbClr val="E9E09C"/>
              </a:gs>
            </a:gsLst>
            <a:lin ang="540000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48" name="Oval 350">
            <a:extLst>
              <a:ext uri="{FF2B5EF4-FFF2-40B4-BE49-F238E27FC236}">
                <a16:creationId xmlns:a16="http://schemas.microsoft.com/office/drawing/2014/main" id="{47E112B0-54F0-04D8-FB6D-74F473E074BA}"/>
              </a:ext>
            </a:extLst>
          </p:cNvPr>
          <p:cNvSpPr>
            <a:spLocks noChangeArrowheads="1"/>
          </p:cNvSpPr>
          <p:nvPr/>
        </p:nvSpPr>
        <p:spPr bwMode="auto">
          <a:xfrm>
            <a:off x="6858000" y="5218113"/>
            <a:ext cx="609600" cy="227012"/>
          </a:xfrm>
          <a:prstGeom prst="ellipse">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49" name="Rectangle 351">
            <a:extLst>
              <a:ext uri="{FF2B5EF4-FFF2-40B4-BE49-F238E27FC236}">
                <a16:creationId xmlns:a16="http://schemas.microsoft.com/office/drawing/2014/main" id="{3E15640C-DDB1-EE3F-F3FE-50FD02B04EAB}"/>
              </a:ext>
            </a:extLst>
          </p:cNvPr>
          <p:cNvSpPr>
            <a:spLocks noChangeArrowheads="1"/>
          </p:cNvSpPr>
          <p:nvPr/>
        </p:nvSpPr>
        <p:spPr bwMode="auto">
          <a:xfrm>
            <a:off x="6858000" y="5275263"/>
            <a:ext cx="609600" cy="55562"/>
          </a:xfrm>
          <a:prstGeom prst="rect">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50" name="Oval 352">
            <a:extLst>
              <a:ext uri="{FF2B5EF4-FFF2-40B4-BE49-F238E27FC236}">
                <a16:creationId xmlns:a16="http://schemas.microsoft.com/office/drawing/2014/main" id="{1B84D272-604F-A325-D7D2-F519CB715C7B}"/>
              </a:ext>
            </a:extLst>
          </p:cNvPr>
          <p:cNvSpPr>
            <a:spLocks noChangeArrowheads="1"/>
          </p:cNvSpPr>
          <p:nvPr/>
        </p:nvSpPr>
        <p:spPr bwMode="auto">
          <a:xfrm>
            <a:off x="6858000" y="5160963"/>
            <a:ext cx="609600" cy="227012"/>
          </a:xfrm>
          <a:prstGeom prst="ellipse">
            <a:avLst/>
          </a:prstGeom>
          <a:gradFill rotWithShape="1">
            <a:gsLst>
              <a:gs pos="0">
                <a:srgbClr val="DCCE64"/>
              </a:gs>
              <a:gs pos="100000">
                <a:srgbClr val="E9E09C"/>
              </a:gs>
            </a:gsLst>
            <a:lin ang="540000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51" name="Oval 354">
            <a:extLst>
              <a:ext uri="{FF2B5EF4-FFF2-40B4-BE49-F238E27FC236}">
                <a16:creationId xmlns:a16="http://schemas.microsoft.com/office/drawing/2014/main" id="{C7AA1603-98C0-6379-6CC9-1352F052F077}"/>
              </a:ext>
            </a:extLst>
          </p:cNvPr>
          <p:cNvSpPr>
            <a:spLocks noChangeArrowheads="1"/>
          </p:cNvSpPr>
          <p:nvPr/>
        </p:nvSpPr>
        <p:spPr bwMode="auto">
          <a:xfrm>
            <a:off x="6858000" y="5153025"/>
            <a:ext cx="609600" cy="225425"/>
          </a:xfrm>
          <a:prstGeom prst="ellipse">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52" name="Rectangle 355">
            <a:extLst>
              <a:ext uri="{FF2B5EF4-FFF2-40B4-BE49-F238E27FC236}">
                <a16:creationId xmlns:a16="http://schemas.microsoft.com/office/drawing/2014/main" id="{A99105D7-32B9-1D7B-BACF-BEBCC0E3A147}"/>
              </a:ext>
            </a:extLst>
          </p:cNvPr>
          <p:cNvSpPr>
            <a:spLocks noChangeArrowheads="1"/>
          </p:cNvSpPr>
          <p:nvPr/>
        </p:nvSpPr>
        <p:spPr bwMode="auto">
          <a:xfrm>
            <a:off x="6858000" y="5210175"/>
            <a:ext cx="609600" cy="53975"/>
          </a:xfrm>
          <a:prstGeom prst="rect">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53" name="Oval 356">
            <a:extLst>
              <a:ext uri="{FF2B5EF4-FFF2-40B4-BE49-F238E27FC236}">
                <a16:creationId xmlns:a16="http://schemas.microsoft.com/office/drawing/2014/main" id="{A2DFC9EA-FE9A-A147-4158-7600D9754BFA}"/>
              </a:ext>
            </a:extLst>
          </p:cNvPr>
          <p:cNvSpPr>
            <a:spLocks noChangeArrowheads="1"/>
          </p:cNvSpPr>
          <p:nvPr/>
        </p:nvSpPr>
        <p:spPr bwMode="auto">
          <a:xfrm>
            <a:off x="6858000" y="5095875"/>
            <a:ext cx="609600" cy="225425"/>
          </a:xfrm>
          <a:prstGeom prst="ellipse">
            <a:avLst/>
          </a:prstGeom>
          <a:gradFill rotWithShape="1">
            <a:gsLst>
              <a:gs pos="0">
                <a:srgbClr val="DCCE64"/>
              </a:gs>
              <a:gs pos="100000">
                <a:srgbClr val="E9E09C"/>
              </a:gs>
            </a:gsLst>
            <a:lin ang="540000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54" name="Oval 358">
            <a:extLst>
              <a:ext uri="{FF2B5EF4-FFF2-40B4-BE49-F238E27FC236}">
                <a16:creationId xmlns:a16="http://schemas.microsoft.com/office/drawing/2014/main" id="{CEB2FD09-013A-CC9F-4DD4-C6DBC27FED7E}"/>
              </a:ext>
            </a:extLst>
          </p:cNvPr>
          <p:cNvSpPr>
            <a:spLocks noChangeArrowheads="1"/>
          </p:cNvSpPr>
          <p:nvPr/>
        </p:nvSpPr>
        <p:spPr bwMode="auto">
          <a:xfrm>
            <a:off x="6858000" y="5086350"/>
            <a:ext cx="609600" cy="227013"/>
          </a:xfrm>
          <a:prstGeom prst="ellipse">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55" name="Rectangle 359">
            <a:extLst>
              <a:ext uri="{FF2B5EF4-FFF2-40B4-BE49-F238E27FC236}">
                <a16:creationId xmlns:a16="http://schemas.microsoft.com/office/drawing/2014/main" id="{F6628EAC-2EBE-7FBA-4314-7ED680BC80D7}"/>
              </a:ext>
            </a:extLst>
          </p:cNvPr>
          <p:cNvSpPr>
            <a:spLocks noChangeArrowheads="1"/>
          </p:cNvSpPr>
          <p:nvPr/>
        </p:nvSpPr>
        <p:spPr bwMode="auto">
          <a:xfrm>
            <a:off x="6858000" y="5143500"/>
            <a:ext cx="609600" cy="55563"/>
          </a:xfrm>
          <a:prstGeom prst="rect">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56" name="Oval 360">
            <a:extLst>
              <a:ext uri="{FF2B5EF4-FFF2-40B4-BE49-F238E27FC236}">
                <a16:creationId xmlns:a16="http://schemas.microsoft.com/office/drawing/2014/main" id="{65254B51-43F8-2FC8-D0A5-69AFA0A90F02}"/>
              </a:ext>
            </a:extLst>
          </p:cNvPr>
          <p:cNvSpPr>
            <a:spLocks noChangeArrowheads="1"/>
          </p:cNvSpPr>
          <p:nvPr/>
        </p:nvSpPr>
        <p:spPr bwMode="auto">
          <a:xfrm>
            <a:off x="6858000" y="5029200"/>
            <a:ext cx="609600" cy="227013"/>
          </a:xfrm>
          <a:prstGeom prst="ellipse">
            <a:avLst/>
          </a:prstGeom>
          <a:gradFill rotWithShape="1">
            <a:gsLst>
              <a:gs pos="0">
                <a:srgbClr val="DCCE64"/>
              </a:gs>
              <a:gs pos="100000">
                <a:srgbClr val="E9E09C"/>
              </a:gs>
            </a:gsLst>
            <a:lin ang="540000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pic>
        <p:nvPicPr>
          <p:cNvPr id="23857" name="Picture 361" descr="strippeddisk">
            <a:extLst>
              <a:ext uri="{FF2B5EF4-FFF2-40B4-BE49-F238E27FC236}">
                <a16:creationId xmlns:a16="http://schemas.microsoft.com/office/drawing/2014/main" id="{E43F95CB-E3CB-3A00-4DF7-4A9F224285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10400" y="51816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858" name="Oval 364">
            <a:extLst>
              <a:ext uri="{FF2B5EF4-FFF2-40B4-BE49-F238E27FC236}">
                <a16:creationId xmlns:a16="http://schemas.microsoft.com/office/drawing/2014/main" id="{46BEB745-6FDF-D9BA-1B8D-2D401AA77D0E}"/>
              </a:ext>
            </a:extLst>
          </p:cNvPr>
          <p:cNvSpPr>
            <a:spLocks noChangeArrowheads="1"/>
          </p:cNvSpPr>
          <p:nvPr/>
        </p:nvSpPr>
        <p:spPr bwMode="auto">
          <a:xfrm>
            <a:off x="7010400" y="5535613"/>
            <a:ext cx="609600" cy="255587"/>
          </a:xfrm>
          <a:prstGeom prst="ellipse">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59" name="Rectangle 365">
            <a:extLst>
              <a:ext uri="{FF2B5EF4-FFF2-40B4-BE49-F238E27FC236}">
                <a16:creationId xmlns:a16="http://schemas.microsoft.com/office/drawing/2014/main" id="{CCD3FE92-9931-0115-C989-C8B43E080707}"/>
              </a:ext>
            </a:extLst>
          </p:cNvPr>
          <p:cNvSpPr>
            <a:spLocks noChangeArrowheads="1"/>
          </p:cNvSpPr>
          <p:nvPr/>
        </p:nvSpPr>
        <p:spPr bwMode="auto">
          <a:xfrm>
            <a:off x="7010400" y="5600700"/>
            <a:ext cx="609600" cy="61913"/>
          </a:xfrm>
          <a:prstGeom prst="rect">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60" name="Oval 366">
            <a:extLst>
              <a:ext uri="{FF2B5EF4-FFF2-40B4-BE49-F238E27FC236}">
                <a16:creationId xmlns:a16="http://schemas.microsoft.com/office/drawing/2014/main" id="{59E6CBD5-4C4F-AECA-6C10-5A377E544CE1}"/>
              </a:ext>
            </a:extLst>
          </p:cNvPr>
          <p:cNvSpPr>
            <a:spLocks noChangeArrowheads="1"/>
          </p:cNvSpPr>
          <p:nvPr/>
        </p:nvSpPr>
        <p:spPr bwMode="auto">
          <a:xfrm>
            <a:off x="7010400" y="5472113"/>
            <a:ext cx="609600" cy="255587"/>
          </a:xfrm>
          <a:prstGeom prst="ellipse">
            <a:avLst/>
          </a:prstGeom>
          <a:gradFill rotWithShape="1">
            <a:gsLst>
              <a:gs pos="0">
                <a:srgbClr val="DCCE64"/>
              </a:gs>
              <a:gs pos="100000">
                <a:srgbClr val="E9E09C"/>
              </a:gs>
            </a:gsLst>
            <a:lin ang="540000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61" name="Oval 368">
            <a:extLst>
              <a:ext uri="{FF2B5EF4-FFF2-40B4-BE49-F238E27FC236}">
                <a16:creationId xmlns:a16="http://schemas.microsoft.com/office/drawing/2014/main" id="{42BC6743-EAAB-012D-1778-60D8833149E1}"/>
              </a:ext>
            </a:extLst>
          </p:cNvPr>
          <p:cNvSpPr>
            <a:spLocks noChangeArrowheads="1"/>
          </p:cNvSpPr>
          <p:nvPr/>
        </p:nvSpPr>
        <p:spPr bwMode="auto">
          <a:xfrm>
            <a:off x="7010400" y="5464175"/>
            <a:ext cx="609600" cy="255588"/>
          </a:xfrm>
          <a:prstGeom prst="ellipse">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62" name="Rectangle 369">
            <a:extLst>
              <a:ext uri="{FF2B5EF4-FFF2-40B4-BE49-F238E27FC236}">
                <a16:creationId xmlns:a16="http://schemas.microsoft.com/office/drawing/2014/main" id="{05FC865A-653F-CBBA-603A-7C1C2D27022A}"/>
              </a:ext>
            </a:extLst>
          </p:cNvPr>
          <p:cNvSpPr>
            <a:spLocks noChangeArrowheads="1"/>
          </p:cNvSpPr>
          <p:nvPr/>
        </p:nvSpPr>
        <p:spPr bwMode="auto">
          <a:xfrm>
            <a:off x="7010400" y="5529263"/>
            <a:ext cx="609600" cy="61912"/>
          </a:xfrm>
          <a:prstGeom prst="rect">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63" name="Oval 370">
            <a:extLst>
              <a:ext uri="{FF2B5EF4-FFF2-40B4-BE49-F238E27FC236}">
                <a16:creationId xmlns:a16="http://schemas.microsoft.com/office/drawing/2014/main" id="{54409056-C85C-26DB-E90E-2B5DA9E604E2}"/>
              </a:ext>
            </a:extLst>
          </p:cNvPr>
          <p:cNvSpPr>
            <a:spLocks noChangeArrowheads="1"/>
          </p:cNvSpPr>
          <p:nvPr/>
        </p:nvSpPr>
        <p:spPr bwMode="auto">
          <a:xfrm>
            <a:off x="7010400" y="5400675"/>
            <a:ext cx="609600" cy="255588"/>
          </a:xfrm>
          <a:prstGeom prst="ellipse">
            <a:avLst/>
          </a:prstGeom>
          <a:gradFill rotWithShape="1">
            <a:gsLst>
              <a:gs pos="0">
                <a:srgbClr val="DCCE64"/>
              </a:gs>
              <a:gs pos="100000">
                <a:srgbClr val="E9E09C"/>
              </a:gs>
            </a:gsLst>
            <a:lin ang="540000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64" name="Oval 372">
            <a:extLst>
              <a:ext uri="{FF2B5EF4-FFF2-40B4-BE49-F238E27FC236}">
                <a16:creationId xmlns:a16="http://schemas.microsoft.com/office/drawing/2014/main" id="{605D879F-5FD9-3AD8-58EF-447D6DB16CE1}"/>
              </a:ext>
            </a:extLst>
          </p:cNvPr>
          <p:cNvSpPr>
            <a:spLocks noChangeArrowheads="1"/>
          </p:cNvSpPr>
          <p:nvPr/>
        </p:nvSpPr>
        <p:spPr bwMode="auto">
          <a:xfrm>
            <a:off x="7010400" y="5389563"/>
            <a:ext cx="609600" cy="255587"/>
          </a:xfrm>
          <a:prstGeom prst="ellipse">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65" name="Rectangle 373">
            <a:extLst>
              <a:ext uri="{FF2B5EF4-FFF2-40B4-BE49-F238E27FC236}">
                <a16:creationId xmlns:a16="http://schemas.microsoft.com/office/drawing/2014/main" id="{372AA320-B36E-F31C-81B7-FE1D20C3AE66}"/>
              </a:ext>
            </a:extLst>
          </p:cNvPr>
          <p:cNvSpPr>
            <a:spLocks noChangeArrowheads="1"/>
          </p:cNvSpPr>
          <p:nvPr/>
        </p:nvSpPr>
        <p:spPr bwMode="auto">
          <a:xfrm>
            <a:off x="7010400" y="5454650"/>
            <a:ext cx="609600" cy="61913"/>
          </a:xfrm>
          <a:prstGeom prst="rect">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66" name="Oval 374">
            <a:extLst>
              <a:ext uri="{FF2B5EF4-FFF2-40B4-BE49-F238E27FC236}">
                <a16:creationId xmlns:a16="http://schemas.microsoft.com/office/drawing/2014/main" id="{5F4F167F-4FDA-BF29-792B-A2AC31D6AFA4}"/>
              </a:ext>
            </a:extLst>
          </p:cNvPr>
          <p:cNvSpPr>
            <a:spLocks noChangeArrowheads="1"/>
          </p:cNvSpPr>
          <p:nvPr/>
        </p:nvSpPr>
        <p:spPr bwMode="auto">
          <a:xfrm>
            <a:off x="7010400" y="5326063"/>
            <a:ext cx="609600" cy="255587"/>
          </a:xfrm>
          <a:prstGeom prst="ellipse">
            <a:avLst/>
          </a:prstGeom>
          <a:gradFill rotWithShape="1">
            <a:gsLst>
              <a:gs pos="0">
                <a:srgbClr val="DCCE64"/>
              </a:gs>
              <a:gs pos="100000">
                <a:srgbClr val="E9E09C"/>
              </a:gs>
            </a:gsLst>
            <a:lin ang="540000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67" name="Oval 376">
            <a:extLst>
              <a:ext uri="{FF2B5EF4-FFF2-40B4-BE49-F238E27FC236}">
                <a16:creationId xmlns:a16="http://schemas.microsoft.com/office/drawing/2014/main" id="{E30A4403-A212-4B6C-A7C3-E3B35E9FFE6F}"/>
              </a:ext>
            </a:extLst>
          </p:cNvPr>
          <p:cNvSpPr>
            <a:spLocks noChangeArrowheads="1"/>
          </p:cNvSpPr>
          <p:nvPr/>
        </p:nvSpPr>
        <p:spPr bwMode="auto">
          <a:xfrm>
            <a:off x="7010400" y="5316538"/>
            <a:ext cx="609600" cy="255587"/>
          </a:xfrm>
          <a:prstGeom prst="ellipse">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68" name="Rectangle 377">
            <a:extLst>
              <a:ext uri="{FF2B5EF4-FFF2-40B4-BE49-F238E27FC236}">
                <a16:creationId xmlns:a16="http://schemas.microsoft.com/office/drawing/2014/main" id="{390BF306-2391-AF3D-C53E-3D8A440554B5}"/>
              </a:ext>
            </a:extLst>
          </p:cNvPr>
          <p:cNvSpPr>
            <a:spLocks noChangeArrowheads="1"/>
          </p:cNvSpPr>
          <p:nvPr/>
        </p:nvSpPr>
        <p:spPr bwMode="auto">
          <a:xfrm>
            <a:off x="7010400" y="5381625"/>
            <a:ext cx="609600" cy="61913"/>
          </a:xfrm>
          <a:prstGeom prst="rect">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69" name="Oval 378">
            <a:extLst>
              <a:ext uri="{FF2B5EF4-FFF2-40B4-BE49-F238E27FC236}">
                <a16:creationId xmlns:a16="http://schemas.microsoft.com/office/drawing/2014/main" id="{E03EFAA0-7812-BEE7-17D6-F762C0C1D2EB}"/>
              </a:ext>
            </a:extLst>
          </p:cNvPr>
          <p:cNvSpPr>
            <a:spLocks noChangeArrowheads="1"/>
          </p:cNvSpPr>
          <p:nvPr/>
        </p:nvSpPr>
        <p:spPr bwMode="auto">
          <a:xfrm>
            <a:off x="7010400" y="5253038"/>
            <a:ext cx="609600" cy="255587"/>
          </a:xfrm>
          <a:prstGeom prst="ellipse">
            <a:avLst/>
          </a:prstGeom>
          <a:gradFill rotWithShape="1">
            <a:gsLst>
              <a:gs pos="0">
                <a:srgbClr val="DCCE64"/>
              </a:gs>
              <a:gs pos="100000">
                <a:srgbClr val="E9E09C"/>
              </a:gs>
            </a:gsLst>
            <a:lin ang="540000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70" name="Oval 380">
            <a:extLst>
              <a:ext uri="{FF2B5EF4-FFF2-40B4-BE49-F238E27FC236}">
                <a16:creationId xmlns:a16="http://schemas.microsoft.com/office/drawing/2014/main" id="{91C7C3B3-0293-43F6-FACC-8BAE038310AE}"/>
              </a:ext>
            </a:extLst>
          </p:cNvPr>
          <p:cNvSpPr>
            <a:spLocks noChangeArrowheads="1"/>
          </p:cNvSpPr>
          <p:nvPr/>
        </p:nvSpPr>
        <p:spPr bwMode="auto">
          <a:xfrm>
            <a:off x="7010400" y="5243513"/>
            <a:ext cx="609600" cy="255587"/>
          </a:xfrm>
          <a:prstGeom prst="ellipse">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71" name="Rectangle 381">
            <a:extLst>
              <a:ext uri="{FF2B5EF4-FFF2-40B4-BE49-F238E27FC236}">
                <a16:creationId xmlns:a16="http://schemas.microsoft.com/office/drawing/2014/main" id="{619BF184-A647-82E5-F921-8742C8E37443}"/>
              </a:ext>
            </a:extLst>
          </p:cNvPr>
          <p:cNvSpPr>
            <a:spLocks noChangeArrowheads="1"/>
          </p:cNvSpPr>
          <p:nvPr/>
        </p:nvSpPr>
        <p:spPr bwMode="auto">
          <a:xfrm>
            <a:off x="7010400" y="5308600"/>
            <a:ext cx="609600" cy="61913"/>
          </a:xfrm>
          <a:prstGeom prst="rect">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72" name="Oval 382">
            <a:extLst>
              <a:ext uri="{FF2B5EF4-FFF2-40B4-BE49-F238E27FC236}">
                <a16:creationId xmlns:a16="http://schemas.microsoft.com/office/drawing/2014/main" id="{43695629-8FCF-FABC-5B88-706067518686}"/>
              </a:ext>
            </a:extLst>
          </p:cNvPr>
          <p:cNvSpPr>
            <a:spLocks noChangeArrowheads="1"/>
          </p:cNvSpPr>
          <p:nvPr/>
        </p:nvSpPr>
        <p:spPr bwMode="auto">
          <a:xfrm>
            <a:off x="7010400" y="5180013"/>
            <a:ext cx="609600" cy="255587"/>
          </a:xfrm>
          <a:prstGeom prst="ellipse">
            <a:avLst/>
          </a:prstGeom>
          <a:gradFill rotWithShape="1">
            <a:gsLst>
              <a:gs pos="0">
                <a:srgbClr val="DCCE64"/>
              </a:gs>
              <a:gs pos="100000">
                <a:srgbClr val="E9E09C"/>
              </a:gs>
            </a:gsLst>
            <a:lin ang="540000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73" name="Oval 384">
            <a:extLst>
              <a:ext uri="{FF2B5EF4-FFF2-40B4-BE49-F238E27FC236}">
                <a16:creationId xmlns:a16="http://schemas.microsoft.com/office/drawing/2014/main" id="{536D2CCC-7054-B1DD-4B06-3539C3C9FDBD}"/>
              </a:ext>
            </a:extLst>
          </p:cNvPr>
          <p:cNvSpPr>
            <a:spLocks noChangeArrowheads="1"/>
          </p:cNvSpPr>
          <p:nvPr/>
        </p:nvSpPr>
        <p:spPr bwMode="auto">
          <a:xfrm>
            <a:off x="7010400" y="5168900"/>
            <a:ext cx="609600" cy="255588"/>
          </a:xfrm>
          <a:prstGeom prst="ellipse">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74" name="Rectangle 385">
            <a:extLst>
              <a:ext uri="{FF2B5EF4-FFF2-40B4-BE49-F238E27FC236}">
                <a16:creationId xmlns:a16="http://schemas.microsoft.com/office/drawing/2014/main" id="{E5626191-9038-B786-9424-B6636042E4CA}"/>
              </a:ext>
            </a:extLst>
          </p:cNvPr>
          <p:cNvSpPr>
            <a:spLocks noChangeArrowheads="1"/>
          </p:cNvSpPr>
          <p:nvPr/>
        </p:nvSpPr>
        <p:spPr bwMode="auto">
          <a:xfrm>
            <a:off x="7010400" y="5233988"/>
            <a:ext cx="609600" cy="61912"/>
          </a:xfrm>
          <a:prstGeom prst="rect">
            <a:avLst/>
          </a:prstGeom>
          <a:gradFill rotWithShape="1">
            <a:gsLst>
              <a:gs pos="0">
                <a:srgbClr val="655D20"/>
              </a:gs>
              <a:gs pos="50000">
                <a:srgbClr val="D4C344"/>
              </a:gs>
              <a:gs pos="100000">
                <a:srgbClr val="655D20"/>
              </a:gs>
            </a:gsLst>
            <a:lin ang="0" scaled="1"/>
          </a:gradFill>
          <a:ln>
            <a:noFill/>
          </a:ln>
          <a:effectLst/>
          <a:extLst>
            <a:ext uri="{91240B29-F687-4F45-9708-019B960494DF}">
              <a14:hiddenLine xmlns:a14="http://schemas.microsoft.com/office/drawing/2010/main" w="12700" algn="ctr">
                <a:solidFill>
                  <a:srgbClr val="6F9995"/>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75" name="Oval 386">
            <a:extLst>
              <a:ext uri="{FF2B5EF4-FFF2-40B4-BE49-F238E27FC236}">
                <a16:creationId xmlns:a16="http://schemas.microsoft.com/office/drawing/2014/main" id="{0530245F-0C92-A9A3-B936-986EDB34C6FD}"/>
              </a:ext>
            </a:extLst>
          </p:cNvPr>
          <p:cNvSpPr>
            <a:spLocks noChangeArrowheads="1"/>
          </p:cNvSpPr>
          <p:nvPr/>
        </p:nvSpPr>
        <p:spPr bwMode="auto">
          <a:xfrm>
            <a:off x="7010400" y="5105400"/>
            <a:ext cx="609600" cy="255588"/>
          </a:xfrm>
          <a:prstGeom prst="ellipse">
            <a:avLst/>
          </a:prstGeom>
          <a:gradFill rotWithShape="1">
            <a:gsLst>
              <a:gs pos="0">
                <a:srgbClr val="DCCE64"/>
              </a:gs>
              <a:gs pos="100000">
                <a:srgbClr val="E9E09C"/>
              </a:gs>
            </a:gsLst>
            <a:lin ang="540000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5891" name="Oval 387">
            <a:extLst>
              <a:ext uri="{FF2B5EF4-FFF2-40B4-BE49-F238E27FC236}">
                <a16:creationId xmlns:a16="http://schemas.microsoft.com/office/drawing/2014/main" id="{C08530F5-4DA9-496C-9564-165D4A6FDB97}"/>
              </a:ext>
            </a:extLst>
          </p:cNvPr>
          <p:cNvSpPr>
            <a:spLocks noChangeArrowheads="1"/>
          </p:cNvSpPr>
          <p:nvPr/>
        </p:nvSpPr>
        <p:spPr bwMode="auto">
          <a:xfrm>
            <a:off x="7239000" y="5486400"/>
            <a:ext cx="228600" cy="228600"/>
          </a:xfrm>
          <a:prstGeom prst="ellipse">
            <a:avLst/>
          </a:prstGeom>
          <a:gradFill rotWithShape="1">
            <a:gsLst>
              <a:gs pos="0">
                <a:srgbClr val="0099FF"/>
              </a:gs>
              <a:gs pos="100000">
                <a:srgbClr val="039AFF">
                  <a:alpha val="10001"/>
                </a:srgbClr>
              </a:gs>
            </a:gsLst>
            <a:path path="shape">
              <a:fillToRect l="50000" t="50000" r="50000" b="50000"/>
            </a:path>
          </a:gradFill>
          <a:ln>
            <a:noFill/>
          </a:ln>
          <a:effectLst/>
          <a:extLst>
            <a:ext uri="{91240B29-F687-4F45-9708-019B960494DF}">
              <a14:hiddenLine xmlns:a14="http://schemas.microsoft.com/office/drawing/2010/main" w="12700" algn="ctr">
                <a:solidFill>
                  <a:srgbClr val="000204"/>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5892" name="Rectangle 388">
            <a:extLst>
              <a:ext uri="{FF2B5EF4-FFF2-40B4-BE49-F238E27FC236}">
                <a16:creationId xmlns:a16="http://schemas.microsoft.com/office/drawing/2014/main" id="{940E9432-84ED-99F6-1C9A-72ADD9639664}"/>
              </a:ext>
            </a:extLst>
          </p:cNvPr>
          <p:cNvSpPr>
            <a:spLocks noChangeArrowheads="1"/>
          </p:cNvSpPr>
          <p:nvPr/>
        </p:nvSpPr>
        <p:spPr bwMode="auto">
          <a:xfrm>
            <a:off x="360363" y="1098550"/>
            <a:ext cx="8277225" cy="2559050"/>
          </a:xfrm>
          <a:prstGeom prst="rect">
            <a:avLst/>
          </a:prstGeom>
          <a:solidFill>
            <a:srgbClr val="FFFFFF">
              <a:alpha val="50195"/>
            </a:srgbClr>
          </a:solidFill>
          <a:ln>
            <a:noFill/>
          </a:ln>
          <a:effectLst/>
          <a:extLst>
            <a:ext uri="{91240B29-F687-4F45-9708-019B960494DF}">
              <a14:hiddenLine xmlns:a14="http://schemas.microsoft.com/office/drawing/2010/main" w="12700" algn="ctr">
                <a:solidFill>
                  <a:srgbClr val="000204"/>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5893" name="Rectangle 389">
            <a:extLst>
              <a:ext uri="{FF2B5EF4-FFF2-40B4-BE49-F238E27FC236}">
                <a16:creationId xmlns:a16="http://schemas.microsoft.com/office/drawing/2014/main" id="{419ED892-8D94-5461-AC1D-4A4B1B509EB0}"/>
              </a:ext>
            </a:extLst>
          </p:cNvPr>
          <p:cNvSpPr>
            <a:spLocks noChangeArrowheads="1"/>
          </p:cNvSpPr>
          <p:nvPr/>
        </p:nvSpPr>
        <p:spPr bwMode="auto">
          <a:xfrm>
            <a:off x="360363" y="3917950"/>
            <a:ext cx="8277225" cy="2559050"/>
          </a:xfrm>
          <a:prstGeom prst="rect">
            <a:avLst/>
          </a:prstGeom>
          <a:solidFill>
            <a:srgbClr val="FFFFFF">
              <a:alpha val="50195"/>
            </a:srgbClr>
          </a:solidFill>
          <a:ln>
            <a:noFill/>
          </a:ln>
          <a:effectLst/>
          <a:extLst>
            <a:ext uri="{91240B29-F687-4F45-9708-019B960494DF}">
              <a14:hiddenLine xmlns:a14="http://schemas.microsoft.com/office/drawing/2010/main" w="12700" algn="ctr">
                <a:solidFill>
                  <a:srgbClr val="000204"/>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3880" name="Slide Number Placeholder 2">
            <a:extLst>
              <a:ext uri="{FF2B5EF4-FFF2-40B4-BE49-F238E27FC236}">
                <a16:creationId xmlns:a16="http://schemas.microsoft.com/office/drawing/2014/main" id="{E67C623B-90F1-DC60-C056-81A37289987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53BA44-C37D-4ED1-B596-088DE9B0E327}"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306299337"/>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965514"/>
                                        </p:tgtEl>
                                        <p:attrNameLst>
                                          <p:attrName>style.visibility</p:attrName>
                                        </p:attrNameLst>
                                      </p:cBhvr>
                                      <p:to>
                                        <p:strVal val="visible"/>
                                      </p:to>
                                    </p:set>
                                    <p:animEffect transition="in" filter="wipe(left)">
                                      <p:cBhvr>
                                        <p:cTn id="7" dur="1000"/>
                                        <p:tgtEl>
                                          <p:spTgt spid="2965514"/>
                                        </p:tgtEl>
                                      </p:cBhvr>
                                    </p:animEffect>
                                  </p:childTnLst>
                                </p:cTn>
                              </p:par>
                            </p:childTnLst>
                          </p:cTn>
                        </p:par>
                        <p:par>
                          <p:cTn id="8" fill="hold" nodeType="afterGroup">
                            <p:stCondLst>
                              <p:cond delay="1000"/>
                            </p:stCondLst>
                            <p:childTnLst>
                              <p:par>
                                <p:cTn id="9" presetID="22" presetClass="entr" presetSubtype="2" fill="hold" nodeType="afterEffect">
                                  <p:stCondLst>
                                    <p:cond delay="0"/>
                                  </p:stCondLst>
                                  <p:childTnLst>
                                    <p:set>
                                      <p:cBhvr>
                                        <p:cTn id="10" dur="1" fill="hold">
                                          <p:stCondLst>
                                            <p:cond delay="0"/>
                                          </p:stCondLst>
                                        </p:cTn>
                                        <p:tgtEl>
                                          <p:spTgt spid="2965515"/>
                                        </p:tgtEl>
                                        <p:attrNameLst>
                                          <p:attrName>style.visibility</p:attrName>
                                        </p:attrNameLst>
                                      </p:cBhvr>
                                      <p:to>
                                        <p:strVal val="visible"/>
                                      </p:to>
                                    </p:set>
                                    <p:animEffect transition="in" filter="wipe(right)">
                                      <p:cBhvr>
                                        <p:cTn id="11" dur="1000"/>
                                        <p:tgtEl>
                                          <p:spTgt spid="2965515"/>
                                        </p:tgtEl>
                                      </p:cBhvr>
                                    </p:animEffect>
                                  </p:childTnLst>
                                </p:cTn>
                              </p:par>
                              <p:par>
                                <p:cTn id="12" presetID="1" presetClass="exit" presetSubtype="0" fill="hold" nodeType="withEffect">
                                  <p:stCondLst>
                                    <p:cond delay="0"/>
                                  </p:stCondLst>
                                  <p:childTnLst>
                                    <p:set>
                                      <p:cBhvr>
                                        <p:cTn id="13" dur="1" fill="hold">
                                          <p:stCondLst>
                                            <p:cond delay="0"/>
                                          </p:stCondLst>
                                        </p:cTn>
                                        <p:tgtEl>
                                          <p:spTgt spid="2965514"/>
                                        </p:tgtEl>
                                        <p:attrNameLst>
                                          <p:attrName>style.visibility</p:attrName>
                                        </p:attrNameLst>
                                      </p:cBhvr>
                                      <p:to>
                                        <p:strVal val="hidden"/>
                                      </p:to>
                                    </p:set>
                                  </p:childTnLst>
                                </p:cTn>
                              </p:par>
                            </p:childTnLst>
                          </p:cTn>
                        </p:par>
                        <p:par>
                          <p:cTn id="14" fill="hold" nodeType="afterGroup">
                            <p:stCondLst>
                              <p:cond delay="2000"/>
                            </p:stCondLst>
                            <p:childTnLst>
                              <p:par>
                                <p:cTn id="15" presetID="1" presetClass="entr" presetSubtype="0" fill="hold" grpId="0" nodeType="afterEffect">
                                  <p:stCondLst>
                                    <p:cond delay="0"/>
                                  </p:stCondLst>
                                  <p:childTnLst>
                                    <p:set>
                                      <p:cBhvr>
                                        <p:cTn id="16" dur="1" fill="hold">
                                          <p:stCondLst>
                                            <p:cond delay="0"/>
                                          </p:stCondLst>
                                        </p:cTn>
                                        <p:tgtEl>
                                          <p:spTgt spid="2965758"/>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965892"/>
                                        </p:tgtEl>
                                        <p:attrNameLst>
                                          <p:attrName>style.visibility</p:attrName>
                                        </p:attrNameLst>
                                      </p:cBhvr>
                                      <p:to>
                                        <p:strVal val="visible"/>
                                      </p:to>
                                    </p:set>
                                  </p:childTnLst>
                                </p:cTn>
                              </p:par>
                              <p:par>
                                <p:cTn id="21" presetID="1" presetClass="exit" presetSubtype="0" fill="hold" grpId="0" nodeType="withEffect">
                                  <p:stCondLst>
                                    <p:cond delay="0"/>
                                  </p:stCondLst>
                                  <p:childTnLst>
                                    <p:set>
                                      <p:cBhvr>
                                        <p:cTn id="22" dur="1" fill="hold">
                                          <p:stCondLst>
                                            <p:cond delay="0"/>
                                          </p:stCondLst>
                                        </p:cTn>
                                        <p:tgtEl>
                                          <p:spTgt spid="2965893"/>
                                        </p:tgtEl>
                                        <p:attrNameLst>
                                          <p:attrName>style.visibility</p:attrName>
                                        </p:attrNameLst>
                                      </p:cBhvr>
                                      <p:to>
                                        <p:strVal val="hidden"/>
                                      </p:to>
                                    </p:set>
                                  </p:childTnLst>
                                </p:cTn>
                              </p:par>
                            </p:childTnLst>
                          </p:cTn>
                        </p:par>
                        <p:par>
                          <p:cTn id="23" fill="hold" nodeType="afterGroup">
                            <p:stCondLst>
                              <p:cond delay="0"/>
                            </p:stCondLst>
                            <p:childTnLst>
                              <p:par>
                                <p:cTn id="24" presetID="22" presetClass="entr" presetSubtype="8" fill="hold" nodeType="afterEffect">
                                  <p:stCondLst>
                                    <p:cond delay="0"/>
                                  </p:stCondLst>
                                  <p:childTnLst>
                                    <p:set>
                                      <p:cBhvr>
                                        <p:cTn id="25" dur="1" fill="hold">
                                          <p:stCondLst>
                                            <p:cond delay="0"/>
                                          </p:stCondLst>
                                        </p:cTn>
                                        <p:tgtEl>
                                          <p:spTgt spid="2965597"/>
                                        </p:tgtEl>
                                        <p:attrNameLst>
                                          <p:attrName>style.visibility</p:attrName>
                                        </p:attrNameLst>
                                      </p:cBhvr>
                                      <p:to>
                                        <p:strVal val="visible"/>
                                      </p:to>
                                    </p:set>
                                    <p:animEffect transition="in" filter="wipe(left)">
                                      <p:cBhvr>
                                        <p:cTn id="26" dur="1000"/>
                                        <p:tgtEl>
                                          <p:spTgt spid="2965597"/>
                                        </p:tgtEl>
                                      </p:cBhvr>
                                    </p:animEffect>
                                  </p:childTnLst>
                                </p:cTn>
                              </p:par>
                            </p:childTnLst>
                          </p:cTn>
                        </p:par>
                        <p:par>
                          <p:cTn id="27" fill="hold" nodeType="afterGroup">
                            <p:stCondLst>
                              <p:cond delay="1000"/>
                            </p:stCondLst>
                            <p:childTnLst>
                              <p:par>
                                <p:cTn id="28" presetID="22" presetClass="entr" presetSubtype="8" fill="hold" nodeType="afterEffect">
                                  <p:stCondLst>
                                    <p:cond delay="0"/>
                                  </p:stCondLst>
                                  <p:childTnLst>
                                    <p:set>
                                      <p:cBhvr>
                                        <p:cTn id="29" dur="1" fill="hold">
                                          <p:stCondLst>
                                            <p:cond delay="0"/>
                                          </p:stCondLst>
                                        </p:cTn>
                                        <p:tgtEl>
                                          <p:spTgt spid="2965598"/>
                                        </p:tgtEl>
                                        <p:attrNameLst>
                                          <p:attrName>style.visibility</p:attrName>
                                        </p:attrNameLst>
                                      </p:cBhvr>
                                      <p:to>
                                        <p:strVal val="visible"/>
                                      </p:to>
                                    </p:set>
                                    <p:animEffect transition="in" filter="wipe(left)">
                                      <p:cBhvr>
                                        <p:cTn id="30" dur="500"/>
                                        <p:tgtEl>
                                          <p:spTgt spid="2965598"/>
                                        </p:tgtEl>
                                      </p:cBhvr>
                                    </p:animEffect>
                                  </p:childTnLst>
                                </p:cTn>
                              </p:par>
                              <p:par>
                                <p:cTn id="31" presetID="1" presetClass="entr" presetSubtype="0" fill="hold" grpId="0" nodeType="withEffect">
                                  <p:stCondLst>
                                    <p:cond delay="300"/>
                                  </p:stCondLst>
                                  <p:childTnLst>
                                    <p:set>
                                      <p:cBhvr>
                                        <p:cTn id="32" dur="1" fill="hold">
                                          <p:stCondLst>
                                            <p:cond delay="0"/>
                                          </p:stCondLst>
                                        </p:cTn>
                                        <p:tgtEl>
                                          <p:spTgt spid="2965891"/>
                                        </p:tgtEl>
                                        <p:attrNameLst>
                                          <p:attrName>style.visibility</p:attrName>
                                        </p:attrNameLst>
                                      </p:cBhvr>
                                      <p:to>
                                        <p:strVal val="visible"/>
                                      </p:to>
                                    </p:set>
                                  </p:childTnLst>
                                </p:cTn>
                              </p:par>
                            </p:childTnLst>
                          </p:cTn>
                        </p:par>
                        <p:par>
                          <p:cTn id="33" fill="hold" nodeType="afterGroup">
                            <p:stCondLst>
                              <p:cond delay="1500"/>
                            </p:stCondLst>
                            <p:childTnLst>
                              <p:par>
                                <p:cTn id="34" presetID="1" presetClass="exit" presetSubtype="0" fill="hold" nodeType="afterEffect">
                                  <p:stCondLst>
                                    <p:cond delay="0"/>
                                  </p:stCondLst>
                                  <p:childTnLst>
                                    <p:set>
                                      <p:cBhvr>
                                        <p:cTn id="35" dur="1" fill="hold">
                                          <p:stCondLst>
                                            <p:cond delay="0"/>
                                          </p:stCondLst>
                                        </p:cTn>
                                        <p:tgtEl>
                                          <p:spTgt spid="2965598"/>
                                        </p:tgtEl>
                                        <p:attrNameLst>
                                          <p:attrName>style.visibility</p:attrName>
                                        </p:attrNameLst>
                                      </p:cBhvr>
                                      <p:to>
                                        <p:strVal val="hidden"/>
                                      </p:to>
                                    </p:set>
                                  </p:childTnLst>
                                </p:cTn>
                              </p:par>
                            </p:childTnLst>
                          </p:cTn>
                        </p:par>
                        <p:par>
                          <p:cTn id="36" fill="hold" nodeType="afterGroup">
                            <p:stCondLst>
                              <p:cond delay="1500"/>
                            </p:stCondLst>
                            <p:childTnLst>
                              <p:par>
                                <p:cTn id="37" presetID="1" presetClass="exit" presetSubtype="0" fill="hold" nodeType="afterEffect">
                                  <p:stCondLst>
                                    <p:cond delay="0"/>
                                  </p:stCondLst>
                                  <p:childTnLst>
                                    <p:set>
                                      <p:cBhvr>
                                        <p:cTn id="38" dur="1" fill="hold">
                                          <p:stCondLst>
                                            <p:cond delay="0"/>
                                          </p:stCondLst>
                                        </p:cTn>
                                        <p:tgtEl>
                                          <p:spTgt spid="2965597"/>
                                        </p:tgtEl>
                                        <p:attrNameLst>
                                          <p:attrName>style.visibility</p:attrName>
                                        </p:attrNameLst>
                                      </p:cBhvr>
                                      <p:to>
                                        <p:strVal val="hidden"/>
                                      </p:to>
                                    </p:set>
                                  </p:childTnLst>
                                </p:cTn>
                              </p:par>
                            </p:childTnLst>
                          </p:cTn>
                        </p:par>
                        <p:par>
                          <p:cTn id="39" fill="hold" nodeType="afterGroup">
                            <p:stCondLst>
                              <p:cond delay="1500"/>
                            </p:stCondLst>
                            <p:childTnLst>
                              <p:par>
                                <p:cTn id="40" presetID="22" presetClass="entr" presetSubtype="2" fill="hold" nodeType="afterEffect">
                                  <p:stCondLst>
                                    <p:cond delay="0"/>
                                  </p:stCondLst>
                                  <p:childTnLst>
                                    <p:set>
                                      <p:cBhvr>
                                        <p:cTn id="41" dur="1" fill="hold">
                                          <p:stCondLst>
                                            <p:cond delay="0"/>
                                          </p:stCondLst>
                                        </p:cTn>
                                        <p:tgtEl>
                                          <p:spTgt spid="2965510"/>
                                        </p:tgtEl>
                                        <p:attrNameLst>
                                          <p:attrName>style.visibility</p:attrName>
                                        </p:attrNameLst>
                                      </p:cBhvr>
                                      <p:to>
                                        <p:strVal val="visible"/>
                                      </p:to>
                                    </p:set>
                                    <p:animEffect transition="in" filter="wipe(right)">
                                      <p:cBhvr>
                                        <p:cTn id="42" dur="500"/>
                                        <p:tgtEl>
                                          <p:spTgt spid="2965510"/>
                                        </p:tgtEl>
                                      </p:cBhvr>
                                    </p:animEffect>
                                  </p:childTnLst>
                                </p:cTn>
                              </p:par>
                            </p:childTnLst>
                          </p:cTn>
                        </p:par>
                        <p:par>
                          <p:cTn id="43" fill="hold" nodeType="afterGroup">
                            <p:stCondLst>
                              <p:cond delay="2000"/>
                            </p:stCondLst>
                            <p:childTnLst>
                              <p:par>
                                <p:cTn id="44" presetID="1" presetClass="entr" presetSubtype="0" fill="hold" grpId="0" nodeType="afterEffect">
                                  <p:stCondLst>
                                    <p:cond delay="0"/>
                                  </p:stCondLst>
                                  <p:childTnLst>
                                    <p:set>
                                      <p:cBhvr>
                                        <p:cTn id="45" dur="1" fill="hold">
                                          <p:stCondLst>
                                            <p:cond delay="0"/>
                                          </p:stCondLst>
                                        </p:cTn>
                                        <p:tgtEl>
                                          <p:spTgt spid="2965749"/>
                                        </p:tgtEl>
                                        <p:attrNameLst>
                                          <p:attrName>style.visibility</p:attrName>
                                        </p:attrNameLst>
                                      </p:cBhvr>
                                      <p:to>
                                        <p:strVal val="visible"/>
                                      </p:to>
                                    </p:set>
                                  </p:childTnLst>
                                </p:cTn>
                              </p:par>
                            </p:childTnLst>
                          </p:cTn>
                        </p:par>
                        <p:par>
                          <p:cTn id="46" fill="hold" nodeType="afterGroup">
                            <p:stCondLst>
                              <p:cond delay="2000"/>
                            </p:stCondLst>
                            <p:childTnLst>
                              <p:par>
                                <p:cTn id="47" presetID="22" presetClass="entr" presetSubtype="2" fill="hold" nodeType="afterEffect">
                                  <p:stCondLst>
                                    <p:cond delay="0"/>
                                  </p:stCondLst>
                                  <p:childTnLst>
                                    <p:set>
                                      <p:cBhvr>
                                        <p:cTn id="48" dur="1" fill="hold">
                                          <p:stCondLst>
                                            <p:cond delay="0"/>
                                          </p:stCondLst>
                                        </p:cTn>
                                        <p:tgtEl>
                                          <p:spTgt spid="2965509"/>
                                        </p:tgtEl>
                                        <p:attrNameLst>
                                          <p:attrName>style.visibility</p:attrName>
                                        </p:attrNameLst>
                                      </p:cBhvr>
                                      <p:to>
                                        <p:strVal val="visible"/>
                                      </p:to>
                                    </p:set>
                                    <p:animEffect transition="in" filter="wipe(right)">
                                      <p:cBhvr>
                                        <p:cTn id="49" dur="500"/>
                                        <p:tgtEl>
                                          <p:spTgt spid="2965509"/>
                                        </p:tgtEl>
                                      </p:cBhvr>
                                    </p:animEffect>
                                  </p:childTnLst>
                                </p:cTn>
                              </p:par>
                            </p:childTnLst>
                          </p:cTn>
                        </p:par>
                        <p:par>
                          <p:cTn id="50" fill="hold" nodeType="afterGroup">
                            <p:stCondLst>
                              <p:cond delay="2500"/>
                            </p:stCondLst>
                            <p:childTnLst>
                              <p:par>
                                <p:cTn id="51" presetID="53" presetClass="entr" presetSubtype="0" fill="hold" grpId="0" nodeType="afterEffect">
                                  <p:stCondLst>
                                    <p:cond delay="0"/>
                                  </p:stCondLst>
                                  <p:childTnLst>
                                    <p:set>
                                      <p:cBhvr>
                                        <p:cTn id="52" dur="1" fill="hold">
                                          <p:stCondLst>
                                            <p:cond delay="0"/>
                                          </p:stCondLst>
                                        </p:cTn>
                                        <p:tgtEl>
                                          <p:spTgt spid="2965760"/>
                                        </p:tgtEl>
                                        <p:attrNameLst>
                                          <p:attrName>style.visibility</p:attrName>
                                        </p:attrNameLst>
                                      </p:cBhvr>
                                      <p:to>
                                        <p:strVal val="visible"/>
                                      </p:to>
                                    </p:set>
                                    <p:anim calcmode="lin" valueType="num">
                                      <p:cBhvr>
                                        <p:cTn id="53" dur="500" fill="hold"/>
                                        <p:tgtEl>
                                          <p:spTgt spid="2965760"/>
                                        </p:tgtEl>
                                        <p:attrNameLst>
                                          <p:attrName>ppt_w</p:attrName>
                                        </p:attrNameLst>
                                      </p:cBhvr>
                                      <p:tavLst>
                                        <p:tav tm="0">
                                          <p:val>
                                            <p:fltVal val="0"/>
                                          </p:val>
                                        </p:tav>
                                        <p:tav tm="100000">
                                          <p:val>
                                            <p:strVal val="#ppt_w"/>
                                          </p:val>
                                        </p:tav>
                                      </p:tavLst>
                                    </p:anim>
                                    <p:anim calcmode="lin" valueType="num">
                                      <p:cBhvr>
                                        <p:cTn id="54" dur="500" fill="hold"/>
                                        <p:tgtEl>
                                          <p:spTgt spid="2965760"/>
                                        </p:tgtEl>
                                        <p:attrNameLst>
                                          <p:attrName>ppt_h</p:attrName>
                                        </p:attrNameLst>
                                      </p:cBhvr>
                                      <p:tavLst>
                                        <p:tav tm="0">
                                          <p:val>
                                            <p:fltVal val="0"/>
                                          </p:val>
                                        </p:tav>
                                        <p:tav tm="100000">
                                          <p:val>
                                            <p:strVal val="#ppt_h"/>
                                          </p:val>
                                        </p:tav>
                                      </p:tavLst>
                                    </p:anim>
                                    <p:animEffect transition="in" filter="fade">
                                      <p:cBhvr>
                                        <p:cTn id="55" dur="500"/>
                                        <p:tgtEl>
                                          <p:spTgt spid="29657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5749" grpId="0" animBg="1"/>
      <p:bldP spid="2965758" grpId="0" animBg="1"/>
      <p:bldP spid="2965760" grpId="0" animBg="1"/>
      <p:bldP spid="2965891" grpId="0" animBg="1"/>
      <p:bldP spid="2965892" grpId="0" animBg="1"/>
      <p:bldP spid="296589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533400"/>
            <a:ext cx="7202776" cy="533400"/>
          </a:xfrm>
        </p:spPr>
        <p:txBody>
          <a:bodyPr>
            <a:normAutofit/>
          </a:bodyPr>
          <a:lstStyle/>
          <a:p>
            <a:r>
              <a:rPr lang="en-US" sz="2400" b="1" dirty="0">
                <a:solidFill>
                  <a:schemeClr val="tx1"/>
                </a:solidFill>
                <a:effectLst>
                  <a:outerShdw blurRad="38100" dist="38100" dir="2700000" algn="tl">
                    <a:srgbClr val="000000">
                      <a:alpha val="43137"/>
                    </a:srgbClr>
                  </a:outerShdw>
                </a:effectLst>
                <a:latin typeface="+mn-lt"/>
                <a:ea typeface="+mn-ea"/>
                <a:cs typeface="+mn-cs"/>
              </a:rPr>
              <a:t>Write Operation with Cache</a:t>
            </a:r>
          </a:p>
        </p:txBody>
      </p:sp>
      <p:sp>
        <p:nvSpPr>
          <p:cNvPr id="3" name="Content Placeholder 2"/>
          <p:cNvSpPr>
            <a:spLocks noGrp="1"/>
          </p:cNvSpPr>
          <p:nvPr>
            <p:ph idx="1"/>
          </p:nvPr>
        </p:nvSpPr>
        <p:spPr>
          <a:xfrm>
            <a:off x="990600" y="1128712"/>
            <a:ext cx="7696200" cy="5410200"/>
          </a:xfrm>
        </p:spPr>
        <p:txBody>
          <a:bodyPr>
            <a:normAutofit/>
          </a:bodyPr>
          <a:lstStyle/>
          <a:p>
            <a:pPr marL="0" indent="0" algn="just" rtl="0">
              <a:lnSpc>
                <a:spcPct val="150000"/>
              </a:lnSpc>
              <a:buNone/>
            </a:pPr>
            <a:r>
              <a:rPr lang="en-US" sz="1700" dirty="0">
                <a:latin typeface="Times New Roman" panose="02020603050405020304" pitchFamily="18" charset="0"/>
                <a:cs typeface="Times New Roman" panose="02020603050405020304" pitchFamily="18" charset="0"/>
              </a:rPr>
              <a:t>Write operations with cache provide performance advantages over writing directly to disks. </a:t>
            </a:r>
          </a:p>
          <a:p>
            <a:pPr marL="0" indent="0" algn="just" rtl="0">
              <a:lnSpc>
                <a:spcPct val="150000"/>
              </a:lnSpc>
              <a:buNone/>
            </a:pPr>
            <a:r>
              <a:rPr lang="en-US" sz="1700" dirty="0">
                <a:latin typeface="Times New Roman" panose="02020603050405020304" pitchFamily="18" charset="0"/>
                <a:cs typeface="Times New Roman" panose="02020603050405020304" pitchFamily="18" charset="0"/>
              </a:rPr>
              <a:t>When an I/O is written to cache and acknowledged, it is completed in far less time (from the host’s perspective) than it would take to write directly to disk. </a:t>
            </a:r>
          </a:p>
          <a:p>
            <a:pPr marL="0" indent="0" algn="just" rtl="0">
              <a:lnSpc>
                <a:spcPct val="150000"/>
              </a:lnSpc>
              <a:buNone/>
            </a:pPr>
            <a:r>
              <a:rPr lang="en-US" sz="1700" dirty="0">
                <a:latin typeface="Times New Roman" panose="02020603050405020304" pitchFamily="18" charset="0"/>
                <a:cs typeface="Times New Roman" panose="02020603050405020304" pitchFamily="18" charset="0"/>
              </a:rPr>
              <a:t>Sequential writes also offer opportunities for optimization because many smaller writes can be coalesced for larger transfers to disk drives with the use of cache.       </a:t>
            </a:r>
          </a:p>
          <a:p>
            <a:pPr marL="0" indent="0" algn="just" rtl="0">
              <a:lnSpc>
                <a:spcPct val="150000"/>
              </a:lnSpc>
              <a:buNone/>
            </a:pPr>
            <a:r>
              <a:rPr lang="en-US" sz="1700" dirty="0">
                <a:latin typeface="Times New Roman" panose="02020603050405020304" pitchFamily="18" charset="0"/>
                <a:cs typeface="Times New Roman" panose="02020603050405020304" pitchFamily="18" charset="0"/>
              </a:rPr>
              <a:t>A write operation with cache is implemented in the following ways:</a:t>
            </a:r>
          </a:p>
          <a:p>
            <a:pPr algn="just" rtl="0">
              <a:lnSpc>
                <a:spcPct val="150000"/>
              </a:lnSpc>
            </a:pPr>
            <a:r>
              <a:rPr lang="en-US" sz="1700" b="1" dirty="0">
                <a:solidFill>
                  <a:srgbClr val="C00000"/>
                </a:solidFill>
                <a:effectLst>
                  <a:outerShdw blurRad="38100" dist="38100" dir="2700000" algn="tl">
                    <a:srgbClr val="000000">
                      <a:alpha val="43137"/>
                    </a:srgbClr>
                  </a:outerShdw>
                </a:effectLst>
              </a:rPr>
              <a:t>Write-back cache</a:t>
            </a:r>
          </a:p>
          <a:p>
            <a:pPr algn="just" rtl="0">
              <a:lnSpc>
                <a:spcPct val="150000"/>
              </a:lnSpc>
            </a:pPr>
            <a:r>
              <a:rPr lang="en-US" sz="1700" b="1" dirty="0">
                <a:solidFill>
                  <a:srgbClr val="C00000"/>
                </a:solidFill>
                <a:effectLst>
                  <a:outerShdw blurRad="38100" dist="38100" dir="2700000" algn="tl">
                    <a:srgbClr val="000000">
                      <a:alpha val="43137"/>
                    </a:srgbClr>
                  </a:outerShdw>
                </a:effectLst>
              </a:rPr>
              <a:t>Write-through cache</a:t>
            </a:r>
          </a:p>
        </p:txBody>
      </p:sp>
      <p:sp>
        <p:nvSpPr>
          <p:cNvPr id="5" name="Slide Number Placeholder 4"/>
          <p:cNvSpPr>
            <a:spLocks noGrp="1"/>
          </p:cNvSpPr>
          <p:nvPr>
            <p:ph type="sldNum" sz="quarter" idx="12"/>
          </p:nvPr>
        </p:nvSpPr>
        <p:spPr/>
        <p:txBody>
          <a:bodyPr/>
          <a:lstStyle/>
          <a:p>
            <a:fld id="{E5137D0E-4A4F-4307-8994-C1891D747D59}" type="slidenum">
              <a:rPr lang="en-US" smtClean="0"/>
              <a:t>17</a:t>
            </a:fld>
            <a:endParaRPr lang="en-US"/>
          </a:p>
        </p:txBody>
      </p:sp>
    </p:spTree>
    <p:extLst>
      <p:ext uri="{BB962C8B-B14F-4D97-AF65-F5344CB8AC3E}">
        <p14:creationId xmlns:p14="http://schemas.microsoft.com/office/powerpoint/2010/main" val="4251973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3476" name="Line 20">
            <a:extLst>
              <a:ext uri="{FF2B5EF4-FFF2-40B4-BE49-F238E27FC236}">
                <a16:creationId xmlns:a16="http://schemas.microsoft.com/office/drawing/2014/main" id="{E78870FD-6B4A-F0D8-694D-25D4BD565FB8}"/>
              </a:ext>
            </a:extLst>
          </p:cNvPr>
          <p:cNvSpPr>
            <a:spLocks noChangeShapeType="1"/>
          </p:cNvSpPr>
          <p:nvPr/>
        </p:nvSpPr>
        <p:spPr bwMode="auto">
          <a:xfrm>
            <a:off x="2182813" y="5264150"/>
            <a:ext cx="1920875" cy="0"/>
          </a:xfrm>
          <a:prstGeom prst="line">
            <a:avLst/>
          </a:prstGeom>
          <a:noFill/>
          <a:ln w="76200">
            <a:solidFill>
              <a:srgbClr val="217F7B"/>
            </a:solidFill>
            <a:prstDash val="sysDot"/>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07" name="AutoShape 2">
            <a:extLst>
              <a:ext uri="{FF2B5EF4-FFF2-40B4-BE49-F238E27FC236}">
                <a16:creationId xmlns:a16="http://schemas.microsoft.com/office/drawing/2014/main" id="{6B81334C-AEC0-FA45-37EB-037474672283}"/>
              </a:ext>
            </a:extLst>
          </p:cNvPr>
          <p:cNvSpPr>
            <a:spLocks noChangeArrowheads="1"/>
          </p:cNvSpPr>
          <p:nvPr/>
        </p:nvSpPr>
        <p:spPr bwMode="auto">
          <a:xfrm>
            <a:off x="938213" y="4121150"/>
            <a:ext cx="7267575" cy="2247900"/>
          </a:xfrm>
          <a:prstGeom prst="roundRect">
            <a:avLst>
              <a:gd name="adj" fmla="val 9931"/>
            </a:avLst>
          </a:prstGeom>
          <a:solidFill>
            <a:schemeClr val="bg1"/>
          </a:solidFill>
          <a:ln w="12700" algn="ctr">
            <a:solidFill>
              <a:srgbClr val="000814"/>
            </a:solidFill>
            <a:prstDash val="dash"/>
            <a:round/>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08" name="AutoShape 3">
            <a:extLst>
              <a:ext uri="{FF2B5EF4-FFF2-40B4-BE49-F238E27FC236}">
                <a16:creationId xmlns:a16="http://schemas.microsoft.com/office/drawing/2014/main" id="{F9E6EDDE-83B9-B844-B395-E5A9E4D5850D}"/>
              </a:ext>
            </a:extLst>
          </p:cNvPr>
          <p:cNvSpPr>
            <a:spLocks noChangeArrowheads="1"/>
          </p:cNvSpPr>
          <p:nvPr/>
        </p:nvSpPr>
        <p:spPr bwMode="auto">
          <a:xfrm>
            <a:off x="938213" y="1296988"/>
            <a:ext cx="7267575" cy="2247900"/>
          </a:xfrm>
          <a:prstGeom prst="roundRect">
            <a:avLst>
              <a:gd name="adj" fmla="val 9931"/>
            </a:avLst>
          </a:prstGeom>
          <a:solidFill>
            <a:schemeClr val="bg1"/>
          </a:solidFill>
          <a:ln w="12700" algn="ctr">
            <a:solidFill>
              <a:srgbClr val="000814"/>
            </a:solidFill>
            <a:prstDash val="dash"/>
            <a:round/>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09" name="Line 4">
            <a:extLst>
              <a:ext uri="{FF2B5EF4-FFF2-40B4-BE49-F238E27FC236}">
                <a16:creationId xmlns:a16="http://schemas.microsoft.com/office/drawing/2014/main" id="{69B3FE86-0A85-E061-E384-5B76A2C28596}"/>
              </a:ext>
            </a:extLst>
          </p:cNvPr>
          <p:cNvSpPr>
            <a:spLocks noChangeShapeType="1"/>
          </p:cNvSpPr>
          <p:nvPr/>
        </p:nvSpPr>
        <p:spPr bwMode="auto">
          <a:xfrm>
            <a:off x="2182813" y="5264150"/>
            <a:ext cx="4440237" cy="0"/>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10" name="Text Box 5">
            <a:extLst>
              <a:ext uri="{FF2B5EF4-FFF2-40B4-BE49-F238E27FC236}">
                <a16:creationId xmlns:a16="http://schemas.microsoft.com/office/drawing/2014/main" id="{E8CB9F08-DB96-1866-200E-BF3C23C4E127}"/>
              </a:ext>
            </a:extLst>
          </p:cNvPr>
          <p:cNvSpPr txBox="1">
            <a:spLocks noChangeArrowheads="1"/>
          </p:cNvSpPr>
          <p:nvPr/>
        </p:nvSpPr>
        <p:spPr bwMode="auto">
          <a:xfrm>
            <a:off x="2876550" y="4703763"/>
            <a:ext cx="811213"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204"/>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ctr" defTabSz="941388" rtl="0" eaLnBrk="1" fontAlgn="base" latinLnBrk="0" hangingPunct="1">
              <a:lnSpc>
                <a:spcPct val="90000"/>
              </a:lnSpc>
              <a:spcBef>
                <a:spcPct val="5000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Write</a:t>
            </a:r>
            <a:br>
              <a:rPr kumimoji="0" lang="en-US" altLang="en-US" sz="14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br>
            <a:r>
              <a:rPr kumimoji="0" lang="en-US" altLang="en-US" sz="14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Request</a:t>
            </a:r>
          </a:p>
        </p:txBody>
      </p:sp>
      <p:sp>
        <p:nvSpPr>
          <p:cNvPr id="21511" name="Rectangle 6">
            <a:extLst>
              <a:ext uri="{FF2B5EF4-FFF2-40B4-BE49-F238E27FC236}">
                <a16:creationId xmlns:a16="http://schemas.microsoft.com/office/drawing/2014/main" id="{A82506C0-A75A-C606-BCA1-FE14A2D2382A}"/>
              </a:ext>
            </a:extLst>
          </p:cNvPr>
          <p:cNvSpPr>
            <a:spLocks noGrp="1"/>
          </p:cNvSpPr>
          <p:nvPr>
            <p:ph type="title"/>
          </p:nvPr>
        </p:nvSpPr>
        <p:spPr/>
        <p:txBody>
          <a:bodyPr/>
          <a:lstStyle/>
          <a:p>
            <a:pPr eaLnBrk="1" hangingPunct="1"/>
            <a:r>
              <a:rPr lang="en-US" altLang="en-US"/>
              <a:t>Write Operation with Cache</a:t>
            </a:r>
          </a:p>
        </p:txBody>
      </p:sp>
      <p:sp>
        <p:nvSpPr>
          <p:cNvPr id="21512" name="Line 7">
            <a:extLst>
              <a:ext uri="{FF2B5EF4-FFF2-40B4-BE49-F238E27FC236}">
                <a16:creationId xmlns:a16="http://schemas.microsoft.com/office/drawing/2014/main" id="{8AA8C28D-49C5-ECBC-E491-E403980DB971}"/>
              </a:ext>
            </a:extLst>
          </p:cNvPr>
          <p:cNvSpPr>
            <a:spLocks noChangeShapeType="1"/>
          </p:cNvSpPr>
          <p:nvPr/>
        </p:nvSpPr>
        <p:spPr bwMode="auto">
          <a:xfrm>
            <a:off x="2182813" y="2439988"/>
            <a:ext cx="4440237" cy="0"/>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3464" name="Line 8">
            <a:extLst>
              <a:ext uri="{FF2B5EF4-FFF2-40B4-BE49-F238E27FC236}">
                <a16:creationId xmlns:a16="http://schemas.microsoft.com/office/drawing/2014/main" id="{65DB2D21-7F45-6286-2A48-93B146FC8867}"/>
              </a:ext>
            </a:extLst>
          </p:cNvPr>
          <p:cNvSpPr>
            <a:spLocks noChangeShapeType="1"/>
          </p:cNvSpPr>
          <p:nvPr/>
        </p:nvSpPr>
        <p:spPr bwMode="auto">
          <a:xfrm>
            <a:off x="2182813" y="2439988"/>
            <a:ext cx="1920875" cy="0"/>
          </a:xfrm>
          <a:prstGeom prst="line">
            <a:avLst/>
          </a:prstGeom>
          <a:noFill/>
          <a:ln w="76200">
            <a:solidFill>
              <a:srgbClr val="FF00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14" name="Text Box 9">
            <a:extLst>
              <a:ext uri="{FF2B5EF4-FFF2-40B4-BE49-F238E27FC236}">
                <a16:creationId xmlns:a16="http://schemas.microsoft.com/office/drawing/2014/main" id="{55F008F5-5CEB-0A50-B6A6-021DDC8AEC3D}"/>
              </a:ext>
            </a:extLst>
          </p:cNvPr>
          <p:cNvSpPr txBox="1">
            <a:spLocks noChangeArrowheads="1"/>
          </p:cNvSpPr>
          <p:nvPr/>
        </p:nvSpPr>
        <p:spPr bwMode="auto">
          <a:xfrm>
            <a:off x="2876550" y="1879600"/>
            <a:ext cx="811213"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204"/>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ctr" defTabSz="941388" rtl="0" eaLnBrk="1" fontAlgn="base" latinLnBrk="0" hangingPunct="1">
              <a:lnSpc>
                <a:spcPct val="90000"/>
              </a:lnSpc>
              <a:spcBef>
                <a:spcPct val="5000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Write</a:t>
            </a:r>
            <a:br>
              <a:rPr kumimoji="0" lang="en-US" altLang="en-US" sz="14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br>
            <a:r>
              <a:rPr kumimoji="0" lang="en-US" altLang="en-US" sz="1400" b="1"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Request</a:t>
            </a:r>
          </a:p>
        </p:txBody>
      </p:sp>
      <p:sp>
        <p:nvSpPr>
          <p:cNvPr id="21515" name="Text Box 10">
            <a:extLst>
              <a:ext uri="{FF2B5EF4-FFF2-40B4-BE49-F238E27FC236}">
                <a16:creationId xmlns:a16="http://schemas.microsoft.com/office/drawing/2014/main" id="{AEDE2C29-A3BF-EC58-AF94-8504CDB5515E}"/>
              </a:ext>
            </a:extLst>
          </p:cNvPr>
          <p:cNvSpPr txBox="1">
            <a:spLocks noChangeArrowheads="1"/>
          </p:cNvSpPr>
          <p:nvPr/>
        </p:nvSpPr>
        <p:spPr bwMode="auto">
          <a:xfrm>
            <a:off x="3135313" y="1157288"/>
            <a:ext cx="2873375" cy="274637"/>
          </a:xfrm>
          <a:prstGeom prst="rect">
            <a:avLst/>
          </a:prstGeom>
          <a:solidFill>
            <a:schemeClr val="bg1"/>
          </a:solidFill>
          <a:ln>
            <a:noFill/>
          </a:ln>
          <a:effectLst/>
          <a:extLs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altLang="en-US" sz="1800" b="1" i="0" u="none" strike="noStrike" kern="1200" cap="none" spc="0" normalizeH="0" baseline="0" noProof="0">
                <a:ln>
                  <a:noFill/>
                </a:ln>
                <a:solidFill>
                  <a:srgbClr val="000308"/>
                </a:solidFill>
                <a:effectLst/>
                <a:uLnTx/>
                <a:uFillTx/>
                <a:latin typeface="Verdana" panose="020B0604030504040204" pitchFamily="34" charset="0"/>
                <a:ea typeface="+mn-ea"/>
                <a:cs typeface="Arial" panose="020B0604020202020204" pitchFamily="34" charset="0"/>
              </a:rPr>
              <a:t>Write-through Cache</a:t>
            </a:r>
          </a:p>
        </p:txBody>
      </p:sp>
      <p:sp>
        <p:nvSpPr>
          <p:cNvPr id="21516" name="Text Box 11">
            <a:extLst>
              <a:ext uri="{FF2B5EF4-FFF2-40B4-BE49-F238E27FC236}">
                <a16:creationId xmlns:a16="http://schemas.microsoft.com/office/drawing/2014/main" id="{420FF7ED-7110-A9C9-78E2-8118D9E0450C}"/>
              </a:ext>
            </a:extLst>
          </p:cNvPr>
          <p:cNvSpPr txBox="1">
            <a:spLocks noChangeArrowheads="1"/>
          </p:cNvSpPr>
          <p:nvPr/>
        </p:nvSpPr>
        <p:spPr bwMode="auto">
          <a:xfrm>
            <a:off x="3771900" y="3981450"/>
            <a:ext cx="1601788" cy="274638"/>
          </a:xfrm>
          <a:prstGeom prst="rect">
            <a:avLst/>
          </a:prstGeom>
          <a:solidFill>
            <a:schemeClr val="bg1"/>
          </a:solidFill>
          <a:ln>
            <a:noFill/>
          </a:ln>
          <a:effectLst/>
          <a:extLs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altLang="en-US" sz="1800" b="1" i="0" u="none" strike="noStrike" kern="1200" cap="none" spc="0" normalizeH="0" baseline="0" noProof="0">
                <a:ln>
                  <a:noFill/>
                </a:ln>
                <a:solidFill>
                  <a:srgbClr val="000308"/>
                </a:solidFill>
                <a:effectLst/>
                <a:uLnTx/>
                <a:uFillTx/>
                <a:latin typeface="Verdana" panose="020B0604030504040204" pitchFamily="34" charset="0"/>
                <a:ea typeface="+mn-ea"/>
                <a:cs typeface="Arial" panose="020B0604020202020204" pitchFamily="34" charset="0"/>
              </a:rPr>
              <a:t>Write-back</a:t>
            </a:r>
          </a:p>
        </p:txBody>
      </p:sp>
      <p:sp>
        <p:nvSpPr>
          <p:cNvPr id="2963468" name="Line 12">
            <a:extLst>
              <a:ext uri="{FF2B5EF4-FFF2-40B4-BE49-F238E27FC236}">
                <a16:creationId xmlns:a16="http://schemas.microsoft.com/office/drawing/2014/main" id="{834F61EB-5E27-CC08-090B-59B647D0CFA5}"/>
              </a:ext>
            </a:extLst>
          </p:cNvPr>
          <p:cNvSpPr>
            <a:spLocks noChangeShapeType="1"/>
          </p:cNvSpPr>
          <p:nvPr/>
        </p:nvSpPr>
        <p:spPr bwMode="auto">
          <a:xfrm>
            <a:off x="5081588" y="2438400"/>
            <a:ext cx="1230312" cy="0"/>
          </a:xfrm>
          <a:prstGeom prst="line">
            <a:avLst/>
          </a:prstGeom>
          <a:noFill/>
          <a:ln w="76200">
            <a:solidFill>
              <a:srgbClr val="FF00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3469" name="Line 13">
            <a:extLst>
              <a:ext uri="{FF2B5EF4-FFF2-40B4-BE49-F238E27FC236}">
                <a16:creationId xmlns:a16="http://schemas.microsoft.com/office/drawing/2014/main" id="{780C1439-407F-ED54-8325-D0304660C1AD}"/>
              </a:ext>
            </a:extLst>
          </p:cNvPr>
          <p:cNvSpPr>
            <a:spLocks noChangeShapeType="1"/>
          </p:cNvSpPr>
          <p:nvPr/>
        </p:nvSpPr>
        <p:spPr bwMode="auto">
          <a:xfrm>
            <a:off x="2182813" y="5264150"/>
            <a:ext cx="1920875" cy="0"/>
          </a:xfrm>
          <a:prstGeom prst="line">
            <a:avLst/>
          </a:prstGeom>
          <a:noFill/>
          <a:ln w="76200">
            <a:solidFill>
              <a:srgbClr val="FF00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3470" name="Line 14">
            <a:extLst>
              <a:ext uri="{FF2B5EF4-FFF2-40B4-BE49-F238E27FC236}">
                <a16:creationId xmlns:a16="http://schemas.microsoft.com/office/drawing/2014/main" id="{C5259696-40CF-904E-F7B7-8B2797EDF91B}"/>
              </a:ext>
            </a:extLst>
          </p:cNvPr>
          <p:cNvSpPr>
            <a:spLocks noChangeShapeType="1"/>
          </p:cNvSpPr>
          <p:nvPr/>
        </p:nvSpPr>
        <p:spPr bwMode="auto">
          <a:xfrm>
            <a:off x="2182813" y="5264150"/>
            <a:ext cx="1920875" cy="0"/>
          </a:xfrm>
          <a:prstGeom prst="line">
            <a:avLst/>
          </a:prstGeom>
          <a:noFill/>
          <a:ln w="76200">
            <a:solidFill>
              <a:srgbClr val="36BA65"/>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3471" name="Line 15">
            <a:extLst>
              <a:ext uri="{FF2B5EF4-FFF2-40B4-BE49-F238E27FC236}">
                <a16:creationId xmlns:a16="http://schemas.microsoft.com/office/drawing/2014/main" id="{DA64B3FB-DF9C-96B3-1ADF-885907593407}"/>
              </a:ext>
            </a:extLst>
          </p:cNvPr>
          <p:cNvSpPr>
            <a:spLocks noChangeShapeType="1"/>
          </p:cNvSpPr>
          <p:nvPr/>
        </p:nvSpPr>
        <p:spPr bwMode="auto">
          <a:xfrm>
            <a:off x="2182813" y="5264150"/>
            <a:ext cx="1920875" cy="0"/>
          </a:xfrm>
          <a:prstGeom prst="line">
            <a:avLst/>
          </a:prstGeom>
          <a:noFill/>
          <a:ln w="76200">
            <a:solidFill>
              <a:srgbClr val="5089F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3472" name="Line 16">
            <a:extLst>
              <a:ext uri="{FF2B5EF4-FFF2-40B4-BE49-F238E27FC236}">
                <a16:creationId xmlns:a16="http://schemas.microsoft.com/office/drawing/2014/main" id="{F20B773C-8E1E-9955-77DD-EAE48C236728}"/>
              </a:ext>
            </a:extLst>
          </p:cNvPr>
          <p:cNvSpPr>
            <a:spLocks noChangeShapeType="1"/>
          </p:cNvSpPr>
          <p:nvPr/>
        </p:nvSpPr>
        <p:spPr bwMode="auto">
          <a:xfrm>
            <a:off x="4722813" y="5257800"/>
            <a:ext cx="1920875" cy="0"/>
          </a:xfrm>
          <a:prstGeom prst="line">
            <a:avLst/>
          </a:prstGeom>
          <a:noFill/>
          <a:ln w="76200">
            <a:solidFill>
              <a:srgbClr val="FF00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3473" name="Line 17">
            <a:extLst>
              <a:ext uri="{FF2B5EF4-FFF2-40B4-BE49-F238E27FC236}">
                <a16:creationId xmlns:a16="http://schemas.microsoft.com/office/drawing/2014/main" id="{5F881A40-4B1B-D43D-B792-B3CAA5BD1708}"/>
              </a:ext>
            </a:extLst>
          </p:cNvPr>
          <p:cNvSpPr>
            <a:spLocks noChangeShapeType="1"/>
          </p:cNvSpPr>
          <p:nvPr/>
        </p:nvSpPr>
        <p:spPr bwMode="auto">
          <a:xfrm>
            <a:off x="4722813" y="5257800"/>
            <a:ext cx="1920875" cy="0"/>
          </a:xfrm>
          <a:prstGeom prst="line">
            <a:avLst/>
          </a:prstGeom>
          <a:noFill/>
          <a:ln w="76200">
            <a:solidFill>
              <a:srgbClr val="36BA65"/>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3474" name="Line 18">
            <a:extLst>
              <a:ext uri="{FF2B5EF4-FFF2-40B4-BE49-F238E27FC236}">
                <a16:creationId xmlns:a16="http://schemas.microsoft.com/office/drawing/2014/main" id="{35413E36-CA5F-992F-4E7C-1A4C08033F64}"/>
              </a:ext>
            </a:extLst>
          </p:cNvPr>
          <p:cNvSpPr>
            <a:spLocks noChangeShapeType="1"/>
          </p:cNvSpPr>
          <p:nvPr/>
        </p:nvSpPr>
        <p:spPr bwMode="auto">
          <a:xfrm>
            <a:off x="4722813" y="5257800"/>
            <a:ext cx="1920875" cy="0"/>
          </a:xfrm>
          <a:prstGeom prst="line">
            <a:avLst/>
          </a:prstGeom>
          <a:noFill/>
          <a:ln w="76200">
            <a:solidFill>
              <a:srgbClr val="5089F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3475" name="Line 19">
            <a:extLst>
              <a:ext uri="{FF2B5EF4-FFF2-40B4-BE49-F238E27FC236}">
                <a16:creationId xmlns:a16="http://schemas.microsoft.com/office/drawing/2014/main" id="{0302E762-667E-B04F-02E9-C4F9A3AF539C}"/>
              </a:ext>
            </a:extLst>
          </p:cNvPr>
          <p:cNvSpPr>
            <a:spLocks noChangeShapeType="1"/>
          </p:cNvSpPr>
          <p:nvPr/>
        </p:nvSpPr>
        <p:spPr bwMode="auto">
          <a:xfrm>
            <a:off x="2182813" y="2438400"/>
            <a:ext cx="4148137" cy="0"/>
          </a:xfrm>
          <a:prstGeom prst="line">
            <a:avLst/>
          </a:prstGeom>
          <a:noFill/>
          <a:ln w="76200">
            <a:solidFill>
              <a:srgbClr val="217F7B"/>
            </a:solidFill>
            <a:prstDash val="sysDot"/>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3477" name="Text Box 21">
            <a:extLst>
              <a:ext uri="{FF2B5EF4-FFF2-40B4-BE49-F238E27FC236}">
                <a16:creationId xmlns:a16="http://schemas.microsoft.com/office/drawing/2014/main" id="{9F998DF2-14C7-EAF6-51D9-3934C56705C8}"/>
              </a:ext>
            </a:extLst>
          </p:cNvPr>
          <p:cNvSpPr txBox="1">
            <a:spLocks noChangeArrowheads="1"/>
          </p:cNvSpPr>
          <p:nvPr/>
        </p:nvSpPr>
        <p:spPr bwMode="auto">
          <a:xfrm>
            <a:off x="2698750" y="2560638"/>
            <a:ext cx="1184275" cy="122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204"/>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ctr" defTabSz="941388" rtl="0" eaLnBrk="1" fontAlgn="base" latinLnBrk="0" hangingPunct="1">
              <a:lnSpc>
                <a:spcPct val="90000"/>
              </a:lnSpc>
              <a:spcBef>
                <a:spcPct val="50000"/>
              </a:spcBef>
              <a:spcAft>
                <a:spcPct val="0"/>
              </a:spcAft>
              <a:buClrTx/>
              <a:buSzTx/>
              <a:buFontTx/>
              <a:buNone/>
              <a:tabLst/>
              <a:defRPr/>
            </a:pPr>
            <a:r>
              <a:rPr kumimoji="0" lang="en-US" altLang="en-US" sz="900" b="1" i="0" u="none" strike="noStrike" kern="1200" cap="none" spc="0" normalizeH="0" baseline="0" noProof="0">
                <a:ln>
                  <a:noFill/>
                </a:ln>
                <a:solidFill>
                  <a:srgbClr val="217F7B"/>
                </a:solidFill>
                <a:effectLst/>
                <a:uLnTx/>
                <a:uFillTx/>
                <a:latin typeface="Verdana" panose="020B0604030504040204" pitchFamily="34" charset="0"/>
                <a:ea typeface="+mn-ea"/>
                <a:cs typeface="Arial" panose="020B0604020202020204" pitchFamily="34" charset="0"/>
              </a:rPr>
              <a:t>Acknowledgement</a:t>
            </a:r>
          </a:p>
        </p:txBody>
      </p:sp>
      <p:sp>
        <p:nvSpPr>
          <p:cNvPr id="2963478" name="Text Box 22">
            <a:extLst>
              <a:ext uri="{FF2B5EF4-FFF2-40B4-BE49-F238E27FC236}">
                <a16:creationId xmlns:a16="http://schemas.microsoft.com/office/drawing/2014/main" id="{2C8C9C59-B66A-B839-60E3-1DE31DC06044}"/>
              </a:ext>
            </a:extLst>
          </p:cNvPr>
          <p:cNvSpPr txBox="1">
            <a:spLocks noChangeArrowheads="1"/>
          </p:cNvSpPr>
          <p:nvPr/>
        </p:nvSpPr>
        <p:spPr bwMode="auto">
          <a:xfrm>
            <a:off x="2590800" y="5400675"/>
            <a:ext cx="1184275" cy="122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204"/>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ctr" defTabSz="941388" rtl="0" eaLnBrk="1" fontAlgn="base" latinLnBrk="0" hangingPunct="1">
              <a:lnSpc>
                <a:spcPct val="90000"/>
              </a:lnSpc>
              <a:spcBef>
                <a:spcPct val="50000"/>
              </a:spcBef>
              <a:spcAft>
                <a:spcPct val="0"/>
              </a:spcAft>
              <a:buClrTx/>
              <a:buSzTx/>
              <a:buFontTx/>
              <a:buNone/>
              <a:tabLst/>
              <a:defRPr/>
            </a:pPr>
            <a:r>
              <a:rPr kumimoji="0" lang="en-US" altLang="en-US" sz="900" b="1" i="0" u="none" strike="noStrike" kern="1200" cap="none" spc="0" normalizeH="0" baseline="0" noProof="0">
                <a:ln>
                  <a:noFill/>
                </a:ln>
                <a:solidFill>
                  <a:srgbClr val="217F7B"/>
                </a:solidFill>
                <a:effectLst/>
                <a:uLnTx/>
                <a:uFillTx/>
                <a:latin typeface="Verdana" panose="020B0604030504040204" pitchFamily="34" charset="0"/>
                <a:ea typeface="+mn-ea"/>
                <a:cs typeface="Arial" panose="020B0604020202020204" pitchFamily="34" charset="0"/>
              </a:rPr>
              <a:t>Acknowledgement</a:t>
            </a:r>
          </a:p>
        </p:txBody>
      </p:sp>
      <p:sp>
        <p:nvSpPr>
          <p:cNvPr id="21527" name="Text Box 23">
            <a:extLst>
              <a:ext uri="{FF2B5EF4-FFF2-40B4-BE49-F238E27FC236}">
                <a16:creationId xmlns:a16="http://schemas.microsoft.com/office/drawing/2014/main" id="{3F4013D9-B48E-C0C4-2B52-008EC34D5689}"/>
              </a:ext>
            </a:extLst>
          </p:cNvPr>
          <p:cNvSpPr txBox="1">
            <a:spLocks noChangeArrowheads="1"/>
          </p:cNvSpPr>
          <p:nvPr/>
        </p:nvSpPr>
        <p:spPr bwMode="auto">
          <a:xfrm>
            <a:off x="4276725" y="1670050"/>
            <a:ext cx="596900" cy="1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lIns="0" tIns="0" rIns="0" bIns="0">
            <a:spAutoFit/>
          </a:bodyPr>
          <a:lstStyle>
            <a:lvl1pPr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ctr" defTabSz="941388" rtl="0" eaLnBrk="1" fontAlgn="base" latinLnBrk="0" hangingPunct="1">
              <a:lnSpc>
                <a:spcPct val="90000"/>
              </a:lnSpc>
              <a:spcBef>
                <a:spcPct val="50000"/>
              </a:spcBef>
              <a:spcAft>
                <a:spcPct val="0"/>
              </a:spcAft>
              <a:buClrTx/>
              <a:buSzTx/>
              <a:buFontTx/>
              <a:buNone/>
              <a:tabLst/>
              <a:defRPr/>
            </a:pPr>
            <a:r>
              <a:rPr kumimoji="0" lang="en-US" altLang="en-US" sz="1400" b="1" i="0" u="none" strike="noStrike" kern="1200" cap="none" spc="0" normalizeH="0" baseline="0" noProof="0">
                <a:ln>
                  <a:noFill/>
                </a:ln>
                <a:solidFill>
                  <a:srgbClr val="000204"/>
                </a:solidFill>
                <a:effectLst/>
                <a:uLnTx/>
                <a:uFillTx/>
                <a:latin typeface="Verdana" panose="020B0604030504040204" pitchFamily="34" charset="0"/>
                <a:ea typeface="+mn-ea"/>
                <a:cs typeface="Arial" panose="020B0604020202020204" pitchFamily="34" charset="0"/>
              </a:rPr>
              <a:t>Cache</a:t>
            </a:r>
          </a:p>
        </p:txBody>
      </p:sp>
      <p:sp>
        <p:nvSpPr>
          <p:cNvPr id="21528" name="Rectangle 24">
            <a:extLst>
              <a:ext uri="{FF2B5EF4-FFF2-40B4-BE49-F238E27FC236}">
                <a16:creationId xmlns:a16="http://schemas.microsoft.com/office/drawing/2014/main" id="{56067BBC-FEE4-61C7-595E-27708D598FFE}"/>
              </a:ext>
            </a:extLst>
          </p:cNvPr>
          <p:cNvSpPr>
            <a:spLocks noChangeArrowheads="1"/>
          </p:cNvSpPr>
          <p:nvPr/>
        </p:nvSpPr>
        <p:spPr bwMode="auto">
          <a:xfrm>
            <a:off x="4087813" y="1958975"/>
            <a:ext cx="1033462" cy="1028700"/>
          </a:xfrm>
          <a:prstGeom prst="rect">
            <a:avLst/>
          </a:prstGeom>
          <a:solidFill>
            <a:srgbClr val="000000"/>
          </a:solidFill>
          <a:ln>
            <a:noFill/>
          </a:ln>
          <a:effectLst/>
          <a:extLs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29" name="Rectangle 27">
            <a:extLst>
              <a:ext uri="{FF2B5EF4-FFF2-40B4-BE49-F238E27FC236}">
                <a16:creationId xmlns:a16="http://schemas.microsoft.com/office/drawing/2014/main" id="{694CA44E-3D03-5E83-9A74-74E3FA87CA1B}"/>
              </a:ext>
            </a:extLst>
          </p:cNvPr>
          <p:cNvSpPr>
            <a:spLocks noChangeArrowheads="1"/>
          </p:cNvSpPr>
          <p:nvPr/>
        </p:nvSpPr>
        <p:spPr bwMode="auto">
          <a:xfrm>
            <a:off x="4059238" y="1911350"/>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30" name="Rectangle 28">
            <a:extLst>
              <a:ext uri="{FF2B5EF4-FFF2-40B4-BE49-F238E27FC236}">
                <a16:creationId xmlns:a16="http://schemas.microsoft.com/office/drawing/2014/main" id="{1110F345-BDF5-1E67-0B5C-F871A57F55EC}"/>
              </a:ext>
            </a:extLst>
          </p:cNvPr>
          <p:cNvSpPr>
            <a:spLocks noChangeArrowheads="1"/>
          </p:cNvSpPr>
          <p:nvPr/>
        </p:nvSpPr>
        <p:spPr bwMode="auto">
          <a:xfrm>
            <a:off x="4187825" y="1911350"/>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31" name="Rectangle 29">
            <a:extLst>
              <a:ext uri="{FF2B5EF4-FFF2-40B4-BE49-F238E27FC236}">
                <a16:creationId xmlns:a16="http://schemas.microsoft.com/office/drawing/2014/main" id="{8249F253-64AA-FA05-5CDD-518788575C00}"/>
              </a:ext>
            </a:extLst>
          </p:cNvPr>
          <p:cNvSpPr>
            <a:spLocks noChangeArrowheads="1"/>
          </p:cNvSpPr>
          <p:nvPr/>
        </p:nvSpPr>
        <p:spPr bwMode="auto">
          <a:xfrm>
            <a:off x="4316413" y="1911350"/>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32" name="Rectangle 30">
            <a:extLst>
              <a:ext uri="{FF2B5EF4-FFF2-40B4-BE49-F238E27FC236}">
                <a16:creationId xmlns:a16="http://schemas.microsoft.com/office/drawing/2014/main" id="{EB19ED8B-798E-90E2-2D3B-1DC978C46487}"/>
              </a:ext>
            </a:extLst>
          </p:cNvPr>
          <p:cNvSpPr>
            <a:spLocks noChangeArrowheads="1"/>
          </p:cNvSpPr>
          <p:nvPr/>
        </p:nvSpPr>
        <p:spPr bwMode="auto">
          <a:xfrm>
            <a:off x="4445000" y="1911350"/>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33" name="Rectangle 31">
            <a:extLst>
              <a:ext uri="{FF2B5EF4-FFF2-40B4-BE49-F238E27FC236}">
                <a16:creationId xmlns:a16="http://schemas.microsoft.com/office/drawing/2014/main" id="{4957FDFE-7109-DCE5-DDA1-310128657D76}"/>
              </a:ext>
            </a:extLst>
          </p:cNvPr>
          <p:cNvSpPr>
            <a:spLocks noChangeArrowheads="1"/>
          </p:cNvSpPr>
          <p:nvPr/>
        </p:nvSpPr>
        <p:spPr bwMode="auto">
          <a:xfrm>
            <a:off x="4573588" y="1911350"/>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34" name="Rectangle 32">
            <a:extLst>
              <a:ext uri="{FF2B5EF4-FFF2-40B4-BE49-F238E27FC236}">
                <a16:creationId xmlns:a16="http://schemas.microsoft.com/office/drawing/2014/main" id="{EB95B0ED-6F10-D2C3-BFF7-6B956958AA6F}"/>
              </a:ext>
            </a:extLst>
          </p:cNvPr>
          <p:cNvSpPr>
            <a:spLocks noChangeArrowheads="1"/>
          </p:cNvSpPr>
          <p:nvPr/>
        </p:nvSpPr>
        <p:spPr bwMode="auto">
          <a:xfrm>
            <a:off x="4702175" y="1911350"/>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35" name="Rectangle 33">
            <a:extLst>
              <a:ext uri="{FF2B5EF4-FFF2-40B4-BE49-F238E27FC236}">
                <a16:creationId xmlns:a16="http://schemas.microsoft.com/office/drawing/2014/main" id="{99527255-E275-8872-8EBC-53142F26F3AD}"/>
              </a:ext>
            </a:extLst>
          </p:cNvPr>
          <p:cNvSpPr>
            <a:spLocks noChangeArrowheads="1"/>
          </p:cNvSpPr>
          <p:nvPr/>
        </p:nvSpPr>
        <p:spPr bwMode="auto">
          <a:xfrm>
            <a:off x="4830763" y="1911350"/>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36" name="Rectangle 34">
            <a:extLst>
              <a:ext uri="{FF2B5EF4-FFF2-40B4-BE49-F238E27FC236}">
                <a16:creationId xmlns:a16="http://schemas.microsoft.com/office/drawing/2014/main" id="{98991DAF-E0EA-E70A-FF54-8A3EC3A379FE}"/>
              </a:ext>
            </a:extLst>
          </p:cNvPr>
          <p:cNvSpPr>
            <a:spLocks noChangeArrowheads="1"/>
          </p:cNvSpPr>
          <p:nvPr/>
        </p:nvSpPr>
        <p:spPr bwMode="auto">
          <a:xfrm>
            <a:off x="4959350" y="1911350"/>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37" name="Rectangle 36">
            <a:extLst>
              <a:ext uri="{FF2B5EF4-FFF2-40B4-BE49-F238E27FC236}">
                <a16:creationId xmlns:a16="http://schemas.microsoft.com/office/drawing/2014/main" id="{1CFED3A6-BA83-9AC7-CD79-C6C6A2B8E600}"/>
              </a:ext>
            </a:extLst>
          </p:cNvPr>
          <p:cNvSpPr>
            <a:spLocks noChangeArrowheads="1"/>
          </p:cNvSpPr>
          <p:nvPr/>
        </p:nvSpPr>
        <p:spPr bwMode="auto">
          <a:xfrm>
            <a:off x="4059238" y="2039938"/>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38" name="Rectangle 37">
            <a:extLst>
              <a:ext uri="{FF2B5EF4-FFF2-40B4-BE49-F238E27FC236}">
                <a16:creationId xmlns:a16="http://schemas.microsoft.com/office/drawing/2014/main" id="{AC69AAFC-487B-2D34-CECB-A74FB71985DE}"/>
              </a:ext>
            </a:extLst>
          </p:cNvPr>
          <p:cNvSpPr>
            <a:spLocks noChangeArrowheads="1"/>
          </p:cNvSpPr>
          <p:nvPr/>
        </p:nvSpPr>
        <p:spPr bwMode="auto">
          <a:xfrm>
            <a:off x="4187825" y="2039938"/>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39" name="Rectangle 38">
            <a:extLst>
              <a:ext uri="{FF2B5EF4-FFF2-40B4-BE49-F238E27FC236}">
                <a16:creationId xmlns:a16="http://schemas.microsoft.com/office/drawing/2014/main" id="{4373B2B7-3EBC-79DA-1425-E3D841F17358}"/>
              </a:ext>
            </a:extLst>
          </p:cNvPr>
          <p:cNvSpPr>
            <a:spLocks noChangeArrowheads="1"/>
          </p:cNvSpPr>
          <p:nvPr/>
        </p:nvSpPr>
        <p:spPr bwMode="auto">
          <a:xfrm>
            <a:off x="4316413" y="2039938"/>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40" name="Rectangle 39">
            <a:extLst>
              <a:ext uri="{FF2B5EF4-FFF2-40B4-BE49-F238E27FC236}">
                <a16:creationId xmlns:a16="http://schemas.microsoft.com/office/drawing/2014/main" id="{C13F6FEC-E2C5-9153-2578-B643CE7A093C}"/>
              </a:ext>
            </a:extLst>
          </p:cNvPr>
          <p:cNvSpPr>
            <a:spLocks noChangeArrowheads="1"/>
          </p:cNvSpPr>
          <p:nvPr/>
        </p:nvSpPr>
        <p:spPr bwMode="auto">
          <a:xfrm>
            <a:off x="4445000" y="2039938"/>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41" name="Rectangle 40">
            <a:extLst>
              <a:ext uri="{FF2B5EF4-FFF2-40B4-BE49-F238E27FC236}">
                <a16:creationId xmlns:a16="http://schemas.microsoft.com/office/drawing/2014/main" id="{3C8BDB7D-CE3F-3CB2-651D-791BDD952D65}"/>
              </a:ext>
            </a:extLst>
          </p:cNvPr>
          <p:cNvSpPr>
            <a:spLocks noChangeArrowheads="1"/>
          </p:cNvSpPr>
          <p:nvPr/>
        </p:nvSpPr>
        <p:spPr bwMode="auto">
          <a:xfrm>
            <a:off x="4573588" y="2039938"/>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42" name="Rectangle 41">
            <a:extLst>
              <a:ext uri="{FF2B5EF4-FFF2-40B4-BE49-F238E27FC236}">
                <a16:creationId xmlns:a16="http://schemas.microsoft.com/office/drawing/2014/main" id="{B78213AF-88AE-C74B-FB4D-03D98FDA88EF}"/>
              </a:ext>
            </a:extLst>
          </p:cNvPr>
          <p:cNvSpPr>
            <a:spLocks noChangeArrowheads="1"/>
          </p:cNvSpPr>
          <p:nvPr/>
        </p:nvSpPr>
        <p:spPr bwMode="auto">
          <a:xfrm>
            <a:off x="4702175" y="2039938"/>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43" name="Rectangle 42">
            <a:extLst>
              <a:ext uri="{FF2B5EF4-FFF2-40B4-BE49-F238E27FC236}">
                <a16:creationId xmlns:a16="http://schemas.microsoft.com/office/drawing/2014/main" id="{2EA4638B-4A77-911D-8C5B-764D3D66A161}"/>
              </a:ext>
            </a:extLst>
          </p:cNvPr>
          <p:cNvSpPr>
            <a:spLocks noChangeArrowheads="1"/>
          </p:cNvSpPr>
          <p:nvPr/>
        </p:nvSpPr>
        <p:spPr bwMode="auto">
          <a:xfrm>
            <a:off x="4830763" y="2039938"/>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44" name="Rectangle 43">
            <a:extLst>
              <a:ext uri="{FF2B5EF4-FFF2-40B4-BE49-F238E27FC236}">
                <a16:creationId xmlns:a16="http://schemas.microsoft.com/office/drawing/2014/main" id="{1F4AC5F5-B988-FFBD-8A26-9F09EA3C9680}"/>
              </a:ext>
            </a:extLst>
          </p:cNvPr>
          <p:cNvSpPr>
            <a:spLocks noChangeArrowheads="1"/>
          </p:cNvSpPr>
          <p:nvPr/>
        </p:nvSpPr>
        <p:spPr bwMode="auto">
          <a:xfrm>
            <a:off x="4959350" y="2039938"/>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45" name="Rectangle 45">
            <a:extLst>
              <a:ext uri="{FF2B5EF4-FFF2-40B4-BE49-F238E27FC236}">
                <a16:creationId xmlns:a16="http://schemas.microsoft.com/office/drawing/2014/main" id="{B3597F21-0E42-E988-B315-33A60779D660}"/>
              </a:ext>
            </a:extLst>
          </p:cNvPr>
          <p:cNvSpPr>
            <a:spLocks noChangeArrowheads="1"/>
          </p:cNvSpPr>
          <p:nvPr/>
        </p:nvSpPr>
        <p:spPr bwMode="auto">
          <a:xfrm>
            <a:off x="4059238" y="2168525"/>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46" name="Rectangle 46">
            <a:extLst>
              <a:ext uri="{FF2B5EF4-FFF2-40B4-BE49-F238E27FC236}">
                <a16:creationId xmlns:a16="http://schemas.microsoft.com/office/drawing/2014/main" id="{F02077C7-7F0C-8CB9-E3DF-E562A5E9AB2B}"/>
              </a:ext>
            </a:extLst>
          </p:cNvPr>
          <p:cNvSpPr>
            <a:spLocks noChangeArrowheads="1"/>
          </p:cNvSpPr>
          <p:nvPr/>
        </p:nvSpPr>
        <p:spPr bwMode="auto">
          <a:xfrm>
            <a:off x="4187825" y="2168525"/>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47" name="Rectangle 47">
            <a:extLst>
              <a:ext uri="{FF2B5EF4-FFF2-40B4-BE49-F238E27FC236}">
                <a16:creationId xmlns:a16="http://schemas.microsoft.com/office/drawing/2014/main" id="{1A098BED-A2FF-B449-4E14-35588ED06A88}"/>
              </a:ext>
            </a:extLst>
          </p:cNvPr>
          <p:cNvSpPr>
            <a:spLocks noChangeArrowheads="1"/>
          </p:cNvSpPr>
          <p:nvPr/>
        </p:nvSpPr>
        <p:spPr bwMode="auto">
          <a:xfrm>
            <a:off x="4316413" y="2168525"/>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48" name="Rectangle 48">
            <a:extLst>
              <a:ext uri="{FF2B5EF4-FFF2-40B4-BE49-F238E27FC236}">
                <a16:creationId xmlns:a16="http://schemas.microsoft.com/office/drawing/2014/main" id="{17339FF7-BDB5-7798-24A2-92D6F6F56D56}"/>
              </a:ext>
            </a:extLst>
          </p:cNvPr>
          <p:cNvSpPr>
            <a:spLocks noChangeArrowheads="1"/>
          </p:cNvSpPr>
          <p:nvPr/>
        </p:nvSpPr>
        <p:spPr bwMode="auto">
          <a:xfrm>
            <a:off x="4445000" y="2168525"/>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49" name="Rectangle 49">
            <a:extLst>
              <a:ext uri="{FF2B5EF4-FFF2-40B4-BE49-F238E27FC236}">
                <a16:creationId xmlns:a16="http://schemas.microsoft.com/office/drawing/2014/main" id="{B631EA79-DD0E-AB35-FDAD-02123A5059C9}"/>
              </a:ext>
            </a:extLst>
          </p:cNvPr>
          <p:cNvSpPr>
            <a:spLocks noChangeArrowheads="1"/>
          </p:cNvSpPr>
          <p:nvPr/>
        </p:nvSpPr>
        <p:spPr bwMode="auto">
          <a:xfrm>
            <a:off x="4573588" y="2168525"/>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50" name="Rectangle 50">
            <a:extLst>
              <a:ext uri="{FF2B5EF4-FFF2-40B4-BE49-F238E27FC236}">
                <a16:creationId xmlns:a16="http://schemas.microsoft.com/office/drawing/2014/main" id="{B1E734F5-1EAC-4DCA-ADB7-F4C60328ABB7}"/>
              </a:ext>
            </a:extLst>
          </p:cNvPr>
          <p:cNvSpPr>
            <a:spLocks noChangeArrowheads="1"/>
          </p:cNvSpPr>
          <p:nvPr/>
        </p:nvSpPr>
        <p:spPr bwMode="auto">
          <a:xfrm>
            <a:off x="4702175" y="2168525"/>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51" name="Rectangle 51">
            <a:extLst>
              <a:ext uri="{FF2B5EF4-FFF2-40B4-BE49-F238E27FC236}">
                <a16:creationId xmlns:a16="http://schemas.microsoft.com/office/drawing/2014/main" id="{8ABA4852-7FCF-95D7-96F1-DB2A886CC0D3}"/>
              </a:ext>
            </a:extLst>
          </p:cNvPr>
          <p:cNvSpPr>
            <a:spLocks noChangeArrowheads="1"/>
          </p:cNvSpPr>
          <p:nvPr/>
        </p:nvSpPr>
        <p:spPr bwMode="auto">
          <a:xfrm>
            <a:off x="4830763" y="2168525"/>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52" name="Rectangle 52">
            <a:extLst>
              <a:ext uri="{FF2B5EF4-FFF2-40B4-BE49-F238E27FC236}">
                <a16:creationId xmlns:a16="http://schemas.microsoft.com/office/drawing/2014/main" id="{64AEE1AE-A23E-AAA2-C770-88A75C3659B6}"/>
              </a:ext>
            </a:extLst>
          </p:cNvPr>
          <p:cNvSpPr>
            <a:spLocks noChangeArrowheads="1"/>
          </p:cNvSpPr>
          <p:nvPr/>
        </p:nvSpPr>
        <p:spPr bwMode="auto">
          <a:xfrm>
            <a:off x="4959350" y="2168525"/>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53" name="Rectangle 54">
            <a:extLst>
              <a:ext uri="{FF2B5EF4-FFF2-40B4-BE49-F238E27FC236}">
                <a16:creationId xmlns:a16="http://schemas.microsoft.com/office/drawing/2014/main" id="{59DE2C1D-084B-BA77-DAF9-9B50CAE0692B}"/>
              </a:ext>
            </a:extLst>
          </p:cNvPr>
          <p:cNvSpPr>
            <a:spLocks noChangeArrowheads="1"/>
          </p:cNvSpPr>
          <p:nvPr/>
        </p:nvSpPr>
        <p:spPr bwMode="auto">
          <a:xfrm>
            <a:off x="4059238" y="2297113"/>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54" name="Rectangle 55">
            <a:extLst>
              <a:ext uri="{FF2B5EF4-FFF2-40B4-BE49-F238E27FC236}">
                <a16:creationId xmlns:a16="http://schemas.microsoft.com/office/drawing/2014/main" id="{776C9653-AD9E-EBB3-AE2F-3DA8C2E3E14E}"/>
              </a:ext>
            </a:extLst>
          </p:cNvPr>
          <p:cNvSpPr>
            <a:spLocks noChangeArrowheads="1"/>
          </p:cNvSpPr>
          <p:nvPr/>
        </p:nvSpPr>
        <p:spPr bwMode="auto">
          <a:xfrm>
            <a:off x="4187825" y="2297113"/>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55" name="Rectangle 56">
            <a:extLst>
              <a:ext uri="{FF2B5EF4-FFF2-40B4-BE49-F238E27FC236}">
                <a16:creationId xmlns:a16="http://schemas.microsoft.com/office/drawing/2014/main" id="{3022FE60-D7BE-A27E-23C7-3F55AD30FF61}"/>
              </a:ext>
            </a:extLst>
          </p:cNvPr>
          <p:cNvSpPr>
            <a:spLocks noChangeArrowheads="1"/>
          </p:cNvSpPr>
          <p:nvPr/>
        </p:nvSpPr>
        <p:spPr bwMode="auto">
          <a:xfrm>
            <a:off x="4316413" y="2297113"/>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56" name="Rectangle 57">
            <a:extLst>
              <a:ext uri="{FF2B5EF4-FFF2-40B4-BE49-F238E27FC236}">
                <a16:creationId xmlns:a16="http://schemas.microsoft.com/office/drawing/2014/main" id="{3B659FA0-B374-1D65-948D-03D264A4CD3B}"/>
              </a:ext>
            </a:extLst>
          </p:cNvPr>
          <p:cNvSpPr>
            <a:spLocks noChangeArrowheads="1"/>
          </p:cNvSpPr>
          <p:nvPr/>
        </p:nvSpPr>
        <p:spPr bwMode="auto">
          <a:xfrm>
            <a:off x="4445000" y="2297113"/>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57" name="Rectangle 58">
            <a:extLst>
              <a:ext uri="{FF2B5EF4-FFF2-40B4-BE49-F238E27FC236}">
                <a16:creationId xmlns:a16="http://schemas.microsoft.com/office/drawing/2014/main" id="{C2D92BBE-51A4-ADFE-25D9-A27982FDB7B1}"/>
              </a:ext>
            </a:extLst>
          </p:cNvPr>
          <p:cNvSpPr>
            <a:spLocks noChangeArrowheads="1"/>
          </p:cNvSpPr>
          <p:nvPr/>
        </p:nvSpPr>
        <p:spPr bwMode="auto">
          <a:xfrm>
            <a:off x="4573588" y="2297113"/>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58" name="Rectangle 59">
            <a:extLst>
              <a:ext uri="{FF2B5EF4-FFF2-40B4-BE49-F238E27FC236}">
                <a16:creationId xmlns:a16="http://schemas.microsoft.com/office/drawing/2014/main" id="{7C7F3498-A4CA-2AB7-631E-A0DED4B12DC9}"/>
              </a:ext>
            </a:extLst>
          </p:cNvPr>
          <p:cNvSpPr>
            <a:spLocks noChangeArrowheads="1"/>
          </p:cNvSpPr>
          <p:nvPr/>
        </p:nvSpPr>
        <p:spPr bwMode="auto">
          <a:xfrm>
            <a:off x="4702175" y="2297113"/>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59" name="Rectangle 60">
            <a:extLst>
              <a:ext uri="{FF2B5EF4-FFF2-40B4-BE49-F238E27FC236}">
                <a16:creationId xmlns:a16="http://schemas.microsoft.com/office/drawing/2014/main" id="{E1E893E1-12CE-F0F0-BB21-2B6266D609A0}"/>
              </a:ext>
            </a:extLst>
          </p:cNvPr>
          <p:cNvSpPr>
            <a:spLocks noChangeArrowheads="1"/>
          </p:cNvSpPr>
          <p:nvPr/>
        </p:nvSpPr>
        <p:spPr bwMode="auto">
          <a:xfrm>
            <a:off x="4830763" y="2297113"/>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60" name="Rectangle 61">
            <a:extLst>
              <a:ext uri="{FF2B5EF4-FFF2-40B4-BE49-F238E27FC236}">
                <a16:creationId xmlns:a16="http://schemas.microsoft.com/office/drawing/2014/main" id="{C96A72B6-DC3B-D422-23CB-2A689D71D739}"/>
              </a:ext>
            </a:extLst>
          </p:cNvPr>
          <p:cNvSpPr>
            <a:spLocks noChangeArrowheads="1"/>
          </p:cNvSpPr>
          <p:nvPr/>
        </p:nvSpPr>
        <p:spPr bwMode="auto">
          <a:xfrm>
            <a:off x="4959350" y="2297113"/>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61" name="Rectangle 63">
            <a:extLst>
              <a:ext uri="{FF2B5EF4-FFF2-40B4-BE49-F238E27FC236}">
                <a16:creationId xmlns:a16="http://schemas.microsoft.com/office/drawing/2014/main" id="{5447D671-0323-670A-F820-02436FA1E5DB}"/>
              </a:ext>
            </a:extLst>
          </p:cNvPr>
          <p:cNvSpPr>
            <a:spLocks noChangeArrowheads="1"/>
          </p:cNvSpPr>
          <p:nvPr/>
        </p:nvSpPr>
        <p:spPr bwMode="auto">
          <a:xfrm>
            <a:off x="4059238" y="2425700"/>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62" name="Rectangle 64">
            <a:extLst>
              <a:ext uri="{FF2B5EF4-FFF2-40B4-BE49-F238E27FC236}">
                <a16:creationId xmlns:a16="http://schemas.microsoft.com/office/drawing/2014/main" id="{71F34814-24B9-2604-4BEC-E2D6D671A5B8}"/>
              </a:ext>
            </a:extLst>
          </p:cNvPr>
          <p:cNvSpPr>
            <a:spLocks noChangeArrowheads="1"/>
          </p:cNvSpPr>
          <p:nvPr/>
        </p:nvSpPr>
        <p:spPr bwMode="auto">
          <a:xfrm>
            <a:off x="4187825" y="2425700"/>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63" name="Rectangle 65">
            <a:extLst>
              <a:ext uri="{FF2B5EF4-FFF2-40B4-BE49-F238E27FC236}">
                <a16:creationId xmlns:a16="http://schemas.microsoft.com/office/drawing/2014/main" id="{76683C29-A101-CA2A-8A75-2FFA6E167180}"/>
              </a:ext>
            </a:extLst>
          </p:cNvPr>
          <p:cNvSpPr>
            <a:spLocks noChangeArrowheads="1"/>
          </p:cNvSpPr>
          <p:nvPr/>
        </p:nvSpPr>
        <p:spPr bwMode="auto">
          <a:xfrm>
            <a:off x="4316413" y="2425700"/>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64" name="Rectangle 66">
            <a:extLst>
              <a:ext uri="{FF2B5EF4-FFF2-40B4-BE49-F238E27FC236}">
                <a16:creationId xmlns:a16="http://schemas.microsoft.com/office/drawing/2014/main" id="{A7E7F1B0-66F6-7A50-73E6-AC270C84D4AB}"/>
              </a:ext>
            </a:extLst>
          </p:cNvPr>
          <p:cNvSpPr>
            <a:spLocks noChangeArrowheads="1"/>
          </p:cNvSpPr>
          <p:nvPr/>
        </p:nvSpPr>
        <p:spPr bwMode="auto">
          <a:xfrm>
            <a:off x="4445000" y="2425700"/>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65" name="Rectangle 67">
            <a:extLst>
              <a:ext uri="{FF2B5EF4-FFF2-40B4-BE49-F238E27FC236}">
                <a16:creationId xmlns:a16="http://schemas.microsoft.com/office/drawing/2014/main" id="{8F8E47E2-05A9-15AD-6B66-FE9F8626ACE6}"/>
              </a:ext>
            </a:extLst>
          </p:cNvPr>
          <p:cNvSpPr>
            <a:spLocks noChangeArrowheads="1"/>
          </p:cNvSpPr>
          <p:nvPr/>
        </p:nvSpPr>
        <p:spPr bwMode="auto">
          <a:xfrm>
            <a:off x="4573588" y="2425700"/>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66" name="Rectangle 68">
            <a:extLst>
              <a:ext uri="{FF2B5EF4-FFF2-40B4-BE49-F238E27FC236}">
                <a16:creationId xmlns:a16="http://schemas.microsoft.com/office/drawing/2014/main" id="{485246EB-AB15-1BE2-4A6F-79EE6335ED02}"/>
              </a:ext>
            </a:extLst>
          </p:cNvPr>
          <p:cNvSpPr>
            <a:spLocks noChangeArrowheads="1"/>
          </p:cNvSpPr>
          <p:nvPr/>
        </p:nvSpPr>
        <p:spPr bwMode="auto">
          <a:xfrm>
            <a:off x="4702175" y="2425700"/>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67" name="Rectangle 69">
            <a:extLst>
              <a:ext uri="{FF2B5EF4-FFF2-40B4-BE49-F238E27FC236}">
                <a16:creationId xmlns:a16="http://schemas.microsoft.com/office/drawing/2014/main" id="{B40978E7-947E-8666-4536-B557461CEB5E}"/>
              </a:ext>
            </a:extLst>
          </p:cNvPr>
          <p:cNvSpPr>
            <a:spLocks noChangeArrowheads="1"/>
          </p:cNvSpPr>
          <p:nvPr/>
        </p:nvSpPr>
        <p:spPr bwMode="auto">
          <a:xfrm>
            <a:off x="4830763" y="2425700"/>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68" name="Rectangle 70">
            <a:extLst>
              <a:ext uri="{FF2B5EF4-FFF2-40B4-BE49-F238E27FC236}">
                <a16:creationId xmlns:a16="http://schemas.microsoft.com/office/drawing/2014/main" id="{9BE77933-160C-A5E4-04E3-CF8AAACD09FA}"/>
              </a:ext>
            </a:extLst>
          </p:cNvPr>
          <p:cNvSpPr>
            <a:spLocks noChangeArrowheads="1"/>
          </p:cNvSpPr>
          <p:nvPr/>
        </p:nvSpPr>
        <p:spPr bwMode="auto">
          <a:xfrm>
            <a:off x="4959350" y="2425700"/>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69" name="Rectangle 72">
            <a:extLst>
              <a:ext uri="{FF2B5EF4-FFF2-40B4-BE49-F238E27FC236}">
                <a16:creationId xmlns:a16="http://schemas.microsoft.com/office/drawing/2014/main" id="{F9EE25B0-EA31-1289-B11D-3B8A2713702A}"/>
              </a:ext>
            </a:extLst>
          </p:cNvPr>
          <p:cNvSpPr>
            <a:spLocks noChangeArrowheads="1"/>
          </p:cNvSpPr>
          <p:nvPr/>
        </p:nvSpPr>
        <p:spPr bwMode="auto">
          <a:xfrm>
            <a:off x="4059238" y="2554288"/>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70" name="Rectangle 73">
            <a:extLst>
              <a:ext uri="{FF2B5EF4-FFF2-40B4-BE49-F238E27FC236}">
                <a16:creationId xmlns:a16="http://schemas.microsoft.com/office/drawing/2014/main" id="{F6FC8653-C815-110B-4E8D-5CDEDE0CB6CC}"/>
              </a:ext>
            </a:extLst>
          </p:cNvPr>
          <p:cNvSpPr>
            <a:spLocks noChangeArrowheads="1"/>
          </p:cNvSpPr>
          <p:nvPr/>
        </p:nvSpPr>
        <p:spPr bwMode="auto">
          <a:xfrm>
            <a:off x="4187825" y="2554288"/>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71" name="Rectangle 74">
            <a:extLst>
              <a:ext uri="{FF2B5EF4-FFF2-40B4-BE49-F238E27FC236}">
                <a16:creationId xmlns:a16="http://schemas.microsoft.com/office/drawing/2014/main" id="{A13A7A09-31FC-3787-BC7A-4EDB31B9505A}"/>
              </a:ext>
            </a:extLst>
          </p:cNvPr>
          <p:cNvSpPr>
            <a:spLocks noChangeArrowheads="1"/>
          </p:cNvSpPr>
          <p:nvPr/>
        </p:nvSpPr>
        <p:spPr bwMode="auto">
          <a:xfrm>
            <a:off x="4316413" y="2554288"/>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72" name="Rectangle 75">
            <a:extLst>
              <a:ext uri="{FF2B5EF4-FFF2-40B4-BE49-F238E27FC236}">
                <a16:creationId xmlns:a16="http://schemas.microsoft.com/office/drawing/2014/main" id="{2DAB8F1F-09B6-0E89-88EA-10A7C875EB47}"/>
              </a:ext>
            </a:extLst>
          </p:cNvPr>
          <p:cNvSpPr>
            <a:spLocks noChangeArrowheads="1"/>
          </p:cNvSpPr>
          <p:nvPr/>
        </p:nvSpPr>
        <p:spPr bwMode="auto">
          <a:xfrm>
            <a:off x="4445000" y="2554288"/>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73" name="Rectangle 76">
            <a:extLst>
              <a:ext uri="{FF2B5EF4-FFF2-40B4-BE49-F238E27FC236}">
                <a16:creationId xmlns:a16="http://schemas.microsoft.com/office/drawing/2014/main" id="{D9341416-F68B-FF2E-C433-33961440CB0C}"/>
              </a:ext>
            </a:extLst>
          </p:cNvPr>
          <p:cNvSpPr>
            <a:spLocks noChangeArrowheads="1"/>
          </p:cNvSpPr>
          <p:nvPr/>
        </p:nvSpPr>
        <p:spPr bwMode="auto">
          <a:xfrm>
            <a:off x="4573588" y="2554288"/>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74" name="Rectangle 77">
            <a:extLst>
              <a:ext uri="{FF2B5EF4-FFF2-40B4-BE49-F238E27FC236}">
                <a16:creationId xmlns:a16="http://schemas.microsoft.com/office/drawing/2014/main" id="{036CEAAF-71B6-7497-03A1-178F7F6C772A}"/>
              </a:ext>
            </a:extLst>
          </p:cNvPr>
          <p:cNvSpPr>
            <a:spLocks noChangeArrowheads="1"/>
          </p:cNvSpPr>
          <p:nvPr/>
        </p:nvSpPr>
        <p:spPr bwMode="auto">
          <a:xfrm>
            <a:off x="4702175" y="2554288"/>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75" name="Rectangle 78">
            <a:extLst>
              <a:ext uri="{FF2B5EF4-FFF2-40B4-BE49-F238E27FC236}">
                <a16:creationId xmlns:a16="http://schemas.microsoft.com/office/drawing/2014/main" id="{46B02752-5D85-097C-3A3E-AE7BC99B5ACB}"/>
              </a:ext>
            </a:extLst>
          </p:cNvPr>
          <p:cNvSpPr>
            <a:spLocks noChangeArrowheads="1"/>
          </p:cNvSpPr>
          <p:nvPr/>
        </p:nvSpPr>
        <p:spPr bwMode="auto">
          <a:xfrm>
            <a:off x="4830763" y="2554288"/>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76" name="Rectangle 79">
            <a:extLst>
              <a:ext uri="{FF2B5EF4-FFF2-40B4-BE49-F238E27FC236}">
                <a16:creationId xmlns:a16="http://schemas.microsoft.com/office/drawing/2014/main" id="{49CC2952-0C3F-9B51-3308-CC0F2714D878}"/>
              </a:ext>
            </a:extLst>
          </p:cNvPr>
          <p:cNvSpPr>
            <a:spLocks noChangeArrowheads="1"/>
          </p:cNvSpPr>
          <p:nvPr/>
        </p:nvSpPr>
        <p:spPr bwMode="auto">
          <a:xfrm>
            <a:off x="4959350" y="2554288"/>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77" name="Rectangle 81">
            <a:extLst>
              <a:ext uri="{FF2B5EF4-FFF2-40B4-BE49-F238E27FC236}">
                <a16:creationId xmlns:a16="http://schemas.microsoft.com/office/drawing/2014/main" id="{F1792280-0B79-B2B9-DE74-812AEFE2B958}"/>
              </a:ext>
            </a:extLst>
          </p:cNvPr>
          <p:cNvSpPr>
            <a:spLocks noChangeArrowheads="1"/>
          </p:cNvSpPr>
          <p:nvPr/>
        </p:nvSpPr>
        <p:spPr bwMode="auto">
          <a:xfrm>
            <a:off x="4059238" y="2682875"/>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78" name="Rectangle 82">
            <a:extLst>
              <a:ext uri="{FF2B5EF4-FFF2-40B4-BE49-F238E27FC236}">
                <a16:creationId xmlns:a16="http://schemas.microsoft.com/office/drawing/2014/main" id="{2FF4E541-18F2-EE48-6C9A-9C4BA52F3222}"/>
              </a:ext>
            </a:extLst>
          </p:cNvPr>
          <p:cNvSpPr>
            <a:spLocks noChangeArrowheads="1"/>
          </p:cNvSpPr>
          <p:nvPr/>
        </p:nvSpPr>
        <p:spPr bwMode="auto">
          <a:xfrm>
            <a:off x="4187825" y="2682875"/>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79" name="Rectangle 83">
            <a:extLst>
              <a:ext uri="{FF2B5EF4-FFF2-40B4-BE49-F238E27FC236}">
                <a16:creationId xmlns:a16="http://schemas.microsoft.com/office/drawing/2014/main" id="{8C7B8B75-8A17-D6D6-328B-4FB5FF8AA2D5}"/>
              </a:ext>
            </a:extLst>
          </p:cNvPr>
          <p:cNvSpPr>
            <a:spLocks noChangeArrowheads="1"/>
          </p:cNvSpPr>
          <p:nvPr/>
        </p:nvSpPr>
        <p:spPr bwMode="auto">
          <a:xfrm>
            <a:off x="4316413" y="2682875"/>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80" name="Rectangle 84">
            <a:extLst>
              <a:ext uri="{FF2B5EF4-FFF2-40B4-BE49-F238E27FC236}">
                <a16:creationId xmlns:a16="http://schemas.microsoft.com/office/drawing/2014/main" id="{41521697-4D3F-7D96-1886-506D9E93AE56}"/>
              </a:ext>
            </a:extLst>
          </p:cNvPr>
          <p:cNvSpPr>
            <a:spLocks noChangeArrowheads="1"/>
          </p:cNvSpPr>
          <p:nvPr/>
        </p:nvSpPr>
        <p:spPr bwMode="auto">
          <a:xfrm>
            <a:off x="4445000" y="2682875"/>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81" name="Rectangle 85">
            <a:extLst>
              <a:ext uri="{FF2B5EF4-FFF2-40B4-BE49-F238E27FC236}">
                <a16:creationId xmlns:a16="http://schemas.microsoft.com/office/drawing/2014/main" id="{D1FA2185-FF0E-B8BD-0464-19F43205C29D}"/>
              </a:ext>
            </a:extLst>
          </p:cNvPr>
          <p:cNvSpPr>
            <a:spLocks noChangeArrowheads="1"/>
          </p:cNvSpPr>
          <p:nvPr/>
        </p:nvSpPr>
        <p:spPr bwMode="auto">
          <a:xfrm>
            <a:off x="4573588" y="2682875"/>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82" name="Rectangle 86">
            <a:extLst>
              <a:ext uri="{FF2B5EF4-FFF2-40B4-BE49-F238E27FC236}">
                <a16:creationId xmlns:a16="http://schemas.microsoft.com/office/drawing/2014/main" id="{862351A6-A7A0-DC5C-4009-15AB65122722}"/>
              </a:ext>
            </a:extLst>
          </p:cNvPr>
          <p:cNvSpPr>
            <a:spLocks noChangeArrowheads="1"/>
          </p:cNvSpPr>
          <p:nvPr/>
        </p:nvSpPr>
        <p:spPr bwMode="auto">
          <a:xfrm>
            <a:off x="4702175" y="2682875"/>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83" name="Rectangle 87">
            <a:extLst>
              <a:ext uri="{FF2B5EF4-FFF2-40B4-BE49-F238E27FC236}">
                <a16:creationId xmlns:a16="http://schemas.microsoft.com/office/drawing/2014/main" id="{375A6775-658C-CD4E-4816-1B6872F9D9F8}"/>
              </a:ext>
            </a:extLst>
          </p:cNvPr>
          <p:cNvSpPr>
            <a:spLocks noChangeArrowheads="1"/>
          </p:cNvSpPr>
          <p:nvPr/>
        </p:nvSpPr>
        <p:spPr bwMode="auto">
          <a:xfrm>
            <a:off x="4830763" y="2682875"/>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84" name="Rectangle 88">
            <a:extLst>
              <a:ext uri="{FF2B5EF4-FFF2-40B4-BE49-F238E27FC236}">
                <a16:creationId xmlns:a16="http://schemas.microsoft.com/office/drawing/2014/main" id="{8500BDEB-55F6-1DF4-0A97-5BBE5558B958}"/>
              </a:ext>
            </a:extLst>
          </p:cNvPr>
          <p:cNvSpPr>
            <a:spLocks noChangeArrowheads="1"/>
          </p:cNvSpPr>
          <p:nvPr/>
        </p:nvSpPr>
        <p:spPr bwMode="auto">
          <a:xfrm>
            <a:off x="4959350" y="2682875"/>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85" name="Rectangle 90">
            <a:extLst>
              <a:ext uri="{FF2B5EF4-FFF2-40B4-BE49-F238E27FC236}">
                <a16:creationId xmlns:a16="http://schemas.microsoft.com/office/drawing/2014/main" id="{98F29D5A-1B6E-B1B3-A57D-C252547E39E3}"/>
              </a:ext>
            </a:extLst>
          </p:cNvPr>
          <p:cNvSpPr>
            <a:spLocks noChangeArrowheads="1"/>
          </p:cNvSpPr>
          <p:nvPr/>
        </p:nvSpPr>
        <p:spPr bwMode="auto">
          <a:xfrm>
            <a:off x="4059238" y="2811463"/>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86" name="Rectangle 91">
            <a:extLst>
              <a:ext uri="{FF2B5EF4-FFF2-40B4-BE49-F238E27FC236}">
                <a16:creationId xmlns:a16="http://schemas.microsoft.com/office/drawing/2014/main" id="{A634A83B-D68A-2B63-B013-CAAA090F71C8}"/>
              </a:ext>
            </a:extLst>
          </p:cNvPr>
          <p:cNvSpPr>
            <a:spLocks noChangeArrowheads="1"/>
          </p:cNvSpPr>
          <p:nvPr/>
        </p:nvSpPr>
        <p:spPr bwMode="auto">
          <a:xfrm>
            <a:off x="4187825" y="2811463"/>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87" name="Rectangle 92">
            <a:extLst>
              <a:ext uri="{FF2B5EF4-FFF2-40B4-BE49-F238E27FC236}">
                <a16:creationId xmlns:a16="http://schemas.microsoft.com/office/drawing/2014/main" id="{86E25B20-F92E-E459-83ED-A03BF95D81CA}"/>
              </a:ext>
            </a:extLst>
          </p:cNvPr>
          <p:cNvSpPr>
            <a:spLocks noChangeArrowheads="1"/>
          </p:cNvSpPr>
          <p:nvPr/>
        </p:nvSpPr>
        <p:spPr bwMode="auto">
          <a:xfrm>
            <a:off x="4316413" y="2811463"/>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88" name="Rectangle 93">
            <a:extLst>
              <a:ext uri="{FF2B5EF4-FFF2-40B4-BE49-F238E27FC236}">
                <a16:creationId xmlns:a16="http://schemas.microsoft.com/office/drawing/2014/main" id="{D11CAD1D-FEF1-B391-B125-9E71B148318C}"/>
              </a:ext>
            </a:extLst>
          </p:cNvPr>
          <p:cNvSpPr>
            <a:spLocks noChangeArrowheads="1"/>
          </p:cNvSpPr>
          <p:nvPr/>
        </p:nvSpPr>
        <p:spPr bwMode="auto">
          <a:xfrm>
            <a:off x="4445000" y="2811463"/>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89" name="Rectangle 94">
            <a:extLst>
              <a:ext uri="{FF2B5EF4-FFF2-40B4-BE49-F238E27FC236}">
                <a16:creationId xmlns:a16="http://schemas.microsoft.com/office/drawing/2014/main" id="{E1932E41-7D81-C807-9302-8BA7EF8103DB}"/>
              </a:ext>
            </a:extLst>
          </p:cNvPr>
          <p:cNvSpPr>
            <a:spLocks noChangeArrowheads="1"/>
          </p:cNvSpPr>
          <p:nvPr/>
        </p:nvSpPr>
        <p:spPr bwMode="auto">
          <a:xfrm>
            <a:off x="4573588" y="2811463"/>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90" name="Rectangle 95">
            <a:extLst>
              <a:ext uri="{FF2B5EF4-FFF2-40B4-BE49-F238E27FC236}">
                <a16:creationId xmlns:a16="http://schemas.microsoft.com/office/drawing/2014/main" id="{E3A39145-9220-B549-466E-B936F9B0D072}"/>
              </a:ext>
            </a:extLst>
          </p:cNvPr>
          <p:cNvSpPr>
            <a:spLocks noChangeArrowheads="1"/>
          </p:cNvSpPr>
          <p:nvPr/>
        </p:nvSpPr>
        <p:spPr bwMode="auto">
          <a:xfrm>
            <a:off x="4702175" y="2811463"/>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91" name="Rectangle 96">
            <a:extLst>
              <a:ext uri="{FF2B5EF4-FFF2-40B4-BE49-F238E27FC236}">
                <a16:creationId xmlns:a16="http://schemas.microsoft.com/office/drawing/2014/main" id="{A8E7F07C-200B-CADA-C638-D82F5C954731}"/>
              </a:ext>
            </a:extLst>
          </p:cNvPr>
          <p:cNvSpPr>
            <a:spLocks noChangeArrowheads="1"/>
          </p:cNvSpPr>
          <p:nvPr/>
        </p:nvSpPr>
        <p:spPr bwMode="auto">
          <a:xfrm>
            <a:off x="4830763" y="2811463"/>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92" name="Rectangle 97">
            <a:extLst>
              <a:ext uri="{FF2B5EF4-FFF2-40B4-BE49-F238E27FC236}">
                <a16:creationId xmlns:a16="http://schemas.microsoft.com/office/drawing/2014/main" id="{FB10DBA0-F33C-5500-B479-3E2B071FD628}"/>
              </a:ext>
            </a:extLst>
          </p:cNvPr>
          <p:cNvSpPr>
            <a:spLocks noChangeArrowheads="1"/>
          </p:cNvSpPr>
          <p:nvPr/>
        </p:nvSpPr>
        <p:spPr bwMode="auto">
          <a:xfrm>
            <a:off x="4959350" y="2811463"/>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3554" name="Rectangle 98">
            <a:extLst>
              <a:ext uri="{FF2B5EF4-FFF2-40B4-BE49-F238E27FC236}">
                <a16:creationId xmlns:a16="http://schemas.microsoft.com/office/drawing/2014/main" id="{20E517AC-E685-015D-1D20-25B08A174ED9}"/>
              </a:ext>
            </a:extLst>
          </p:cNvPr>
          <p:cNvSpPr>
            <a:spLocks noChangeArrowheads="1"/>
          </p:cNvSpPr>
          <p:nvPr/>
        </p:nvSpPr>
        <p:spPr bwMode="auto">
          <a:xfrm>
            <a:off x="4059238" y="1912938"/>
            <a:ext cx="128587" cy="128587"/>
          </a:xfrm>
          <a:prstGeom prst="rect">
            <a:avLst/>
          </a:prstGeom>
          <a:solidFill>
            <a:srgbClr val="FF0000"/>
          </a:solidFill>
          <a:ln w="127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94" name="AutoShape 99">
            <a:extLst>
              <a:ext uri="{FF2B5EF4-FFF2-40B4-BE49-F238E27FC236}">
                <a16:creationId xmlns:a16="http://schemas.microsoft.com/office/drawing/2014/main" id="{20A779C2-C35C-E50B-3E7B-783DA648806E}"/>
              </a:ext>
            </a:extLst>
          </p:cNvPr>
          <p:cNvSpPr>
            <a:spLocks noChangeArrowheads="1"/>
          </p:cNvSpPr>
          <p:nvPr/>
        </p:nvSpPr>
        <p:spPr bwMode="auto">
          <a:xfrm>
            <a:off x="6300788" y="1503363"/>
            <a:ext cx="1298575" cy="1868487"/>
          </a:xfrm>
          <a:prstGeom prst="roundRect">
            <a:avLst>
              <a:gd name="adj" fmla="val 11657"/>
            </a:avLst>
          </a:prstGeom>
          <a:gradFill rotWithShape="1">
            <a:gsLst>
              <a:gs pos="0">
                <a:srgbClr val="E2EAEA"/>
              </a:gs>
              <a:gs pos="100000">
                <a:srgbClr val="F8FAFA"/>
              </a:gs>
            </a:gsLst>
            <a:lin ang="2700000" scaled="1"/>
          </a:gradFill>
          <a:ln w="6350" algn="ctr">
            <a:solidFill>
              <a:srgbClr val="6F9995"/>
            </a:solidFill>
            <a:round/>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95" name="Text Box 100">
            <a:extLst>
              <a:ext uri="{FF2B5EF4-FFF2-40B4-BE49-F238E27FC236}">
                <a16:creationId xmlns:a16="http://schemas.microsoft.com/office/drawing/2014/main" id="{E6C4C83D-EA62-6EFC-02F2-2E6231E54FFC}"/>
              </a:ext>
            </a:extLst>
          </p:cNvPr>
          <p:cNvSpPr txBox="1">
            <a:spLocks noChangeArrowheads="1"/>
          </p:cNvSpPr>
          <p:nvPr/>
        </p:nvSpPr>
        <p:spPr bwMode="auto">
          <a:xfrm>
            <a:off x="4276725" y="4484688"/>
            <a:ext cx="596900" cy="192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lIns="0" tIns="0" rIns="0" bIns="0">
            <a:spAutoFit/>
          </a:bodyPr>
          <a:lstStyle>
            <a:lvl1pPr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ctr" defTabSz="941388" rtl="0" eaLnBrk="1" fontAlgn="base" latinLnBrk="0" hangingPunct="1">
              <a:lnSpc>
                <a:spcPct val="90000"/>
              </a:lnSpc>
              <a:spcBef>
                <a:spcPct val="50000"/>
              </a:spcBef>
              <a:spcAft>
                <a:spcPct val="0"/>
              </a:spcAft>
              <a:buClrTx/>
              <a:buSzTx/>
              <a:buFontTx/>
              <a:buNone/>
              <a:tabLst/>
              <a:defRPr/>
            </a:pPr>
            <a:r>
              <a:rPr kumimoji="0" lang="en-US" altLang="en-US" sz="1400" b="1" i="0" u="none" strike="noStrike" kern="1200" cap="none" spc="0" normalizeH="0" baseline="0" noProof="0">
                <a:ln>
                  <a:noFill/>
                </a:ln>
                <a:solidFill>
                  <a:srgbClr val="000204"/>
                </a:solidFill>
                <a:effectLst/>
                <a:uLnTx/>
                <a:uFillTx/>
                <a:latin typeface="Verdana" panose="020B0604030504040204" pitchFamily="34" charset="0"/>
                <a:ea typeface="+mn-ea"/>
                <a:cs typeface="Arial" panose="020B0604020202020204" pitchFamily="34" charset="0"/>
              </a:rPr>
              <a:t>Cache</a:t>
            </a:r>
          </a:p>
        </p:txBody>
      </p:sp>
      <p:sp>
        <p:nvSpPr>
          <p:cNvPr id="21596" name="AutoShape 101">
            <a:extLst>
              <a:ext uri="{FF2B5EF4-FFF2-40B4-BE49-F238E27FC236}">
                <a16:creationId xmlns:a16="http://schemas.microsoft.com/office/drawing/2014/main" id="{E612C64D-B285-798A-0BE6-6501887D7413}"/>
              </a:ext>
            </a:extLst>
          </p:cNvPr>
          <p:cNvSpPr>
            <a:spLocks noChangeArrowheads="1"/>
          </p:cNvSpPr>
          <p:nvPr/>
        </p:nvSpPr>
        <p:spPr bwMode="auto">
          <a:xfrm>
            <a:off x="6300788" y="4327525"/>
            <a:ext cx="1298575" cy="1868488"/>
          </a:xfrm>
          <a:prstGeom prst="roundRect">
            <a:avLst>
              <a:gd name="adj" fmla="val 11657"/>
            </a:avLst>
          </a:prstGeom>
          <a:gradFill rotWithShape="1">
            <a:gsLst>
              <a:gs pos="0">
                <a:srgbClr val="E2EAEA"/>
              </a:gs>
              <a:gs pos="100000">
                <a:srgbClr val="F8FAFA"/>
              </a:gs>
            </a:gsLst>
            <a:lin ang="2700000" scaled="1"/>
          </a:gradFill>
          <a:ln w="6350" algn="ctr">
            <a:solidFill>
              <a:srgbClr val="6F9995"/>
            </a:solidFill>
            <a:round/>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97" name="Rectangle 102">
            <a:extLst>
              <a:ext uri="{FF2B5EF4-FFF2-40B4-BE49-F238E27FC236}">
                <a16:creationId xmlns:a16="http://schemas.microsoft.com/office/drawing/2014/main" id="{6DFB2C55-9575-0519-A210-55E9026B6EDB}"/>
              </a:ext>
            </a:extLst>
          </p:cNvPr>
          <p:cNvSpPr>
            <a:spLocks noChangeArrowheads="1"/>
          </p:cNvSpPr>
          <p:nvPr/>
        </p:nvSpPr>
        <p:spPr bwMode="auto">
          <a:xfrm>
            <a:off x="4087813" y="4789488"/>
            <a:ext cx="1033462" cy="1028700"/>
          </a:xfrm>
          <a:prstGeom prst="rect">
            <a:avLst/>
          </a:prstGeom>
          <a:solidFill>
            <a:srgbClr val="000000"/>
          </a:solidFill>
          <a:ln>
            <a:noFill/>
          </a:ln>
          <a:effectLst/>
          <a:extLs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98" name="Rectangle 105">
            <a:extLst>
              <a:ext uri="{FF2B5EF4-FFF2-40B4-BE49-F238E27FC236}">
                <a16:creationId xmlns:a16="http://schemas.microsoft.com/office/drawing/2014/main" id="{E7E9B24E-70BF-D596-BA4C-1FCC4FE1BDED}"/>
              </a:ext>
            </a:extLst>
          </p:cNvPr>
          <p:cNvSpPr>
            <a:spLocks noChangeArrowheads="1"/>
          </p:cNvSpPr>
          <p:nvPr/>
        </p:nvSpPr>
        <p:spPr bwMode="auto">
          <a:xfrm>
            <a:off x="4059238" y="4741863"/>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599" name="Rectangle 106">
            <a:extLst>
              <a:ext uri="{FF2B5EF4-FFF2-40B4-BE49-F238E27FC236}">
                <a16:creationId xmlns:a16="http://schemas.microsoft.com/office/drawing/2014/main" id="{6C964D3D-4FE9-844D-F73E-C3524F70ABB4}"/>
              </a:ext>
            </a:extLst>
          </p:cNvPr>
          <p:cNvSpPr>
            <a:spLocks noChangeArrowheads="1"/>
          </p:cNvSpPr>
          <p:nvPr/>
        </p:nvSpPr>
        <p:spPr bwMode="auto">
          <a:xfrm>
            <a:off x="4187825" y="4741863"/>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00" name="Rectangle 107">
            <a:extLst>
              <a:ext uri="{FF2B5EF4-FFF2-40B4-BE49-F238E27FC236}">
                <a16:creationId xmlns:a16="http://schemas.microsoft.com/office/drawing/2014/main" id="{D5541943-AF8E-76CA-B4AE-3F76B24426A5}"/>
              </a:ext>
            </a:extLst>
          </p:cNvPr>
          <p:cNvSpPr>
            <a:spLocks noChangeArrowheads="1"/>
          </p:cNvSpPr>
          <p:nvPr/>
        </p:nvSpPr>
        <p:spPr bwMode="auto">
          <a:xfrm>
            <a:off x="4316413" y="4741863"/>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01" name="Rectangle 108">
            <a:extLst>
              <a:ext uri="{FF2B5EF4-FFF2-40B4-BE49-F238E27FC236}">
                <a16:creationId xmlns:a16="http://schemas.microsoft.com/office/drawing/2014/main" id="{EE00707D-A400-D56A-7F0D-AACA949AF556}"/>
              </a:ext>
            </a:extLst>
          </p:cNvPr>
          <p:cNvSpPr>
            <a:spLocks noChangeArrowheads="1"/>
          </p:cNvSpPr>
          <p:nvPr/>
        </p:nvSpPr>
        <p:spPr bwMode="auto">
          <a:xfrm>
            <a:off x="4445000" y="4741863"/>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02" name="Rectangle 109">
            <a:extLst>
              <a:ext uri="{FF2B5EF4-FFF2-40B4-BE49-F238E27FC236}">
                <a16:creationId xmlns:a16="http://schemas.microsoft.com/office/drawing/2014/main" id="{1BB4E6E3-4F6D-FE74-C85E-E2847B0D235C}"/>
              </a:ext>
            </a:extLst>
          </p:cNvPr>
          <p:cNvSpPr>
            <a:spLocks noChangeArrowheads="1"/>
          </p:cNvSpPr>
          <p:nvPr/>
        </p:nvSpPr>
        <p:spPr bwMode="auto">
          <a:xfrm>
            <a:off x="4573588" y="4741863"/>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03" name="Rectangle 110">
            <a:extLst>
              <a:ext uri="{FF2B5EF4-FFF2-40B4-BE49-F238E27FC236}">
                <a16:creationId xmlns:a16="http://schemas.microsoft.com/office/drawing/2014/main" id="{5FA48FB8-1035-70BA-6239-D31226BBF387}"/>
              </a:ext>
            </a:extLst>
          </p:cNvPr>
          <p:cNvSpPr>
            <a:spLocks noChangeArrowheads="1"/>
          </p:cNvSpPr>
          <p:nvPr/>
        </p:nvSpPr>
        <p:spPr bwMode="auto">
          <a:xfrm>
            <a:off x="4702175" y="4741863"/>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04" name="Rectangle 111">
            <a:extLst>
              <a:ext uri="{FF2B5EF4-FFF2-40B4-BE49-F238E27FC236}">
                <a16:creationId xmlns:a16="http://schemas.microsoft.com/office/drawing/2014/main" id="{19237A7A-C2D0-6BC5-6901-DD59FE5D0B50}"/>
              </a:ext>
            </a:extLst>
          </p:cNvPr>
          <p:cNvSpPr>
            <a:spLocks noChangeArrowheads="1"/>
          </p:cNvSpPr>
          <p:nvPr/>
        </p:nvSpPr>
        <p:spPr bwMode="auto">
          <a:xfrm>
            <a:off x="4830763" y="4741863"/>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05" name="Rectangle 112">
            <a:extLst>
              <a:ext uri="{FF2B5EF4-FFF2-40B4-BE49-F238E27FC236}">
                <a16:creationId xmlns:a16="http://schemas.microsoft.com/office/drawing/2014/main" id="{0305071E-B5D6-6C6A-9048-85A5E73FC450}"/>
              </a:ext>
            </a:extLst>
          </p:cNvPr>
          <p:cNvSpPr>
            <a:spLocks noChangeArrowheads="1"/>
          </p:cNvSpPr>
          <p:nvPr/>
        </p:nvSpPr>
        <p:spPr bwMode="auto">
          <a:xfrm>
            <a:off x="4959350" y="4741863"/>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06" name="Rectangle 114">
            <a:extLst>
              <a:ext uri="{FF2B5EF4-FFF2-40B4-BE49-F238E27FC236}">
                <a16:creationId xmlns:a16="http://schemas.microsoft.com/office/drawing/2014/main" id="{02B001E3-C22D-67EA-24F5-F6DB8E3941C4}"/>
              </a:ext>
            </a:extLst>
          </p:cNvPr>
          <p:cNvSpPr>
            <a:spLocks noChangeArrowheads="1"/>
          </p:cNvSpPr>
          <p:nvPr/>
        </p:nvSpPr>
        <p:spPr bwMode="auto">
          <a:xfrm>
            <a:off x="4059238" y="4870450"/>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07" name="Rectangle 115">
            <a:extLst>
              <a:ext uri="{FF2B5EF4-FFF2-40B4-BE49-F238E27FC236}">
                <a16:creationId xmlns:a16="http://schemas.microsoft.com/office/drawing/2014/main" id="{F56E504A-9326-D399-FE3C-D54BA6B938A7}"/>
              </a:ext>
            </a:extLst>
          </p:cNvPr>
          <p:cNvSpPr>
            <a:spLocks noChangeArrowheads="1"/>
          </p:cNvSpPr>
          <p:nvPr/>
        </p:nvSpPr>
        <p:spPr bwMode="auto">
          <a:xfrm>
            <a:off x="4187825" y="4870450"/>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08" name="Rectangle 116">
            <a:extLst>
              <a:ext uri="{FF2B5EF4-FFF2-40B4-BE49-F238E27FC236}">
                <a16:creationId xmlns:a16="http://schemas.microsoft.com/office/drawing/2014/main" id="{45C4C43F-787C-8AB8-EDF1-598F9C1C13CF}"/>
              </a:ext>
            </a:extLst>
          </p:cNvPr>
          <p:cNvSpPr>
            <a:spLocks noChangeArrowheads="1"/>
          </p:cNvSpPr>
          <p:nvPr/>
        </p:nvSpPr>
        <p:spPr bwMode="auto">
          <a:xfrm>
            <a:off x="4316413" y="4870450"/>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09" name="Rectangle 117">
            <a:extLst>
              <a:ext uri="{FF2B5EF4-FFF2-40B4-BE49-F238E27FC236}">
                <a16:creationId xmlns:a16="http://schemas.microsoft.com/office/drawing/2014/main" id="{FE8CD1F6-64E7-58C9-6EBD-4F423A2E4D55}"/>
              </a:ext>
            </a:extLst>
          </p:cNvPr>
          <p:cNvSpPr>
            <a:spLocks noChangeArrowheads="1"/>
          </p:cNvSpPr>
          <p:nvPr/>
        </p:nvSpPr>
        <p:spPr bwMode="auto">
          <a:xfrm>
            <a:off x="4445000" y="4870450"/>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10" name="Rectangle 118">
            <a:extLst>
              <a:ext uri="{FF2B5EF4-FFF2-40B4-BE49-F238E27FC236}">
                <a16:creationId xmlns:a16="http://schemas.microsoft.com/office/drawing/2014/main" id="{F4D9D6EA-4251-3B5F-D445-BAE3853B0F2E}"/>
              </a:ext>
            </a:extLst>
          </p:cNvPr>
          <p:cNvSpPr>
            <a:spLocks noChangeArrowheads="1"/>
          </p:cNvSpPr>
          <p:nvPr/>
        </p:nvSpPr>
        <p:spPr bwMode="auto">
          <a:xfrm>
            <a:off x="4573588" y="4870450"/>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11" name="Rectangle 119">
            <a:extLst>
              <a:ext uri="{FF2B5EF4-FFF2-40B4-BE49-F238E27FC236}">
                <a16:creationId xmlns:a16="http://schemas.microsoft.com/office/drawing/2014/main" id="{618F8E6D-0FC4-4917-2587-DC629BD095A3}"/>
              </a:ext>
            </a:extLst>
          </p:cNvPr>
          <p:cNvSpPr>
            <a:spLocks noChangeArrowheads="1"/>
          </p:cNvSpPr>
          <p:nvPr/>
        </p:nvSpPr>
        <p:spPr bwMode="auto">
          <a:xfrm>
            <a:off x="4702175" y="4870450"/>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12" name="Rectangle 120">
            <a:extLst>
              <a:ext uri="{FF2B5EF4-FFF2-40B4-BE49-F238E27FC236}">
                <a16:creationId xmlns:a16="http://schemas.microsoft.com/office/drawing/2014/main" id="{16F2952C-1360-C305-40DA-FA4800C4DD92}"/>
              </a:ext>
            </a:extLst>
          </p:cNvPr>
          <p:cNvSpPr>
            <a:spLocks noChangeArrowheads="1"/>
          </p:cNvSpPr>
          <p:nvPr/>
        </p:nvSpPr>
        <p:spPr bwMode="auto">
          <a:xfrm>
            <a:off x="4830763" y="4870450"/>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13" name="Rectangle 121">
            <a:extLst>
              <a:ext uri="{FF2B5EF4-FFF2-40B4-BE49-F238E27FC236}">
                <a16:creationId xmlns:a16="http://schemas.microsoft.com/office/drawing/2014/main" id="{686CCAD6-F66E-0238-3F6B-F93818E2B00D}"/>
              </a:ext>
            </a:extLst>
          </p:cNvPr>
          <p:cNvSpPr>
            <a:spLocks noChangeArrowheads="1"/>
          </p:cNvSpPr>
          <p:nvPr/>
        </p:nvSpPr>
        <p:spPr bwMode="auto">
          <a:xfrm>
            <a:off x="4959350" y="4870450"/>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14" name="Rectangle 123">
            <a:extLst>
              <a:ext uri="{FF2B5EF4-FFF2-40B4-BE49-F238E27FC236}">
                <a16:creationId xmlns:a16="http://schemas.microsoft.com/office/drawing/2014/main" id="{70186946-2F66-0440-7A67-042748ED064A}"/>
              </a:ext>
            </a:extLst>
          </p:cNvPr>
          <p:cNvSpPr>
            <a:spLocks noChangeArrowheads="1"/>
          </p:cNvSpPr>
          <p:nvPr/>
        </p:nvSpPr>
        <p:spPr bwMode="auto">
          <a:xfrm>
            <a:off x="4059238" y="4999038"/>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15" name="Rectangle 124">
            <a:extLst>
              <a:ext uri="{FF2B5EF4-FFF2-40B4-BE49-F238E27FC236}">
                <a16:creationId xmlns:a16="http://schemas.microsoft.com/office/drawing/2014/main" id="{0D9137FE-DA81-6DD1-07F0-6361D37CE1E6}"/>
              </a:ext>
            </a:extLst>
          </p:cNvPr>
          <p:cNvSpPr>
            <a:spLocks noChangeArrowheads="1"/>
          </p:cNvSpPr>
          <p:nvPr/>
        </p:nvSpPr>
        <p:spPr bwMode="auto">
          <a:xfrm>
            <a:off x="4187825" y="4999038"/>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16" name="Rectangle 125">
            <a:extLst>
              <a:ext uri="{FF2B5EF4-FFF2-40B4-BE49-F238E27FC236}">
                <a16:creationId xmlns:a16="http://schemas.microsoft.com/office/drawing/2014/main" id="{60C14EC7-26BE-7047-03B4-CB11E8E3FCE6}"/>
              </a:ext>
            </a:extLst>
          </p:cNvPr>
          <p:cNvSpPr>
            <a:spLocks noChangeArrowheads="1"/>
          </p:cNvSpPr>
          <p:nvPr/>
        </p:nvSpPr>
        <p:spPr bwMode="auto">
          <a:xfrm>
            <a:off x="4316413" y="4999038"/>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17" name="Rectangle 126">
            <a:extLst>
              <a:ext uri="{FF2B5EF4-FFF2-40B4-BE49-F238E27FC236}">
                <a16:creationId xmlns:a16="http://schemas.microsoft.com/office/drawing/2014/main" id="{9FD8D744-6C06-EA7D-5AB1-B643907FF32F}"/>
              </a:ext>
            </a:extLst>
          </p:cNvPr>
          <p:cNvSpPr>
            <a:spLocks noChangeArrowheads="1"/>
          </p:cNvSpPr>
          <p:nvPr/>
        </p:nvSpPr>
        <p:spPr bwMode="auto">
          <a:xfrm>
            <a:off x="4445000" y="4999038"/>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18" name="Rectangle 127">
            <a:extLst>
              <a:ext uri="{FF2B5EF4-FFF2-40B4-BE49-F238E27FC236}">
                <a16:creationId xmlns:a16="http://schemas.microsoft.com/office/drawing/2014/main" id="{056B01E2-2CE7-9A58-F750-CF3515F95A25}"/>
              </a:ext>
            </a:extLst>
          </p:cNvPr>
          <p:cNvSpPr>
            <a:spLocks noChangeArrowheads="1"/>
          </p:cNvSpPr>
          <p:nvPr/>
        </p:nvSpPr>
        <p:spPr bwMode="auto">
          <a:xfrm>
            <a:off x="4573588" y="4999038"/>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19" name="Rectangle 128">
            <a:extLst>
              <a:ext uri="{FF2B5EF4-FFF2-40B4-BE49-F238E27FC236}">
                <a16:creationId xmlns:a16="http://schemas.microsoft.com/office/drawing/2014/main" id="{709FFDB8-C026-4D89-8650-881556739861}"/>
              </a:ext>
            </a:extLst>
          </p:cNvPr>
          <p:cNvSpPr>
            <a:spLocks noChangeArrowheads="1"/>
          </p:cNvSpPr>
          <p:nvPr/>
        </p:nvSpPr>
        <p:spPr bwMode="auto">
          <a:xfrm>
            <a:off x="4702175" y="4999038"/>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20" name="Rectangle 129">
            <a:extLst>
              <a:ext uri="{FF2B5EF4-FFF2-40B4-BE49-F238E27FC236}">
                <a16:creationId xmlns:a16="http://schemas.microsoft.com/office/drawing/2014/main" id="{C20CB39F-0FA0-EEE4-7B66-2BC8D9069798}"/>
              </a:ext>
            </a:extLst>
          </p:cNvPr>
          <p:cNvSpPr>
            <a:spLocks noChangeArrowheads="1"/>
          </p:cNvSpPr>
          <p:nvPr/>
        </p:nvSpPr>
        <p:spPr bwMode="auto">
          <a:xfrm>
            <a:off x="4830763" y="4999038"/>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21" name="Rectangle 130">
            <a:extLst>
              <a:ext uri="{FF2B5EF4-FFF2-40B4-BE49-F238E27FC236}">
                <a16:creationId xmlns:a16="http://schemas.microsoft.com/office/drawing/2014/main" id="{D62A907D-88A8-D260-47DF-682ED1159B93}"/>
              </a:ext>
            </a:extLst>
          </p:cNvPr>
          <p:cNvSpPr>
            <a:spLocks noChangeArrowheads="1"/>
          </p:cNvSpPr>
          <p:nvPr/>
        </p:nvSpPr>
        <p:spPr bwMode="auto">
          <a:xfrm>
            <a:off x="4959350" y="4999038"/>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22" name="Rectangle 132">
            <a:extLst>
              <a:ext uri="{FF2B5EF4-FFF2-40B4-BE49-F238E27FC236}">
                <a16:creationId xmlns:a16="http://schemas.microsoft.com/office/drawing/2014/main" id="{A25B2885-9A0F-6A45-572F-6DF8D37D18B7}"/>
              </a:ext>
            </a:extLst>
          </p:cNvPr>
          <p:cNvSpPr>
            <a:spLocks noChangeArrowheads="1"/>
          </p:cNvSpPr>
          <p:nvPr/>
        </p:nvSpPr>
        <p:spPr bwMode="auto">
          <a:xfrm>
            <a:off x="4059238" y="5127625"/>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23" name="Rectangle 133">
            <a:extLst>
              <a:ext uri="{FF2B5EF4-FFF2-40B4-BE49-F238E27FC236}">
                <a16:creationId xmlns:a16="http://schemas.microsoft.com/office/drawing/2014/main" id="{691DE647-A04C-9874-4408-B51F5DFC76DF}"/>
              </a:ext>
            </a:extLst>
          </p:cNvPr>
          <p:cNvSpPr>
            <a:spLocks noChangeArrowheads="1"/>
          </p:cNvSpPr>
          <p:nvPr/>
        </p:nvSpPr>
        <p:spPr bwMode="auto">
          <a:xfrm>
            <a:off x="4187825" y="5127625"/>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24" name="Rectangle 134">
            <a:extLst>
              <a:ext uri="{FF2B5EF4-FFF2-40B4-BE49-F238E27FC236}">
                <a16:creationId xmlns:a16="http://schemas.microsoft.com/office/drawing/2014/main" id="{AD02C597-3365-B529-76D4-5370D4526F0A}"/>
              </a:ext>
            </a:extLst>
          </p:cNvPr>
          <p:cNvSpPr>
            <a:spLocks noChangeArrowheads="1"/>
          </p:cNvSpPr>
          <p:nvPr/>
        </p:nvSpPr>
        <p:spPr bwMode="auto">
          <a:xfrm>
            <a:off x="4316413" y="5127625"/>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25" name="Rectangle 135">
            <a:extLst>
              <a:ext uri="{FF2B5EF4-FFF2-40B4-BE49-F238E27FC236}">
                <a16:creationId xmlns:a16="http://schemas.microsoft.com/office/drawing/2014/main" id="{560C43FA-F5B6-B58B-C4E2-D2E54F8B833B}"/>
              </a:ext>
            </a:extLst>
          </p:cNvPr>
          <p:cNvSpPr>
            <a:spLocks noChangeArrowheads="1"/>
          </p:cNvSpPr>
          <p:nvPr/>
        </p:nvSpPr>
        <p:spPr bwMode="auto">
          <a:xfrm>
            <a:off x="4445000" y="5127625"/>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26" name="Rectangle 136">
            <a:extLst>
              <a:ext uri="{FF2B5EF4-FFF2-40B4-BE49-F238E27FC236}">
                <a16:creationId xmlns:a16="http://schemas.microsoft.com/office/drawing/2014/main" id="{3E9DB9AA-EC25-072B-58ED-D4BDB7ECBA29}"/>
              </a:ext>
            </a:extLst>
          </p:cNvPr>
          <p:cNvSpPr>
            <a:spLocks noChangeArrowheads="1"/>
          </p:cNvSpPr>
          <p:nvPr/>
        </p:nvSpPr>
        <p:spPr bwMode="auto">
          <a:xfrm>
            <a:off x="4573588" y="5127625"/>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27" name="Rectangle 137">
            <a:extLst>
              <a:ext uri="{FF2B5EF4-FFF2-40B4-BE49-F238E27FC236}">
                <a16:creationId xmlns:a16="http://schemas.microsoft.com/office/drawing/2014/main" id="{827A134F-4B9D-D961-4101-F23616ECB31F}"/>
              </a:ext>
            </a:extLst>
          </p:cNvPr>
          <p:cNvSpPr>
            <a:spLocks noChangeArrowheads="1"/>
          </p:cNvSpPr>
          <p:nvPr/>
        </p:nvSpPr>
        <p:spPr bwMode="auto">
          <a:xfrm>
            <a:off x="4702175" y="5127625"/>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28" name="Rectangle 138">
            <a:extLst>
              <a:ext uri="{FF2B5EF4-FFF2-40B4-BE49-F238E27FC236}">
                <a16:creationId xmlns:a16="http://schemas.microsoft.com/office/drawing/2014/main" id="{96C053D3-9CFD-FFB7-8CE3-9C6641F13A35}"/>
              </a:ext>
            </a:extLst>
          </p:cNvPr>
          <p:cNvSpPr>
            <a:spLocks noChangeArrowheads="1"/>
          </p:cNvSpPr>
          <p:nvPr/>
        </p:nvSpPr>
        <p:spPr bwMode="auto">
          <a:xfrm>
            <a:off x="4830763" y="5127625"/>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29" name="Rectangle 139">
            <a:extLst>
              <a:ext uri="{FF2B5EF4-FFF2-40B4-BE49-F238E27FC236}">
                <a16:creationId xmlns:a16="http://schemas.microsoft.com/office/drawing/2014/main" id="{7A5EBB2F-7048-0A49-970A-E7DDEAB8641F}"/>
              </a:ext>
            </a:extLst>
          </p:cNvPr>
          <p:cNvSpPr>
            <a:spLocks noChangeArrowheads="1"/>
          </p:cNvSpPr>
          <p:nvPr/>
        </p:nvSpPr>
        <p:spPr bwMode="auto">
          <a:xfrm>
            <a:off x="4959350" y="5127625"/>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30" name="Rectangle 141">
            <a:extLst>
              <a:ext uri="{FF2B5EF4-FFF2-40B4-BE49-F238E27FC236}">
                <a16:creationId xmlns:a16="http://schemas.microsoft.com/office/drawing/2014/main" id="{5A3736F0-B125-FDFB-11AC-F8E2F3DDE6B8}"/>
              </a:ext>
            </a:extLst>
          </p:cNvPr>
          <p:cNvSpPr>
            <a:spLocks noChangeArrowheads="1"/>
          </p:cNvSpPr>
          <p:nvPr/>
        </p:nvSpPr>
        <p:spPr bwMode="auto">
          <a:xfrm>
            <a:off x="4059238" y="5256213"/>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31" name="Rectangle 142">
            <a:extLst>
              <a:ext uri="{FF2B5EF4-FFF2-40B4-BE49-F238E27FC236}">
                <a16:creationId xmlns:a16="http://schemas.microsoft.com/office/drawing/2014/main" id="{5475E865-B534-1034-634E-17DBD75DB870}"/>
              </a:ext>
            </a:extLst>
          </p:cNvPr>
          <p:cNvSpPr>
            <a:spLocks noChangeArrowheads="1"/>
          </p:cNvSpPr>
          <p:nvPr/>
        </p:nvSpPr>
        <p:spPr bwMode="auto">
          <a:xfrm>
            <a:off x="4187825" y="5256213"/>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32" name="Rectangle 143">
            <a:extLst>
              <a:ext uri="{FF2B5EF4-FFF2-40B4-BE49-F238E27FC236}">
                <a16:creationId xmlns:a16="http://schemas.microsoft.com/office/drawing/2014/main" id="{3BDF09FA-CB82-D5FA-A832-12A312105893}"/>
              </a:ext>
            </a:extLst>
          </p:cNvPr>
          <p:cNvSpPr>
            <a:spLocks noChangeArrowheads="1"/>
          </p:cNvSpPr>
          <p:nvPr/>
        </p:nvSpPr>
        <p:spPr bwMode="auto">
          <a:xfrm>
            <a:off x="4316413" y="5256213"/>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33" name="Rectangle 144">
            <a:extLst>
              <a:ext uri="{FF2B5EF4-FFF2-40B4-BE49-F238E27FC236}">
                <a16:creationId xmlns:a16="http://schemas.microsoft.com/office/drawing/2014/main" id="{628BA27B-A48A-B707-B900-7CDBF09765C5}"/>
              </a:ext>
            </a:extLst>
          </p:cNvPr>
          <p:cNvSpPr>
            <a:spLocks noChangeArrowheads="1"/>
          </p:cNvSpPr>
          <p:nvPr/>
        </p:nvSpPr>
        <p:spPr bwMode="auto">
          <a:xfrm>
            <a:off x="4445000" y="5256213"/>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34" name="Rectangle 145">
            <a:extLst>
              <a:ext uri="{FF2B5EF4-FFF2-40B4-BE49-F238E27FC236}">
                <a16:creationId xmlns:a16="http://schemas.microsoft.com/office/drawing/2014/main" id="{D4D17CD9-B507-951E-54CB-E043DA8977D9}"/>
              </a:ext>
            </a:extLst>
          </p:cNvPr>
          <p:cNvSpPr>
            <a:spLocks noChangeArrowheads="1"/>
          </p:cNvSpPr>
          <p:nvPr/>
        </p:nvSpPr>
        <p:spPr bwMode="auto">
          <a:xfrm>
            <a:off x="4573588" y="5256213"/>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35" name="Rectangle 146">
            <a:extLst>
              <a:ext uri="{FF2B5EF4-FFF2-40B4-BE49-F238E27FC236}">
                <a16:creationId xmlns:a16="http://schemas.microsoft.com/office/drawing/2014/main" id="{14BCE409-1D73-60EC-99B8-289212C3E0AE}"/>
              </a:ext>
            </a:extLst>
          </p:cNvPr>
          <p:cNvSpPr>
            <a:spLocks noChangeArrowheads="1"/>
          </p:cNvSpPr>
          <p:nvPr/>
        </p:nvSpPr>
        <p:spPr bwMode="auto">
          <a:xfrm>
            <a:off x="4702175" y="5256213"/>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36" name="Rectangle 147">
            <a:extLst>
              <a:ext uri="{FF2B5EF4-FFF2-40B4-BE49-F238E27FC236}">
                <a16:creationId xmlns:a16="http://schemas.microsoft.com/office/drawing/2014/main" id="{291084B8-E20F-E22F-9865-5160BEB5277F}"/>
              </a:ext>
            </a:extLst>
          </p:cNvPr>
          <p:cNvSpPr>
            <a:spLocks noChangeArrowheads="1"/>
          </p:cNvSpPr>
          <p:nvPr/>
        </p:nvSpPr>
        <p:spPr bwMode="auto">
          <a:xfrm>
            <a:off x="4830763" y="5256213"/>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37" name="Rectangle 148">
            <a:extLst>
              <a:ext uri="{FF2B5EF4-FFF2-40B4-BE49-F238E27FC236}">
                <a16:creationId xmlns:a16="http://schemas.microsoft.com/office/drawing/2014/main" id="{4F5651EA-9C23-664E-ED41-D36E5CA1F7C9}"/>
              </a:ext>
            </a:extLst>
          </p:cNvPr>
          <p:cNvSpPr>
            <a:spLocks noChangeArrowheads="1"/>
          </p:cNvSpPr>
          <p:nvPr/>
        </p:nvSpPr>
        <p:spPr bwMode="auto">
          <a:xfrm>
            <a:off x="4959350" y="5256213"/>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38" name="Rectangle 150">
            <a:extLst>
              <a:ext uri="{FF2B5EF4-FFF2-40B4-BE49-F238E27FC236}">
                <a16:creationId xmlns:a16="http://schemas.microsoft.com/office/drawing/2014/main" id="{D53979AA-5985-5646-F4F7-E7158C72F1DE}"/>
              </a:ext>
            </a:extLst>
          </p:cNvPr>
          <p:cNvSpPr>
            <a:spLocks noChangeArrowheads="1"/>
          </p:cNvSpPr>
          <p:nvPr/>
        </p:nvSpPr>
        <p:spPr bwMode="auto">
          <a:xfrm>
            <a:off x="4059238" y="5384800"/>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39" name="Rectangle 151">
            <a:extLst>
              <a:ext uri="{FF2B5EF4-FFF2-40B4-BE49-F238E27FC236}">
                <a16:creationId xmlns:a16="http://schemas.microsoft.com/office/drawing/2014/main" id="{7D4C8C42-E0AF-DD3D-6A7A-7EC8425A46C5}"/>
              </a:ext>
            </a:extLst>
          </p:cNvPr>
          <p:cNvSpPr>
            <a:spLocks noChangeArrowheads="1"/>
          </p:cNvSpPr>
          <p:nvPr/>
        </p:nvSpPr>
        <p:spPr bwMode="auto">
          <a:xfrm>
            <a:off x="4187825" y="5384800"/>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40" name="Rectangle 152">
            <a:extLst>
              <a:ext uri="{FF2B5EF4-FFF2-40B4-BE49-F238E27FC236}">
                <a16:creationId xmlns:a16="http://schemas.microsoft.com/office/drawing/2014/main" id="{2B7140D8-F353-7DF7-460C-64EF2AB26CF1}"/>
              </a:ext>
            </a:extLst>
          </p:cNvPr>
          <p:cNvSpPr>
            <a:spLocks noChangeArrowheads="1"/>
          </p:cNvSpPr>
          <p:nvPr/>
        </p:nvSpPr>
        <p:spPr bwMode="auto">
          <a:xfrm>
            <a:off x="4316413" y="5384800"/>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41" name="Rectangle 153">
            <a:extLst>
              <a:ext uri="{FF2B5EF4-FFF2-40B4-BE49-F238E27FC236}">
                <a16:creationId xmlns:a16="http://schemas.microsoft.com/office/drawing/2014/main" id="{C25AA736-6973-EEC1-102A-B3B793E54B59}"/>
              </a:ext>
            </a:extLst>
          </p:cNvPr>
          <p:cNvSpPr>
            <a:spLocks noChangeArrowheads="1"/>
          </p:cNvSpPr>
          <p:nvPr/>
        </p:nvSpPr>
        <p:spPr bwMode="auto">
          <a:xfrm>
            <a:off x="4445000" y="5384800"/>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42" name="Rectangle 154">
            <a:extLst>
              <a:ext uri="{FF2B5EF4-FFF2-40B4-BE49-F238E27FC236}">
                <a16:creationId xmlns:a16="http://schemas.microsoft.com/office/drawing/2014/main" id="{14BB56D9-80CF-A6AC-94B5-66CF637A229F}"/>
              </a:ext>
            </a:extLst>
          </p:cNvPr>
          <p:cNvSpPr>
            <a:spLocks noChangeArrowheads="1"/>
          </p:cNvSpPr>
          <p:nvPr/>
        </p:nvSpPr>
        <p:spPr bwMode="auto">
          <a:xfrm>
            <a:off x="4573588" y="5384800"/>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43" name="Rectangle 155">
            <a:extLst>
              <a:ext uri="{FF2B5EF4-FFF2-40B4-BE49-F238E27FC236}">
                <a16:creationId xmlns:a16="http://schemas.microsoft.com/office/drawing/2014/main" id="{3426ACE7-07D5-329A-9DF4-6264B3748608}"/>
              </a:ext>
            </a:extLst>
          </p:cNvPr>
          <p:cNvSpPr>
            <a:spLocks noChangeArrowheads="1"/>
          </p:cNvSpPr>
          <p:nvPr/>
        </p:nvSpPr>
        <p:spPr bwMode="auto">
          <a:xfrm>
            <a:off x="4702175" y="5384800"/>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44" name="Rectangle 156">
            <a:extLst>
              <a:ext uri="{FF2B5EF4-FFF2-40B4-BE49-F238E27FC236}">
                <a16:creationId xmlns:a16="http://schemas.microsoft.com/office/drawing/2014/main" id="{D286C447-4A72-E6A5-93F9-55DBE5CD9687}"/>
              </a:ext>
            </a:extLst>
          </p:cNvPr>
          <p:cNvSpPr>
            <a:spLocks noChangeArrowheads="1"/>
          </p:cNvSpPr>
          <p:nvPr/>
        </p:nvSpPr>
        <p:spPr bwMode="auto">
          <a:xfrm>
            <a:off x="4830763" y="5384800"/>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45" name="Rectangle 157">
            <a:extLst>
              <a:ext uri="{FF2B5EF4-FFF2-40B4-BE49-F238E27FC236}">
                <a16:creationId xmlns:a16="http://schemas.microsoft.com/office/drawing/2014/main" id="{532B470A-43CE-3CD1-BE69-0B280D96F1F9}"/>
              </a:ext>
            </a:extLst>
          </p:cNvPr>
          <p:cNvSpPr>
            <a:spLocks noChangeArrowheads="1"/>
          </p:cNvSpPr>
          <p:nvPr/>
        </p:nvSpPr>
        <p:spPr bwMode="auto">
          <a:xfrm>
            <a:off x="4959350" y="5384800"/>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46" name="Rectangle 159">
            <a:extLst>
              <a:ext uri="{FF2B5EF4-FFF2-40B4-BE49-F238E27FC236}">
                <a16:creationId xmlns:a16="http://schemas.microsoft.com/office/drawing/2014/main" id="{86101947-333C-35B4-65C4-8A00FDC80F51}"/>
              </a:ext>
            </a:extLst>
          </p:cNvPr>
          <p:cNvSpPr>
            <a:spLocks noChangeArrowheads="1"/>
          </p:cNvSpPr>
          <p:nvPr/>
        </p:nvSpPr>
        <p:spPr bwMode="auto">
          <a:xfrm>
            <a:off x="4059238" y="5513388"/>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47" name="Rectangle 160">
            <a:extLst>
              <a:ext uri="{FF2B5EF4-FFF2-40B4-BE49-F238E27FC236}">
                <a16:creationId xmlns:a16="http://schemas.microsoft.com/office/drawing/2014/main" id="{E77C9EEA-B3C0-4353-A2B5-8D570018F565}"/>
              </a:ext>
            </a:extLst>
          </p:cNvPr>
          <p:cNvSpPr>
            <a:spLocks noChangeArrowheads="1"/>
          </p:cNvSpPr>
          <p:nvPr/>
        </p:nvSpPr>
        <p:spPr bwMode="auto">
          <a:xfrm>
            <a:off x="4187825" y="5513388"/>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48" name="Rectangle 161">
            <a:extLst>
              <a:ext uri="{FF2B5EF4-FFF2-40B4-BE49-F238E27FC236}">
                <a16:creationId xmlns:a16="http://schemas.microsoft.com/office/drawing/2014/main" id="{63BDD992-85A4-2A51-74A8-B507FFEE0756}"/>
              </a:ext>
            </a:extLst>
          </p:cNvPr>
          <p:cNvSpPr>
            <a:spLocks noChangeArrowheads="1"/>
          </p:cNvSpPr>
          <p:nvPr/>
        </p:nvSpPr>
        <p:spPr bwMode="auto">
          <a:xfrm>
            <a:off x="4316413" y="5513388"/>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49" name="Rectangle 162">
            <a:extLst>
              <a:ext uri="{FF2B5EF4-FFF2-40B4-BE49-F238E27FC236}">
                <a16:creationId xmlns:a16="http://schemas.microsoft.com/office/drawing/2014/main" id="{F5E2C0E2-4F33-499E-FD94-89D95E4A3173}"/>
              </a:ext>
            </a:extLst>
          </p:cNvPr>
          <p:cNvSpPr>
            <a:spLocks noChangeArrowheads="1"/>
          </p:cNvSpPr>
          <p:nvPr/>
        </p:nvSpPr>
        <p:spPr bwMode="auto">
          <a:xfrm>
            <a:off x="4445000" y="5513388"/>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50" name="Rectangle 163">
            <a:extLst>
              <a:ext uri="{FF2B5EF4-FFF2-40B4-BE49-F238E27FC236}">
                <a16:creationId xmlns:a16="http://schemas.microsoft.com/office/drawing/2014/main" id="{931C2694-29E1-963D-CA87-1CCADB7D300E}"/>
              </a:ext>
            </a:extLst>
          </p:cNvPr>
          <p:cNvSpPr>
            <a:spLocks noChangeArrowheads="1"/>
          </p:cNvSpPr>
          <p:nvPr/>
        </p:nvSpPr>
        <p:spPr bwMode="auto">
          <a:xfrm>
            <a:off x="4573588" y="5513388"/>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51" name="Rectangle 164">
            <a:extLst>
              <a:ext uri="{FF2B5EF4-FFF2-40B4-BE49-F238E27FC236}">
                <a16:creationId xmlns:a16="http://schemas.microsoft.com/office/drawing/2014/main" id="{82B9EA2E-06DB-89BA-E4D7-C6FE258AFAC6}"/>
              </a:ext>
            </a:extLst>
          </p:cNvPr>
          <p:cNvSpPr>
            <a:spLocks noChangeArrowheads="1"/>
          </p:cNvSpPr>
          <p:nvPr/>
        </p:nvSpPr>
        <p:spPr bwMode="auto">
          <a:xfrm>
            <a:off x="4702175" y="5513388"/>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52" name="Rectangle 165">
            <a:extLst>
              <a:ext uri="{FF2B5EF4-FFF2-40B4-BE49-F238E27FC236}">
                <a16:creationId xmlns:a16="http://schemas.microsoft.com/office/drawing/2014/main" id="{A83C1EDF-B08E-D64E-6D6F-11E5BC16DCF3}"/>
              </a:ext>
            </a:extLst>
          </p:cNvPr>
          <p:cNvSpPr>
            <a:spLocks noChangeArrowheads="1"/>
          </p:cNvSpPr>
          <p:nvPr/>
        </p:nvSpPr>
        <p:spPr bwMode="auto">
          <a:xfrm>
            <a:off x="4830763" y="5513388"/>
            <a:ext cx="128587"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53" name="Rectangle 166">
            <a:extLst>
              <a:ext uri="{FF2B5EF4-FFF2-40B4-BE49-F238E27FC236}">
                <a16:creationId xmlns:a16="http://schemas.microsoft.com/office/drawing/2014/main" id="{A2B67584-6C34-7933-4464-45859E8B7BCD}"/>
              </a:ext>
            </a:extLst>
          </p:cNvPr>
          <p:cNvSpPr>
            <a:spLocks noChangeArrowheads="1"/>
          </p:cNvSpPr>
          <p:nvPr/>
        </p:nvSpPr>
        <p:spPr bwMode="auto">
          <a:xfrm>
            <a:off x="4959350" y="5513388"/>
            <a:ext cx="128588" cy="128587"/>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54" name="Rectangle 168">
            <a:extLst>
              <a:ext uri="{FF2B5EF4-FFF2-40B4-BE49-F238E27FC236}">
                <a16:creationId xmlns:a16="http://schemas.microsoft.com/office/drawing/2014/main" id="{D374B86E-06D6-D3FC-3E37-DB66C9BAA9D4}"/>
              </a:ext>
            </a:extLst>
          </p:cNvPr>
          <p:cNvSpPr>
            <a:spLocks noChangeArrowheads="1"/>
          </p:cNvSpPr>
          <p:nvPr/>
        </p:nvSpPr>
        <p:spPr bwMode="auto">
          <a:xfrm>
            <a:off x="4059238" y="5641975"/>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55" name="Rectangle 169">
            <a:extLst>
              <a:ext uri="{FF2B5EF4-FFF2-40B4-BE49-F238E27FC236}">
                <a16:creationId xmlns:a16="http://schemas.microsoft.com/office/drawing/2014/main" id="{7D9E44F7-4FAC-54CE-F41E-76138629EED2}"/>
              </a:ext>
            </a:extLst>
          </p:cNvPr>
          <p:cNvSpPr>
            <a:spLocks noChangeArrowheads="1"/>
          </p:cNvSpPr>
          <p:nvPr/>
        </p:nvSpPr>
        <p:spPr bwMode="auto">
          <a:xfrm>
            <a:off x="4187825" y="5641975"/>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56" name="Rectangle 170">
            <a:extLst>
              <a:ext uri="{FF2B5EF4-FFF2-40B4-BE49-F238E27FC236}">
                <a16:creationId xmlns:a16="http://schemas.microsoft.com/office/drawing/2014/main" id="{91648496-485C-C8C2-7D34-41C9DF1E7B9E}"/>
              </a:ext>
            </a:extLst>
          </p:cNvPr>
          <p:cNvSpPr>
            <a:spLocks noChangeArrowheads="1"/>
          </p:cNvSpPr>
          <p:nvPr/>
        </p:nvSpPr>
        <p:spPr bwMode="auto">
          <a:xfrm>
            <a:off x="4316413" y="5641975"/>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57" name="Rectangle 171">
            <a:extLst>
              <a:ext uri="{FF2B5EF4-FFF2-40B4-BE49-F238E27FC236}">
                <a16:creationId xmlns:a16="http://schemas.microsoft.com/office/drawing/2014/main" id="{945E2AEC-95D9-B442-9E9F-737802BF8739}"/>
              </a:ext>
            </a:extLst>
          </p:cNvPr>
          <p:cNvSpPr>
            <a:spLocks noChangeArrowheads="1"/>
          </p:cNvSpPr>
          <p:nvPr/>
        </p:nvSpPr>
        <p:spPr bwMode="auto">
          <a:xfrm>
            <a:off x="4445000" y="5641975"/>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58" name="Rectangle 172">
            <a:extLst>
              <a:ext uri="{FF2B5EF4-FFF2-40B4-BE49-F238E27FC236}">
                <a16:creationId xmlns:a16="http://schemas.microsoft.com/office/drawing/2014/main" id="{8F98EE5D-5859-5044-EBF7-0121AA1EA9F2}"/>
              </a:ext>
            </a:extLst>
          </p:cNvPr>
          <p:cNvSpPr>
            <a:spLocks noChangeArrowheads="1"/>
          </p:cNvSpPr>
          <p:nvPr/>
        </p:nvSpPr>
        <p:spPr bwMode="auto">
          <a:xfrm>
            <a:off x="4573588" y="5641975"/>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59" name="Rectangle 173">
            <a:extLst>
              <a:ext uri="{FF2B5EF4-FFF2-40B4-BE49-F238E27FC236}">
                <a16:creationId xmlns:a16="http://schemas.microsoft.com/office/drawing/2014/main" id="{A7656B33-5312-CAC0-6F6E-D46900876EDF}"/>
              </a:ext>
            </a:extLst>
          </p:cNvPr>
          <p:cNvSpPr>
            <a:spLocks noChangeArrowheads="1"/>
          </p:cNvSpPr>
          <p:nvPr/>
        </p:nvSpPr>
        <p:spPr bwMode="auto">
          <a:xfrm>
            <a:off x="4702175" y="5641975"/>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60" name="Rectangle 174">
            <a:extLst>
              <a:ext uri="{FF2B5EF4-FFF2-40B4-BE49-F238E27FC236}">
                <a16:creationId xmlns:a16="http://schemas.microsoft.com/office/drawing/2014/main" id="{95B3A68F-1BF7-000D-BD00-CA6B8604A2C1}"/>
              </a:ext>
            </a:extLst>
          </p:cNvPr>
          <p:cNvSpPr>
            <a:spLocks noChangeArrowheads="1"/>
          </p:cNvSpPr>
          <p:nvPr/>
        </p:nvSpPr>
        <p:spPr bwMode="auto">
          <a:xfrm>
            <a:off x="4830763" y="5641975"/>
            <a:ext cx="128587"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61" name="Rectangle 175">
            <a:extLst>
              <a:ext uri="{FF2B5EF4-FFF2-40B4-BE49-F238E27FC236}">
                <a16:creationId xmlns:a16="http://schemas.microsoft.com/office/drawing/2014/main" id="{C42C22F1-5AC6-4F09-72FA-215C413CB017}"/>
              </a:ext>
            </a:extLst>
          </p:cNvPr>
          <p:cNvSpPr>
            <a:spLocks noChangeArrowheads="1"/>
          </p:cNvSpPr>
          <p:nvPr/>
        </p:nvSpPr>
        <p:spPr bwMode="auto">
          <a:xfrm>
            <a:off x="4959350" y="5641975"/>
            <a:ext cx="128588" cy="128588"/>
          </a:xfrm>
          <a:prstGeom prst="rect">
            <a:avLst/>
          </a:prstGeom>
          <a:gradFill rotWithShape="1">
            <a:gsLst>
              <a:gs pos="0">
                <a:srgbClr val="EBE3A8"/>
              </a:gs>
              <a:gs pos="100000">
                <a:srgbClr val="D4C344"/>
              </a:gs>
            </a:gsLst>
            <a:lin ang="2700000" scaled="1"/>
          </a:gradFill>
          <a:ln w="1270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3637" name="Rectangle 181">
            <a:extLst>
              <a:ext uri="{FF2B5EF4-FFF2-40B4-BE49-F238E27FC236}">
                <a16:creationId xmlns:a16="http://schemas.microsoft.com/office/drawing/2014/main" id="{213FE935-66FA-2A17-6712-18A4A0A2CB35}"/>
              </a:ext>
            </a:extLst>
          </p:cNvPr>
          <p:cNvSpPr>
            <a:spLocks noChangeArrowheads="1"/>
          </p:cNvSpPr>
          <p:nvPr/>
        </p:nvSpPr>
        <p:spPr bwMode="auto">
          <a:xfrm>
            <a:off x="4059238" y="4741863"/>
            <a:ext cx="128587" cy="128587"/>
          </a:xfrm>
          <a:prstGeom prst="rect">
            <a:avLst/>
          </a:prstGeom>
          <a:solidFill>
            <a:srgbClr val="5089F0"/>
          </a:solidFill>
          <a:ln w="127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3638" name="Rectangle 182">
            <a:extLst>
              <a:ext uri="{FF2B5EF4-FFF2-40B4-BE49-F238E27FC236}">
                <a16:creationId xmlns:a16="http://schemas.microsoft.com/office/drawing/2014/main" id="{3F09031B-9BA0-7371-1DAF-A23C83188EA1}"/>
              </a:ext>
            </a:extLst>
          </p:cNvPr>
          <p:cNvSpPr>
            <a:spLocks noChangeArrowheads="1"/>
          </p:cNvSpPr>
          <p:nvPr/>
        </p:nvSpPr>
        <p:spPr bwMode="auto">
          <a:xfrm>
            <a:off x="4187825" y="4741863"/>
            <a:ext cx="128588" cy="128587"/>
          </a:xfrm>
          <a:prstGeom prst="rect">
            <a:avLst/>
          </a:prstGeom>
          <a:solidFill>
            <a:srgbClr val="36BA65"/>
          </a:solidFill>
          <a:ln w="127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3639" name="Rectangle 183">
            <a:extLst>
              <a:ext uri="{FF2B5EF4-FFF2-40B4-BE49-F238E27FC236}">
                <a16:creationId xmlns:a16="http://schemas.microsoft.com/office/drawing/2014/main" id="{5AFBE955-1FC5-63B6-AD05-C0137163049A}"/>
              </a:ext>
            </a:extLst>
          </p:cNvPr>
          <p:cNvSpPr>
            <a:spLocks noChangeArrowheads="1"/>
          </p:cNvSpPr>
          <p:nvPr/>
        </p:nvSpPr>
        <p:spPr bwMode="auto">
          <a:xfrm>
            <a:off x="4316413" y="4741863"/>
            <a:ext cx="128587" cy="128587"/>
          </a:xfrm>
          <a:prstGeom prst="rect">
            <a:avLst/>
          </a:prstGeom>
          <a:solidFill>
            <a:srgbClr val="FF0000"/>
          </a:solidFill>
          <a:ln w="127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3640" name="Text Box 184">
            <a:extLst>
              <a:ext uri="{FF2B5EF4-FFF2-40B4-BE49-F238E27FC236}">
                <a16:creationId xmlns:a16="http://schemas.microsoft.com/office/drawing/2014/main" id="{5B3C3B49-6FD7-87B4-58E4-E0106A46DE71}"/>
              </a:ext>
            </a:extLst>
          </p:cNvPr>
          <p:cNvSpPr txBox="1">
            <a:spLocks noChangeArrowheads="1"/>
          </p:cNvSpPr>
          <p:nvPr/>
        </p:nvSpPr>
        <p:spPr bwMode="auto">
          <a:xfrm>
            <a:off x="5105400" y="5410200"/>
            <a:ext cx="1219200" cy="122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204"/>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ctr" defTabSz="941388" rtl="0" eaLnBrk="1" fontAlgn="base" latinLnBrk="0" hangingPunct="1">
              <a:lnSpc>
                <a:spcPct val="90000"/>
              </a:lnSpc>
              <a:spcBef>
                <a:spcPct val="50000"/>
              </a:spcBef>
              <a:spcAft>
                <a:spcPct val="0"/>
              </a:spcAft>
              <a:buClrTx/>
              <a:buSzTx/>
              <a:buFontTx/>
              <a:buNone/>
              <a:tabLst/>
              <a:defRPr/>
            </a:pPr>
            <a:r>
              <a:rPr kumimoji="0" lang="en-US" altLang="en-US" sz="900" b="1" i="0" u="none" strike="noStrike" kern="1200" cap="none" spc="0" normalizeH="0" baseline="0" noProof="0">
                <a:ln>
                  <a:noFill/>
                </a:ln>
                <a:solidFill>
                  <a:srgbClr val="217F7B"/>
                </a:solidFill>
                <a:effectLst/>
                <a:uLnTx/>
                <a:uFillTx/>
                <a:latin typeface="Verdana" panose="020B0604030504040204" pitchFamily="34" charset="0"/>
                <a:ea typeface="+mn-ea"/>
                <a:cs typeface="Arial" panose="020B0604020202020204" pitchFamily="34" charset="0"/>
              </a:rPr>
              <a:t>Acknowledgement</a:t>
            </a:r>
          </a:p>
        </p:txBody>
      </p:sp>
      <p:sp>
        <p:nvSpPr>
          <p:cNvPr id="2963641" name="Line 185">
            <a:extLst>
              <a:ext uri="{FF2B5EF4-FFF2-40B4-BE49-F238E27FC236}">
                <a16:creationId xmlns:a16="http://schemas.microsoft.com/office/drawing/2014/main" id="{8055C2DC-BBFC-4832-F124-57B1258B1343}"/>
              </a:ext>
            </a:extLst>
          </p:cNvPr>
          <p:cNvSpPr>
            <a:spLocks noChangeShapeType="1"/>
          </p:cNvSpPr>
          <p:nvPr/>
        </p:nvSpPr>
        <p:spPr bwMode="auto">
          <a:xfrm>
            <a:off x="5126038" y="5257800"/>
            <a:ext cx="1146175" cy="0"/>
          </a:xfrm>
          <a:prstGeom prst="line">
            <a:avLst/>
          </a:prstGeom>
          <a:noFill/>
          <a:ln w="76200">
            <a:solidFill>
              <a:srgbClr val="217F7B"/>
            </a:solidFill>
            <a:prstDash val="sysDot"/>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pic>
        <p:nvPicPr>
          <p:cNvPr id="21667" name="Picture 186" descr="host12">
            <a:extLst>
              <a:ext uri="{FF2B5EF4-FFF2-40B4-BE49-F238E27FC236}">
                <a16:creationId xmlns:a16="http://schemas.microsoft.com/office/drawing/2014/main" id="{6633E513-4D2C-98AE-B09F-66D5738A7E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7275" y="1524000"/>
            <a:ext cx="1228725"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668" name="Picture 188" descr="strippeddisk">
            <a:extLst>
              <a:ext uri="{FF2B5EF4-FFF2-40B4-BE49-F238E27FC236}">
                <a16:creationId xmlns:a16="http://schemas.microsoft.com/office/drawing/2014/main" id="{031FC388-83DD-AAF9-45A5-248FF1340D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80163" y="18288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669" name="Picture 189" descr="strippeddisk">
            <a:extLst>
              <a:ext uri="{FF2B5EF4-FFF2-40B4-BE49-F238E27FC236}">
                <a16:creationId xmlns:a16="http://schemas.microsoft.com/office/drawing/2014/main" id="{874E1E9C-681A-40CD-FFE2-7741FEE8CD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32563" y="19812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670" name="Picture 190" descr="strippeddisk">
            <a:extLst>
              <a:ext uri="{FF2B5EF4-FFF2-40B4-BE49-F238E27FC236}">
                <a16:creationId xmlns:a16="http://schemas.microsoft.com/office/drawing/2014/main" id="{B0022F57-0EBC-9DB9-2B5C-3B79103839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84963" y="21336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671" name="Picture 191" descr="strippeddisk">
            <a:extLst>
              <a:ext uri="{FF2B5EF4-FFF2-40B4-BE49-F238E27FC236}">
                <a16:creationId xmlns:a16="http://schemas.microsoft.com/office/drawing/2014/main" id="{31865ED4-7E8F-BDA2-0627-1EE6110F09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37363" y="22860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672" name="Picture 192" descr="strippeddisk">
            <a:extLst>
              <a:ext uri="{FF2B5EF4-FFF2-40B4-BE49-F238E27FC236}">
                <a16:creationId xmlns:a16="http://schemas.microsoft.com/office/drawing/2014/main" id="{4AE9BD83-00DB-0C83-1530-02283FD1D5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89763" y="24384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3649" name="Rectangle 193">
            <a:extLst>
              <a:ext uri="{FF2B5EF4-FFF2-40B4-BE49-F238E27FC236}">
                <a16:creationId xmlns:a16="http://schemas.microsoft.com/office/drawing/2014/main" id="{AE582263-2EB3-BC96-03A7-D62D66DA4120}"/>
              </a:ext>
            </a:extLst>
          </p:cNvPr>
          <p:cNvSpPr>
            <a:spLocks noChangeArrowheads="1"/>
          </p:cNvSpPr>
          <p:nvPr/>
        </p:nvSpPr>
        <p:spPr bwMode="auto">
          <a:xfrm>
            <a:off x="7034213" y="2614613"/>
            <a:ext cx="128587" cy="128587"/>
          </a:xfrm>
          <a:prstGeom prst="rect">
            <a:avLst/>
          </a:prstGeom>
          <a:solidFill>
            <a:srgbClr val="FF0000"/>
          </a:solidFill>
          <a:ln w="127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3650" name="Rectangle 194">
            <a:extLst>
              <a:ext uri="{FF2B5EF4-FFF2-40B4-BE49-F238E27FC236}">
                <a16:creationId xmlns:a16="http://schemas.microsoft.com/office/drawing/2014/main" id="{F52EEBDC-D757-53EC-C037-1CE5426DCDCF}"/>
              </a:ext>
            </a:extLst>
          </p:cNvPr>
          <p:cNvSpPr>
            <a:spLocks noChangeArrowheads="1"/>
          </p:cNvSpPr>
          <p:nvPr/>
        </p:nvSpPr>
        <p:spPr bwMode="auto">
          <a:xfrm>
            <a:off x="360363" y="1143000"/>
            <a:ext cx="8277225" cy="2228850"/>
          </a:xfrm>
          <a:prstGeom prst="rect">
            <a:avLst/>
          </a:prstGeom>
          <a:solidFill>
            <a:srgbClr val="FFFFFF">
              <a:alpha val="50195"/>
            </a:srgbClr>
          </a:solidFill>
          <a:ln>
            <a:noFill/>
          </a:ln>
          <a:effectLst/>
          <a:extLst>
            <a:ext uri="{91240B29-F687-4F45-9708-019B960494DF}">
              <a14:hiddenLine xmlns:a14="http://schemas.microsoft.com/office/drawing/2010/main" w="12700" algn="ctr">
                <a:solidFill>
                  <a:srgbClr val="000204"/>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pic>
        <p:nvPicPr>
          <p:cNvPr id="21675" name="Picture 195" descr="host12">
            <a:extLst>
              <a:ext uri="{FF2B5EF4-FFF2-40B4-BE49-F238E27FC236}">
                <a16:creationId xmlns:a16="http://schemas.microsoft.com/office/drawing/2014/main" id="{B5E1606D-93C4-0339-AD48-316C23440F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7275" y="4343400"/>
            <a:ext cx="1228725"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676" name="Picture 197" descr="strippeddisk">
            <a:extLst>
              <a:ext uri="{FF2B5EF4-FFF2-40B4-BE49-F238E27FC236}">
                <a16:creationId xmlns:a16="http://schemas.microsoft.com/office/drawing/2014/main" id="{7D75D8AB-2DD5-24CD-7D98-C23C9FD530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80163" y="46482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677" name="Picture 198" descr="strippeddisk">
            <a:extLst>
              <a:ext uri="{FF2B5EF4-FFF2-40B4-BE49-F238E27FC236}">
                <a16:creationId xmlns:a16="http://schemas.microsoft.com/office/drawing/2014/main" id="{1D3B4D3F-C1D0-ACEB-C85A-19A2616B8D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32563" y="48006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678" name="Picture 199" descr="strippeddisk">
            <a:extLst>
              <a:ext uri="{FF2B5EF4-FFF2-40B4-BE49-F238E27FC236}">
                <a16:creationId xmlns:a16="http://schemas.microsoft.com/office/drawing/2014/main" id="{62D86CD9-147F-8F6C-945A-66AEAEE17C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84963" y="49530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679" name="Picture 200" descr="strippeddisk">
            <a:extLst>
              <a:ext uri="{FF2B5EF4-FFF2-40B4-BE49-F238E27FC236}">
                <a16:creationId xmlns:a16="http://schemas.microsoft.com/office/drawing/2014/main" id="{E6DB8CF9-AFAF-2B1D-4122-8362B443C4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37363" y="51054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680" name="Picture 201" descr="strippeddisk">
            <a:extLst>
              <a:ext uri="{FF2B5EF4-FFF2-40B4-BE49-F238E27FC236}">
                <a16:creationId xmlns:a16="http://schemas.microsoft.com/office/drawing/2014/main" id="{D1F86CBA-E0BC-69BC-7FAE-4F6BF6679B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89763" y="52578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3658" name="Rectangle 202">
            <a:extLst>
              <a:ext uri="{FF2B5EF4-FFF2-40B4-BE49-F238E27FC236}">
                <a16:creationId xmlns:a16="http://schemas.microsoft.com/office/drawing/2014/main" id="{38716880-6AA0-355F-9F43-CD58240A9366}"/>
              </a:ext>
            </a:extLst>
          </p:cNvPr>
          <p:cNvSpPr>
            <a:spLocks noChangeArrowheads="1"/>
          </p:cNvSpPr>
          <p:nvPr/>
        </p:nvSpPr>
        <p:spPr bwMode="auto">
          <a:xfrm>
            <a:off x="6629400" y="5191125"/>
            <a:ext cx="128588" cy="128588"/>
          </a:xfrm>
          <a:prstGeom prst="rect">
            <a:avLst/>
          </a:prstGeom>
          <a:solidFill>
            <a:srgbClr val="FF0000"/>
          </a:solidFill>
          <a:ln w="127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3659" name="Rectangle 203">
            <a:extLst>
              <a:ext uri="{FF2B5EF4-FFF2-40B4-BE49-F238E27FC236}">
                <a16:creationId xmlns:a16="http://schemas.microsoft.com/office/drawing/2014/main" id="{1569E90A-222E-3295-CF57-E7FD4FD4127F}"/>
              </a:ext>
            </a:extLst>
          </p:cNvPr>
          <p:cNvSpPr>
            <a:spLocks noChangeArrowheads="1"/>
          </p:cNvSpPr>
          <p:nvPr/>
        </p:nvSpPr>
        <p:spPr bwMode="auto">
          <a:xfrm>
            <a:off x="6781800" y="5334000"/>
            <a:ext cx="128588" cy="128588"/>
          </a:xfrm>
          <a:prstGeom prst="rect">
            <a:avLst/>
          </a:prstGeom>
          <a:solidFill>
            <a:srgbClr val="36BA65"/>
          </a:solidFill>
          <a:ln w="127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3660" name="Rectangle 204">
            <a:extLst>
              <a:ext uri="{FF2B5EF4-FFF2-40B4-BE49-F238E27FC236}">
                <a16:creationId xmlns:a16="http://schemas.microsoft.com/office/drawing/2014/main" id="{6C991B80-2064-3BE9-514C-C1C7A5DC8942}"/>
              </a:ext>
            </a:extLst>
          </p:cNvPr>
          <p:cNvSpPr>
            <a:spLocks noChangeArrowheads="1"/>
          </p:cNvSpPr>
          <p:nvPr/>
        </p:nvSpPr>
        <p:spPr bwMode="auto">
          <a:xfrm>
            <a:off x="7010400" y="5492750"/>
            <a:ext cx="128588" cy="128588"/>
          </a:xfrm>
          <a:prstGeom prst="rect">
            <a:avLst/>
          </a:prstGeom>
          <a:solidFill>
            <a:srgbClr val="5089F0"/>
          </a:solidFill>
          <a:ln w="127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3661" name="Rectangle 205">
            <a:extLst>
              <a:ext uri="{FF2B5EF4-FFF2-40B4-BE49-F238E27FC236}">
                <a16:creationId xmlns:a16="http://schemas.microsoft.com/office/drawing/2014/main" id="{03CA3B11-051E-0463-A5D4-C04BC4CE215C}"/>
              </a:ext>
            </a:extLst>
          </p:cNvPr>
          <p:cNvSpPr>
            <a:spLocks noChangeArrowheads="1"/>
          </p:cNvSpPr>
          <p:nvPr/>
        </p:nvSpPr>
        <p:spPr bwMode="auto">
          <a:xfrm>
            <a:off x="762000" y="3917950"/>
            <a:ext cx="7875588" cy="2559050"/>
          </a:xfrm>
          <a:prstGeom prst="rect">
            <a:avLst/>
          </a:prstGeom>
          <a:solidFill>
            <a:srgbClr val="FFFFFF">
              <a:alpha val="47842"/>
            </a:srgbClr>
          </a:solidFill>
          <a:ln>
            <a:noFill/>
          </a:ln>
          <a:effectLst/>
          <a:extLst>
            <a:ext uri="{91240B29-F687-4F45-9708-019B960494DF}">
              <a14:hiddenLine xmlns:a14="http://schemas.microsoft.com/office/drawing/2010/main" w="12700" algn="ctr">
                <a:solidFill>
                  <a:srgbClr val="000204"/>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1686" name="Slide Number Placeholder 2">
            <a:extLst>
              <a:ext uri="{FF2B5EF4-FFF2-40B4-BE49-F238E27FC236}">
                <a16:creationId xmlns:a16="http://schemas.microsoft.com/office/drawing/2014/main" id="{034FE110-42ED-62B8-71BB-1248D98EB7A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A961561-F56F-42DD-B2F7-7BFFF338894D}"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963464"/>
                                        </p:tgtEl>
                                        <p:attrNameLst>
                                          <p:attrName>style.visibility</p:attrName>
                                        </p:attrNameLst>
                                      </p:cBhvr>
                                      <p:to>
                                        <p:strVal val="visible"/>
                                      </p:to>
                                    </p:set>
                                    <p:animEffect transition="in" filter="wipe(left)">
                                      <p:cBhvr>
                                        <p:cTn id="7" dur="1000"/>
                                        <p:tgtEl>
                                          <p:spTgt spid="2963464"/>
                                        </p:tgtEl>
                                      </p:cBhvr>
                                    </p:animEffect>
                                  </p:childTnLst>
                                </p:cTn>
                              </p:par>
                            </p:childTnLst>
                          </p:cTn>
                        </p:par>
                        <p:par>
                          <p:cTn id="8" fill="hold" nodeType="afterGroup">
                            <p:stCondLst>
                              <p:cond delay="1000"/>
                            </p:stCondLst>
                            <p:childTnLst>
                              <p:par>
                                <p:cTn id="9" presetID="1" presetClass="entr" presetSubtype="0" fill="hold" grpId="0" nodeType="afterEffect">
                                  <p:stCondLst>
                                    <p:cond delay="0"/>
                                  </p:stCondLst>
                                  <p:childTnLst>
                                    <p:set>
                                      <p:cBhvr>
                                        <p:cTn id="10" dur="1" fill="hold">
                                          <p:stCondLst>
                                            <p:cond delay="0"/>
                                          </p:stCondLst>
                                        </p:cTn>
                                        <p:tgtEl>
                                          <p:spTgt spid="2963554"/>
                                        </p:tgtEl>
                                        <p:attrNameLst>
                                          <p:attrName>style.visibility</p:attrName>
                                        </p:attrNameLst>
                                      </p:cBhvr>
                                      <p:to>
                                        <p:strVal val="visible"/>
                                      </p:to>
                                    </p:set>
                                  </p:childTnLst>
                                </p:cTn>
                              </p:par>
                            </p:childTnLst>
                          </p:cTn>
                        </p:par>
                        <p:par>
                          <p:cTn id="11" fill="hold" nodeType="afterGroup">
                            <p:stCondLst>
                              <p:cond delay="1000"/>
                            </p:stCondLst>
                            <p:childTnLst>
                              <p:par>
                                <p:cTn id="12" presetID="22" presetClass="entr" presetSubtype="8" fill="hold" nodeType="afterEffect">
                                  <p:stCondLst>
                                    <p:cond delay="0"/>
                                  </p:stCondLst>
                                  <p:childTnLst>
                                    <p:set>
                                      <p:cBhvr>
                                        <p:cTn id="13" dur="1" fill="hold">
                                          <p:stCondLst>
                                            <p:cond delay="0"/>
                                          </p:stCondLst>
                                        </p:cTn>
                                        <p:tgtEl>
                                          <p:spTgt spid="2963468"/>
                                        </p:tgtEl>
                                        <p:attrNameLst>
                                          <p:attrName>style.visibility</p:attrName>
                                        </p:attrNameLst>
                                      </p:cBhvr>
                                      <p:to>
                                        <p:strVal val="visible"/>
                                      </p:to>
                                    </p:set>
                                    <p:animEffect transition="in" filter="wipe(left)">
                                      <p:cBhvr>
                                        <p:cTn id="14" dur="1000"/>
                                        <p:tgtEl>
                                          <p:spTgt spid="2963468"/>
                                        </p:tgtEl>
                                      </p:cBhvr>
                                    </p:animEffect>
                                  </p:childTnLst>
                                </p:cTn>
                              </p:par>
                            </p:childTnLst>
                          </p:cTn>
                        </p:par>
                        <p:par>
                          <p:cTn id="15" fill="hold" nodeType="afterGroup">
                            <p:stCondLst>
                              <p:cond delay="2000"/>
                            </p:stCondLst>
                            <p:childTnLst>
                              <p:par>
                                <p:cTn id="16" presetID="1" presetClass="entr" presetSubtype="0" fill="hold" grpId="0" nodeType="afterEffect">
                                  <p:stCondLst>
                                    <p:cond delay="0"/>
                                  </p:stCondLst>
                                  <p:childTnLst>
                                    <p:set>
                                      <p:cBhvr>
                                        <p:cTn id="17" dur="1" fill="hold">
                                          <p:stCondLst>
                                            <p:cond delay="0"/>
                                          </p:stCondLst>
                                        </p:cTn>
                                        <p:tgtEl>
                                          <p:spTgt spid="2963649"/>
                                        </p:tgtEl>
                                        <p:attrNameLst>
                                          <p:attrName>style.visibility</p:attrName>
                                        </p:attrNameLst>
                                      </p:cBhvr>
                                      <p:to>
                                        <p:strVal val="visible"/>
                                      </p:to>
                                    </p:set>
                                  </p:childTnLst>
                                </p:cTn>
                              </p:par>
                              <p:par>
                                <p:cTn id="18" presetID="1" presetClass="exit" presetSubtype="0" fill="hold" nodeType="withEffect">
                                  <p:stCondLst>
                                    <p:cond delay="0"/>
                                  </p:stCondLst>
                                  <p:childTnLst>
                                    <p:set>
                                      <p:cBhvr>
                                        <p:cTn id="19" dur="1" fill="hold">
                                          <p:stCondLst>
                                            <p:cond delay="0"/>
                                          </p:stCondLst>
                                        </p:cTn>
                                        <p:tgtEl>
                                          <p:spTgt spid="2963464"/>
                                        </p:tgtEl>
                                        <p:attrNameLst>
                                          <p:attrName>style.visibility</p:attrName>
                                        </p:attrNameLst>
                                      </p:cBhvr>
                                      <p:to>
                                        <p:strVal val="hidden"/>
                                      </p:to>
                                    </p:set>
                                  </p:childTnLst>
                                </p:cTn>
                              </p:par>
                              <p:par>
                                <p:cTn id="20" presetID="1" presetClass="exit" presetSubtype="0" fill="hold" nodeType="withEffect">
                                  <p:stCondLst>
                                    <p:cond delay="0"/>
                                  </p:stCondLst>
                                  <p:childTnLst>
                                    <p:set>
                                      <p:cBhvr>
                                        <p:cTn id="21" dur="1" fill="hold">
                                          <p:stCondLst>
                                            <p:cond delay="0"/>
                                          </p:stCondLst>
                                        </p:cTn>
                                        <p:tgtEl>
                                          <p:spTgt spid="2963468"/>
                                        </p:tgtEl>
                                        <p:attrNameLst>
                                          <p:attrName>style.visibility</p:attrName>
                                        </p:attrNameLst>
                                      </p:cBhvr>
                                      <p:to>
                                        <p:strVal val="hidden"/>
                                      </p:to>
                                    </p:set>
                                  </p:childTnLst>
                                </p:cTn>
                              </p:par>
                            </p:childTnLst>
                          </p:cTn>
                        </p:par>
                        <p:par>
                          <p:cTn id="22" fill="hold" nodeType="afterGroup">
                            <p:stCondLst>
                              <p:cond delay="2000"/>
                            </p:stCondLst>
                            <p:childTnLst>
                              <p:par>
                                <p:cTn id="23" presetID="22" presetClass="entr" presetSubtype="2" fill="hold" nodeType="afterEffect">
                                  <p:stCondLst>
                                    <p:cond delay="0"/>
                                  </p:stCondLst>
                                  <p:childTnLst>
                                    <p:set>
                                      <p:cBhvr>
                                        <p:cTn id="24" dur="1" fill="hold">
                                          <p:stCondLst>
                                            <p:cond delay="0"/>
                                          </p:stCondLst>
                                        </p:cTn>
                                        <p:tgtEl>
                                          <p:spTgt spid="2963475"/>
                                        </p:tgtEl>
                                        <p:attrNameLst>
                                          <p:attrName>style.visibility</p:attrName>
                                        </p:attrNameLst>
                                      </p:cBhvr>
                                      <p:to>
                                        <p:strVal val="visible"/>
                                      </p:to>
                                    </p:set>
                                    <p:animEffect transition="in" filter="wipe(right)">
                                      <p:cBhvr>
                                        <p:cTn id="25" dur="1000"/>
                                        <p:tgtEl>
                                          <p:spTgt spid="296347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63477"/>
                                        </p:tgtEl>
                                        <p:attrNameLst>
                                          <p:attrName>style.visibility</p:attrName>
                                        </p:attrNameLst>
                                      </p:cBhvr>
                                      <p:to>
                                        <p:strVal val="visible"/>
                                      </p:to>
                                    </p:set>
                                    <p:animEffect transition="in" filter="fade">
                                      <p:cBhvr>
                                        <p:cTn id="28" dur="1000"/>
                                        <p:tgtEl>
                                          <p:spTgt spid="2963477"/>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963650"/>
                                        </p:tgtEl>
                                        <p:attrNameLst>
                                          <p:attrName>style.visibility</p:attrName>
                                        </p:attrNameLst>
                                      </p:cBhvr>
                                      <p:to>
                                        <p:strVal val="visible"/>
                                      </p:to>
                                    </p:set>
                                  </p:childTnLst>
                                </p:cTn>
                              </p:par>
                              <p:par>
                                <p:cTn id="33" presetID="1" presetClass="exit" presetSubtype="0" fill="hold" grpId="0" nodeType="withEffect">
                                  <p:stCondLst>
                                    <p:cond delay="0"/>
                                  </p:stCondLst>
                                  <p:childTnLst>
                                    <p:set>
                                      <p:cBhvr>
                                        <p:cTn id="34" dur="1" fill="hold">
                                          <p:stCondLst>
                                            <p:cond delay="0"/>
                                          </p:stCondLst>
                                        </p:cTn>
                                        <p:tgtEl>
                                          <p:spTgt spid="2963661"/>
                                        </p:tgtEl>
                                        <p:attrNameLst>
                                          <p:attrName>style.visibility</p:attrName>
                                        </p:attrNameLst>
                                      </p:cBhvr>
                                      <p:to>
                                        <p:strVal val="hidden"/>
                                      </p:to>
                                    </p:set>
                                  </p:childTnLst>
                                </p:cTn>
                              </p:par>
                              <p:par>
                                <p:cTn id="35" presetID="22" presetClass="entr" presetSubtype="8" fill="hold" nodeType="withEffect">
                                  <p:stCondLst>
                                    <p:cond delay="0"/>
                                  </p:stCondLst>
                                  <p:childTnLst>
                                    <p:set>
                                      <p:cBhvr>
                                        <p:cTn id="36" dur="1" fill="hold">
                                          <p:stCondLst>
                                            <p:cond delay="0"/>
                                          </p:stCondLst>
                                        </p:cTn>
                                        <p:tgtEl>
                                          <p:spTgt spid="2963469"/>
                                        </p:tgtEl>
                                        <p:attrNameLst>
                                          <p:attrName>style.visibility</p:attrName>
                                        </p:attrNameLst>
                                      </p:cBhvr>
                                      <p:to>
                                        <p:strVal val="visible"/>
                                      </p:to>
                                    </p:set>
                                    <p:animEffect transition="in" filter="wipe(left)">
                                      <p:cBhvr>
                                        <p:cTn id="37" dur="1000"/>
                                        <p:tgtEl>
                                          <p:spTgt spid="2963469"/>
                                        </p:tgtEl>
                                      </p:cBhvr>
                                    </p:animEffect>
                                  </p:childTnLst>
                                </p:cTn>
                              </p:par>
                            </p:childTnLst>
                          </p:cTn>
                        </p:par>
                        <p:par>
                          <p:cTn id="38" fill="hold" nodeType="afterGroup">
                            <p:stCondLst>
                              <p:cond delay="1000"/>
                            </p:stCondLst>
                            <p:childTnLst>
                              <p:par>
                                <p:cTn id="39" presetID="1" presetClass="entr" presetSubtype="0" fill="hold" grpId="0" nodeType="afterEffect">
                                  <p:stCondLst>
                                    <p:cond delay="0"/>
                                  </p:stCondLst>
                                  <p:childTnLst>
                                    <p:set>
                                      <p:cBhvr>
                                        <p:cTn id="40" dur="1" fill="hold">
                                          <p:stCondLst>
                                            <p:cond delay="0"/>
                                          </p:stCondLst>
                                        </p:cTn>
                                        <p:tgtEl>
                                          <p:spTgt spid="2963639"/>
                                        </p:tgtEl>
                                        <p:attrNameLst>
                                          <p:attrName>style.visibility</p:attrName>
                                        </p:attrNameLst>
                                      </p:cBhvr>
                                      <p:to>
                                        <p:strVal val="visible"/>
                                      </p:to>
                                    </p:set>
                                  </p:childTnLst>
                                </p:cTn>
                              </p:par>
                              <p:par>
                                <p:cTn id="41" presetID="1" presetClass="exit" presetSubtype="0" fill="hold" nodeType="withEffect">
                                  <p:stCondLst>
                                    <p:cond delay="0"/>
                                  </p:stCondLst>
                                  <p:childTnLst>
                                    <p:set>
                                      <p:cBhvr>
                                        <p:cTn id="42" dur="1" fill="hold">
                                          <p:stCondLst>
                                            <p:cond delay="0"/>
                                          </p:stCondLst>
                                        </p:cTn>
                                        <p:tgtEl>
                                          <p:spTgt spid="2963469"/>
                                        </p:tgtEl>
                                        <p:attrNameLst>
                                          <p:attrName>style.visibility</p:attrName>
                                        </p:attrNameLst>
                                      </p:cBhvr>
                                      <p:to>
                                        <p:strVal val="hidden"/>
                                      </p:to>
                                    </p:set>
                                  </p:childTnLst>
                                </p:cTn>
                              </p:par>
                            </p:childTnLst>
                          </p:cTn>
                        </p:par>
                        <p:par>
                          <p:cTn id="43" fill="hold" nodeType="afterGroup">
                            <p:stCondLst>
                              <p:cond delay="1000"/>
                            </p:stCondLst>
                            <p:childTnLst>
                              <p:par>
                                <p:cTn id="44" presetID="22" presetClass="entr" presetSubtype="2" fill="hold" nodeType="afterEffect">
                                  <p:stCondLst>
                                    <p:cond delay="0"/>
                                  </p:stCondLst>
                                  <p:childTnLst>
                                    <p:set>
                                      <p:cBhvr>
                                        <p:cTn id="45" dur="1" fill="hold">
                                          <p:stCondLst>
                                            <p:cond delay="0"/>
                                          </p:stCondLst>
                                        </p:cTn>
                                        <p:tgtEl>
                                          <p:spTgt spid="2963476"/>
                                        </p:tgtEl>
                                        <p:attrNameLst>
                                          <p:attrName>style.visibility</p:attrName>
                                        </p:attrNameLst>
                                      </p:cBhvr>
                                      <p:to>
                                        <p:strVal val="visible"/>
                                      </p:to>
                                    </p:set>
                                    <p:animEffect transition="in" filter="wipe(right)">
                                      <p:cBhvr>
                                        <p:cTn id="46" dur="1000"/>
                                        <p:tgtEl>
                                          <p:spTgt spid="296347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963478"/>
                                        </p:tgtEl>
                                        <p:attrNameLst>
                                          <p:attrName>style.visibility</p:attrName>
                                        </p:attrNameLst>
                                      </p:cBhvr>
                                      <p:to>
                                        <p:strVal val="visible"/>
                                      </p:to>
                                    </p:set>
                                    <p:animEffect transition="in" filter="fade">
                                      <p:cBhvr>
                                        <p:cTn id="49" dur="1000"/>
                                        <p:tgtEl>
                                          <p:spTgt spid="2963478"/>
                                        </p:tgtEl>
                                      </p:cBhvr>
                                    </p:animEffect>
                                  </p:childTnLst>
                                </p:cTn>
                              </p:par>
                            </p:childTnLst>
                          </p:cTn>
                        </p:par>
                        <p:par>
                          <p:cTn id="50" fill="hold" nodeType="afterGroup">
                            <p:stCondLst>
                              <p:cond delay="2000"/>
                            </p:stCondLst>
                            <p:childTnLst>
                              <p:par>
                                <p:cTn id="51" presetID="1" presetClass="exit" presetSubtype="0" fill="hold" nodeType="afterEffect">
                                  <p:stCondLst>
                                    <p:cond delay="500"/>
                                  </p:stCondLst>
                                  <p:childTnLst>
                                    <p:set>
                                      <p:cBhvr>
                                        <p:cTn id="52" dur="1" fill="hold">
                                          <p:stCondLst>
                                            <p:cond delay="0"/>
                                          </p:stCondLst>
                                        </p:cTn>
                                        <p:tgtEl>
                                          <p:spTgt spid="2963476"/>
                                        </p:tgtEl>
                                        <p:attrNameLst>
                                          <p:attrName>style.visibility</p:attrName>
                                        </p:attrNameLst>
                                      </p:cBhvr>
                                      <p:to>
                                        <p:strVal val="hidden"/>
                                      </p:to>
                                    </p:set>
                                  </p:childTnLst>
                                </p:cTn>
                              </p:par>
                            </p:childTnLst>
                          </p:cTn>
                        </p:par>
                        <p:par>
                          <p:cTn id="53" fill="hold" nodeType="afterGroup">
                            <p:stCondLst>
                              <p:cond delay="2500"/>
                            </p:stCondLst>
                            <p:childTnLst>
                              <p:par>
                                <p:cTn id="54" presetID="22" presetClass="entr" presetSubtype="8" fill="hold" nodeType="afterEffect">
                                  <p:stCondLst>
                                    <p:cond delay="0"/>
                                  </p:stCondLst>
                                  <p:childTnLst>
                                    <p:set>
                                      <p:cBhvr>
                                        <p:cTn id="55" dur="1" fill="hold">
                                          <p:stCondLst>
                                            <p:cond delay="0"/>
                                          </p:stCondLst>
                                        </p:cTn>
                                        <p:tgtEl>
                                          <p:spTgt spid="2963470"/>
                                        </p:tgtEl>
                                        <p:attrNameLst>
                                          <p:attrName>style.visibility</p:attrName>
                                        </p:attrNameLst>
                                      </p:cBhvr>
                                      <p:to>
                                        <p:strVal val="visible"/>
                                      </p:to>
                                    </p:set>
                                    <p:animEffect transition="in" filter="wipe(left)">
                                      <p:cBhvr>
                                        <p:cTn id="56" dur="1000"/>
                                        <p:tgtEl>
                                          <p:spTgt spid="2963470"/>
                                        </p:tgtEl>
                                      </p:cBhvr>
                                    </p:animEffect>
                                  </p:childTnLst>
                                </p:cTn>
                              </p:par>
                            </p:childTnLst>
                          </p:cTn>
                        </p:par>
                        <p:par>
                          <p:cTn id="57" fill="hold" nodeType="afterGroup">
                            <p:stCondLst>
                              <p:cond delay="3500"/>
                            </p:stCondLst>
                            <p:childTnLst>
                              <p:par>
                                <p:cTn id="58" presetID="1" presetClass="entr" presetSubtype="0" fill="hold" grpId="0" nodeType="afterEffect">
                                  <p:stCondLst>
                                    <p:cond delay="0"/>
                                  </p:stCondLst>
                                  <p:childTnLst>
                                    <p:set>
                                      <p:cBhvr>
                                        <p:cTn id="59" dur="1" fill="hold">
                                          <p:stCondLst>
                                            <p:cond delay="0"/>
                                          </p:stCondLst>
                                        </p:cTn>
                                        <p:tgtEl>
                                          <p:spTgt spid="2963638"/>
                                        </p:tgtEl>
                                        <p:attrNameLst>
                                          <p:attrName>style.visibility</p:attrName>
                                        </p:attrNameLst>
                                      </p:cBhvr>
                                      <p:to>
                                        <p:strVal val="visible"/>
                                      </p:to>
                                    </p:set>
                                  </p:childTnLst>
                                </p:cTn>
                              </p:par>
                              <p:par>
                                <p:cTn id="60" presetID="10" presetClass="exit" presetSubtype="0" fill="hold" grpId="1" nodeType="withEffect">
                                  <p:stCondLst>
                                    <p:cond delay="0"/>
                                  </p:stCondLst>
                                  <p:childTnLst>
                                    <p:animEffect transition="out" filter="fade">
                                      <p:cBhvr>
                                        <p:cTn id="61" dur="1000"/>
                                        <p:tgtEl>
                                          <p:spTgt spid="2963478"/>
                                        </p:tgtEl>
                                      </p:cBhvr>
                                    </p:animEffect>
                                    <p:set>
                                      <p:cBhvr>
                                        <p:cTn id="62" dur="1" fill="hold">
                                          <p:stCondLst>
                                            <p:cond delay="999"/>
                                          </p:stCondLst>
                                        </p:cTn>
                                        <p:tgtEl>
                                          <p:spTgt spid="2963478"/>
                                        </p:tgtEl>
                                        <p:attrNameLst>
                                          <p:attrName>style.visibility</p:attrName>
                                        </p:attrNameLst>
                                      </p:cBhvr>
                                      <p:to>
                                        <p:strVal val="hidden"/>
                                      </p:to>
                                    </p:set>
                                  </p:childTnLst>
                                </p:cTn>
                              </p:par>
                            </p:childTnLst>
                          </p:cTn>
                        </p:par>
                        <p:par>
                          <p:cTn id="63" fill="hold" nodeType="afterGroup">
                            <p:stCondLst>
                              <p:cond delay="4500"/>
                            </p:stCondLst>
                            <p:childTnLst>
                              <p:par>
                                <p:cTn id="64" presetID="1" presetClass="exit" presetSubtype="0" fill="hold" nodeType="afterEffect">
                                  <p:stCondLst>
                                    <p:cond delay="0"/>
                                  </p:stCondLst>
                                  <p:childTnLst>
                                    <p:set>
                                      <p:cBhvr>
                                        <p:cTn id="65" dur="1" fill="hold">
                                          <p:stCondLst>
                                            <p:cond delay="0"/>
                                          </p:stCondLst>
                                        </p:cTn>
                                        <p:tgtEl>
                                          <p:spTgt spid="2963470"/>
                                        </p:tgtEl>
                                        <p:attrNameLst>
                                          <p:attrName>style.visibility</p:attrName>
                                        </p:attrNameLst>
                                      </p:cBhvr>
                                      <p:to>
                                        <p:strVal val="hidden"/>
                                      </p:to>
                                    </p:set>
                                  </p:childTnLst>
                                </p:cTn>
                              </p:par>
                            </p:childTnLst>
                          </p:cTn>
                        </p:par>
                        <p:par>
                          <p:cTn id="66" fill="hold" nodeType="afterGroup">
                            <p:stCondLst>
                              <p:cond delay="4500"/>
                            </p:stCondLst>
                            <p:childTnLst>
                              <p:par>
                                <p:cTn id="67" presetID="22" presetClass="entr" presetSubtype="2" fill="hold" nodeType="afterEffect">
                                  <p:stCondLst>
                                    <p:cond delay="0"/>
                                  </p:stCondLst>
                                  <p:childTnLst>
                                    <p:set>
                                      <p:cBhvr>
                                        <p:cTn id="68" dur="1" fill="hold">
                                          <p:stCondLst>
                                            <p:cond delay="0"/>
                                          </p:stCondLst>
                                        </p:cTn>
                                        <p:tgtEl>
                                          <p:spTgt spid="2963476"/>
                                        </p:tgtEl>
                                        <p:attrNameLst>
                                          <p:attrName>style.visibility</p:attrName>
                                        </p:attrNameLst>
                                      </p:cBhvr>
                                      <p:to>
                                        <p:strVal val="visible"/>
                                      </p:to>
                                    </p:set>
                                    <p:animEffect transition="in" filter="wipe(right)">
                                      <p:cBhvr>
                                        <p:cTn id="69" dur="1000"/>
                                        <p:tgtEl>
                                          <p:spTgt spid="2963476"/>
                                        </p:tgtEl>
                                      </p:cBhvr>
                                    </p:animEffect>
                                  </p:childTnLst>
                                </p:cTn>
                              </p:par>
                              <p:par>
                                <p:cTn id="70" presetID="10" presetClass="entr" presetSubtype="0" fill="hold" grpId="2" nodeType="withEffect">
                                  <p:stCondLst>
                                    <p:cond delay="0"/>
                                  </p:stCondLst>
                                  <p:childTnLst>
                                    <p:set>
                                      <p:cBhvr>
                                        <p:cTn id="71" dur="1" fill="hold">
                                          <p:stCondLst>
                                            <p:cond delay="0"/>
                                          </p:stCondLst>
                                        </p:cTn>
                                        <p:tgtEl>
                                          <p:spTgt spid="2963478"/>
                                        </p:tgtEl>
                                        <p:attrNameLst>
                                          <p:attrName>style.visibility</p:attrName>
                                        </p:attrNameLst>
                                      </p:cBhvr>
                                      <p:to>
                                        <p:strVal val="visible"/>
                                      </p:to>
                                    </p:set>
                                    <p:animEffect transition="in" filter="fade">
                                      <p:cBhvr>
                                        <p:cTn id="72" dur="1000"/>
                                        <p:tgtEl>
                                          <p:spTgt spid="2963478"/>
                                        </p:tgtEl>
                                      </p:cBhvr>
                                    </p:animEffect>
                                  </p:childTnLst>
                                </p:cTn>
                              </p:par>
                            </p:childTnLst>
                          </p:cTn>
                        </p:par>
                        <p:par>
                          <p:cTn id="73" fill="hold" nodeType="afterGroup">
                            <p:stCondLst>
                              <p:cond delay="5500"/>
                            </p:stCondLst>
                            <p:childTnLst>
                              <p:par>
                                <p:cTn id="74" presetID="1" presetClass="exit" presetSubtype="0" fill="hold" nodeType="afterEffect">
                                  <p:stCondLst>
                                    <p:cond delay="500"/>
                                  </p:stCondLst>
                                  <p:childTnLst>
                                    <p:set>
                                      <p:cBhvr>
                                        <p:cTn id="75" dur="1" fill="hold">
                                          <p:stCondLst>
                                            <p:cond delay="0"/>
                                          </p:stCondLst>
                                        </p:cTn>
                                        <p:tgtEl>
                                          <p:spTgt spid="2963476"/>
                                        </p:tgtEl>
                                        <p:attrNameLst>
                                          <p:attrName>style.visibility</p:attrName>
                                        </p:attrNameLst>
                                      </p:cBhvr>
                                      <p:to>
                                        <p:strVal val="hidden"/>
                                      </p:to>
                                    </p:set>
                                  </p:childTnLst>
                                </p:cTn>
                              </p:par>
                            </p:childTnLst>
                          </p:cTn>
                        </p:par>
                        <p:par>
                          <p:cTn id="76" fill="hold" nodeType="afterGroup">
                            <p:stCondLst>
                              <p:cond delay="6000"/>
                            </p:stCondLst>
                            <p:childTnLst>
                              <p:par>
                                <p:cTn id="77" presetID="22" presetClass="entr" presetSubtype="8" fill="hold" nodeType="afterEffect">
                                  <p:stCondLst>
                                    <p:cond delay="0"/>
                                  </p:stCondLst>
                                  <p:childTnLst>
                                    <p:set>
                                      <p:cBhvr>
                                        <p:cTn id="78" dur="1" fill="hold">
                                          <p:stCondLst>
                                            <p:cond delay="0"/>
                                          </p:stCondLst>
                                        </p:cTn>
                                        <p:tgtEl>
                                          <p:spTgt spid="2963471"/>
                                        </p:tgtEl>
                                        <p:attrNameLst>
                                          <p:attrName>style.visibility</p:attrName>
                                        </p:attrNameLst>
                                      </p:cBhvr>
                                      <p:to>
                                        <p:strVal val="visible"/>
                                      </p:to>
                                    </p:set>
                                    <p:animEffect transition="in" filter="wipe(left)">
                                      <p:cBhvr>
                                        <p:cTn id="79" dur="1000"/>
                                        <p:tgtEl>
                                          <p:spTgt spid="2963471"/>
                                        </p:tgtEl>
                                      </p:cBhvr>
                                    </p:animEffect>
                                  </p:childTnLst>
                                </p:cTn>
                              </p:par>
                            </p:childTnLst>
                          </p:cTn>
                        </p:par>
                        <p:par>
                          <p:cTn id="80" fill="hold" nodeType="afterGroup">
                            <p:stCondLst>
                              <p:cond delay="7000"/>
                            </p:stCondLst>
                            <p:childTnLst>
                              <p:par>
                                <p:cTn id="81" presetID="1" presetClass="entr" presetSubtype="0" fill="hold" grpId="0" nodeType="afterEffect">
                                  <p:stCondLst>
                                    <p:cond delay="0"/>
                                  </p:stCondLst>
                                  <p:childTnLst>
                                    <p:set>
                                      <p:cBhvr>
                                        <p:cTn id="82" dur="1" fill="hold">
                                          <p:stCondLst>
                                            <p:cond delay="0"/>
                                          </p:stCondLst>
                                        </p:cTn>
                                        <p:tgtEl>
                                          <p:spTgt spid="2963637"/>
                                        </p:tgtEl>
                                        <p:attrNameLst>
                                          <p:attrName>style.visibility</p:attrName>
                                        </p:attrNameLst>
                                      </p:cBhvr>
                                      <p:to>
                                        <p:strVal val="visible"/>
                                      </p:to>
                                    </p:set>
                                  </p:childTnLst>
                                </p:cTn>
                              </p:par>
                              <p:par>
                                <p:cTn id="83" presetID="10" presetClass="exit" presetSubtype="0" fill="hold" grpId="3" nodeType="withEffect">
                                  <p:stCondLst>
                                    <p:cond delay="0"/>
                                  </p:stCondLst>
                                  <p:childTnLst>
                                    <p:animEffect transition="out" filter="fade">
                                      <p:cBhvr>
                                        <p:cTn id="84" dur="1000"/>
                                        <p:tgtEl>
                                          <p:spTgt spid="2963478"/>
                                        </p:tgtEl>
                                      </p:cBhvr>
                                    </p:animEffect>
                                    <p:set>
                                      <p:cBhvr>
                                        <p:cTn id="85" dur="1" fill="hold">
                                          <p:stCondLst>
                                            <p:cond delay="999"/>
                                          </p:stCondLst>
                                        </p:cTn>
                                        <p:tgtEl>
                                          <p:spTgt spid="2963478"/>
                                        </p:tgtEl>
                                        <p:attrNameLst>
                                          <p:attrName>style.visibility</p:attrName>
                                        </p:attrNameLst>
                                      </p:cBhvr>
                                      <p:to>
                                        <p:strVal val="hidden"/>
                                      </p:to>
                                    </p:set>
                                  </p:childTnLst>
                                </p:cTn>
                              </p:par>
                            </p:childTnLst>
                          </p:cTn>
                        </p:par>
                        <p:par>
                          <p:cTn id="86" fill="hold" nodeType="afterGroup">
                            <p:stCondLst>
                              <p:cond delay="8000"/>
                            </p:stCondLst>
                            <p:childTnLst>
                              <p:par>
                                <p:cTn id="87" presetID="1" presetClass="exit" presetSubtype="0" fill="hold" nodeType="afterEffect">
                                  <p:stCondLst>
                                    <p:cond delay="0"/>
                                  </p:stCondLst>
                                  <p:childTnLst>
                                    <p:set>
                                      <p:cBhvr>
                                        <p:cTn id="88" dur="1" fill="hold">
                                          <p:stCondLst>
                                            <p:cond delay="0"/>
                                          </p:stCondLst>
                                        </p:cTn>
                                        <p:tgtEl>
                                          <p:spTgt spid="2963471"/>
                                        </p:tgtEl>
                                        <p:attrNameLst>
                                          <p:attrName>style.visibility</p:attrName>
                                        </p:attrNameLst>
                                      </p:cBhvr>
                                      <p:to>
                                        <p:strVal val="hidden"/>
                                      </p:to>
                                    </p:set>
                                  </p:childTnLst>
                                </p:cTn>
                              </p:par>
                            </p:childTnLst>
                          </p:cTn>
                        </p:par>
                        <p:par>
                          <p:cTn id="89" fill="hold" nodeType="afterGroup">
                            <p:stCondLst>
                              <p:cond delay="8000"/>
                            </p:stCondLst>
                            <p:childTnLst>
                              <p:par>
                                <p:cTn id="90" presetID="22" presetClass="entr" presetSubtype="2" fill="hold" nodeType="afterEffect">
                                  <p:stCondLst>
                                    <p:cond delay="0"/>
                                  </p:stCondLst>
                                  <p:childTnLst>
                                    <p:set>
                                      <p:cBhvr>
                                        <p:cTn id="91" dur="1" fill="hold">
                                          <p:stCondLst>
                                            <p:cond delay="0"/>
                                          </p:stCondLst>
                                        </p:cTn>
                                        <p:tgtEl>
                                          <p:spTgt spid="2963476"/>
                                        </p:tgtEl>
                                        <p:attrNameLst>
                                          <p:attrName>style.visibility</p:attrName>
                                        </p:attrNameLst>
                                      </p:cBhvr>
                                      <p:to>
                                        <p:strVal val="visible"/>
                                      </p:to>
                                    </p:set>
                                    <p:animEffect transition="in" filter="wipe(right)">
                                      <p:cBhvr>
                                        <p:cTn id="92" dur="1000"/>
                                        <p:tgtEl>
                                          <p:spTgt spid="2963476"/>
                                        </p:tgtEl>
                                      </p:cBhvr>
                                    </p:animEffect>
                                  </p:childTnLst>
                                </p:cTn>
                              </p:par>
                              <p:par>
                                <p:cTn id="93" presetID="10" presetClass="entr" presetSubtype="0" fill="hold" grpId="4" nodeType="withEffect">
                                  <p:stCondLst>
                                    <p:cond delay="0"/>
                                  </p:stCondLst>
                                  <p:childTnLst>
                                    <p:set>
                                      <p:cBhvr>
                                        <p:cTn id="94" dur="1" fill="hold">
                                          <p:stCondLst>
                                            <p:cond delay="0"/>
                                          </p:stCondLst>
                                        </p:cTn>
                                        <p:tgtEl>
                                          <p:spTgt spid="2963478"/>
                                        </p:tgtEl>
                                        <p:attrNameLst>
                                          <p:attrName>style.visibility</p:attrName>
                                        </p:attrNameLst>
                                      </p:cBhvr>
                                      <p:to>
                                        <p:strVal val="visible"/>
                                      </p:to>
                                    </p:set>
                                    <p:animEffect transition="in" filter="fade">
                                      <p:cBhvr>
                                        <p:cTn id="95" dur="1000"/>
                                        <p:tgtEl>
                                          <p:spTgt spid="2963478"/>
                                        </p:tgtEl>
                                      </p:cBhvr>
                                    </p:animEffect>
                                  </p:childTnLst>
                                </p:cTn>
                              </p:par>
                            </p:childTnLst>
                          </p:cTn>
                        </p:par>
                        <p:par>
                          <p:cTn id="96" fill="hold" nodeType="afterGroup">
                            <p:stCondLst>
                              <p:cond delay="9000"/>
                            </p:stCondLst>
                            <p:childTnLst>
                              <p:par>
                                <p:cTn id="97" presetID="1" presetClass="exit" presetSubtype="0" fill="hold" nodeType="afterEffect">
                                  <p:stCondLst>
                                    <p:cond delay="500"/>
                                  </p:stCondLst>
                                  <p:childTnLst>
                                    <p:set>
                                      <p:cBhvr>
                                        <p:cTn id="98" dur="1" fill="hold">
                                          <p:stCondLst>
                                            <p:cond delay="0"/>
                                          </p:stCondLst>
                                        </p:cTn>
                                        <p:tgtEl>
                                          <p:spTgt spid="2963476"/>
                                        </p:tgtEl>
                                        <p:attrNameLst>
                                          <p:attrName>style.visibility</p:attrName>
                                        </p:attrNameLst>
                                      </p:cBhvr>
                                      <p:to>
                                        <p:strVal val="hidden"/>
                                      </p:to>
                                    </p:set>
                                  </p:childTnLst>
                                </p:cTn>
                              </p:par>
                            </p:childTnLst>
                          </p:cTn>
                        </p:par>
                        <p:par>
                          <p:cTn id="99" fill="hold" nodeType="afterGroup">
                            <p:stCondLst>
                              <p:cond delay="9500"/>
                            </p:stCondLst>
                            <p:childTnLst>
                              <p:par>
                                <p:cTn id="100" presetID="22" presetClass="entr" presetSubtype="8" fill="hold" nodeType="afterEffect">
                                  <p:stCondLst>
                                    <p:cond delay="0"/>
                                  </p:stCondLst>
                                  <p:childTnLst>
                                    <p:set>
                                      <p:cBhvr>
                                        <p:cTn id="101" dur="1" fill="hold">
                                          <p:stCondLst>
                                            <p:cond delay="0"/>
                                          </p:stCondLst>
                                        </p:cTn>
                                        <p:tgtEl>
                                          <p:spTgt spid="2963472"/>
                                        </p:tgtEl>
                                        <p:attrNameLst>
                                          <p:attrName>style.visibility</p:attrName>
                                        </p:attrNameLst>
                                      </p:cBhvr>
                                      <p:to>
                                        <p:strVal val="visible"/>
                                      </p:to>
                                    </p:set>
                                    <p:animEffect transition="in" filter="wipe(left)">
                                      <p:cBhvr>
                                        <p:cTn id="102" dur="1000"/>
                                        <p:tgtEl>
                                          <p:spTgt spid="2963472"/>
                                        </p:tgtEl>
                                      </p:cBhvr>
                                    </p:animEffect>
                                  </p:childTnLst>
                                </p:cTn>
                              </p:par>
                              <p:par>
                                <p:cTn id="103" presetID="10" presetClass="exit" presetSubtype="0" fill="hold" grpId="5" nodeType="withEffect">
                                  <p:stCondLst>
                                    <p:cond delay="0"/>
                                  </p:stCondLst>
                                  <p:childTnLst>
                                    <p:animEffect transition="out" filter="fade">
                                      <p:cBhvr>
                                        <p:cTn id="104" dur="1000"/>
                                        <p:tgtEl>
                                          <p:spTgt spid="2963478"/>
                                        </p:tgtEl>
                                      </p:cBhvr>
                                    </p:animEffect>
                                    <p:set>
                                      <p:cBhvr>
                                        <p:cTn id="105" dur="1" fill="hold">
                                          <p:stCondLst>
                                            <p:cond delay="999"/>
                                          </p:stCondLst>
                                        </p:cTn>
                                        <p:tgtEl>
                                          <p:spTgt spid="2963478"/>
                                        </p:tgtEl>
                                        <p:attrNameLst>
                                          <p:attrName>style.visibility</p:attrName>
                                        </p:attrNameLst>
                                      </p:cBhvr>
                                      <p:to>
                                        <p:strVal val="hidden"/>
                                      </p:to>
                                    </p:set>
                                  </p:childTnLst>
                                </p:cTn>
                              </p:par>
                            </p:childTnLst>
                          </p:cTn>
                        </p:par>
                        <p:par>
                          <p:cTn id="106" fill="hold" nodeType="afterGroup">
                            <p:stCondLst>
                              <p:cond delay="10500"/>
                            </p:stCondLst>
                            <p:childTnLst>
                              <p:par>
                                <p:cTn id="107" presetID="1" presetClass="entr" presetSubtype="0" fill="hold" grpId="0" nodeType="afterEffect">
                                  <p:stCondLst>
                                    <p:cond delay="0"/>
                                  </p:stCondLst>
                                  <p:childTnLst>
                                    <p:set>
                                      <p:cBhvr>
                                        <p:cTn id="108" dur="1" fill="hold">
                                          <p:stCondLst>
                                            <p:cond delay="0"/>
                                          </p:stCondLst>
                                        </p:cTn>
                                        <p:tgtEl>
                                          <p:spTgt spid="2963658"/>
                                        </p:tgtEl>
                                        <p:attrNameLst>
                                          <p:attrName>style.visibility</p:attrName>
                                        </p:attrNameLst>
                                      </p:cBhvr>
                                      <p:to>
                                        <p:strVal val="visible"/>
                                      </p:to>
                                    </p:set>
                                  </p:childTnLst>
                                </p:cTn>
                              </p:par>
                              <p:par>
                                <p:cTn id="109" presetID="1" presetClass="exit" presetSubtype="0" fill="hold" nodeType="withEffect">
                                  <p:stCondLst>
                                    <p:cond delay="0"/>
                                  </p:stCondLst>
                                  <p:childTnLst>
                                    <p:set>
                                      <p:cBhvr>
                                        <p:cTn id="110" dur="1" fill="hold">
                                          <p:stCondLst>
                                            <p:cond delay="0"/>
                                          </p:stCondLst>
                                        </p:cTn>
                                        <p:tgtEl>
                                          <p:spTgt spid="2963472"/>
                                        </p:tgtEl>
                                        <p:attrNameLst>
                                          <p:attrName>style.visibility</p:attrName>
                                        </p:attrNameLst>
                                      </p:cBhvr>
                                      <p:to>
                                        <p:strVal val="hidden"/>
                                      </p:to>
                                    </p:set>
                                  </p:childTnLst>
                                </p:cTn>
                              </p:par>
                            </p:childTnLst>
                          </p:cTn>
                        </p:par>
                        <p:par>
                          <p:cTn id="111" fill="hold" nodeType="afterGroup">
                            <p:stCondLst>
                              <p:cond delay="10500"/>
                            </p:stCondLst>
                            <p:childTnLst>
                              <p:par>
                                <p:cTn id="112" presetID="22" presetClass="entr" presetSubtype="8" fill="hold" nodeType="afterEffect">
                                  <p:stCondLst>
                                    <p:cond delay="0"/>
                                  </p:stCondLst>
                                  <p:childTnLst>
                                    <p:set>
                                      <p:cBhvr>
                                        <p:cTn id="113" dur="1" fill="hold">
                                          <p:stCondLst>
                                            <p:cond delay="0"/>
                                          </p:stCondLst>
                                        </p:cTn>
                                        <p:tgtEl>
                                          <p:spTgt spid="2963473"/>
                                        </p:tgtEl>
                                        <p:attrNameLst>
                                          <p:attrName>style.visibility</p:attrName>
                                        </p:attrNameLst>
                                      </p:cBhvr>
                                      <p:to>
                                        <p:strVal val="visible"/>
                                      </p:to>
                                    </p:set>
                                    <p:animEffect transition="in" filter="wipe(left)">
                                      <p:cBhvr>
                                        <p:cTn id="114" dur="1000"/>
                                        <p:tgtEl>
                                          <p:spTgt spid="2963473"/>
                                        </p:tgtEl>
                                      </p:cBhvr>
                                    </p:animEffect>
                                  </p:childTnLst>
                                </p:cTn>
                              </p:par>
                            </p:childTnLst>
                          </p:cTn>
                        </p:par>
                        <p:par>
                          <p:cTn id="115" fill="hold" nodeType="afterGroup">
                            <p:stCondLst>
                              <p:cond delay="11500"/>
                            </p:stCondLst>
                            <p:childTnLst>
                              <p:par>
                                <p:cTn id="116" presetID="1" presetClass="entr" presetSubtype="0" fill="hold" grpId="0" nodeType="afterEffect">
                                  <p:stCondLst>
                                    <p:cond delay="0"/>
                                  </p:stCondLst>
                                  <p:childTnLst>
                                    <p:set>
                                      <p:cBhvr>
                                        <p:cTn id="117" dur="1" fill="hold">
                                          <p:stCondLst>
                                            <p:cond delay="0"/>
                                          </p:stCondLst>
                                        </p:cTn>
                                        <p:tgtEl>
                                          <p:spTgt spid="2963659"/>
                                        </p:tgtEl>
                                        <p:attrNameLst>
                                          <p:attrName>style.visibility</p:attrName>
                                        </p:attrNameLst>
                                      </p:cBhvr>
                                      <p:to>
                                        <p:strVal val="visible"/>
                                      </p:to>
                                    </p:set>
                                  </p:childTnLst>
                                </p:cTn>
                              </p:par>
                              <p:par>
                                <p:cTn id="118" presetID="1" presetClass="exit" presetSubtype="0" fill="hold" nodeType="withEffect">
                                  <p:stCondLst>
                                    <p:cond delay="0"/>
                                  </p:stCondLst>
                                  <p:childTnLst>
                                    <p:set>
                                      <p:cBhvr>
                                        <p:cTn id="119" dur="1" fill="hold">
                                          <p:stCondLst>
                                            <p:cond delay="0"/>
                                          </p:stCondLst>
                                        </p:cTn>
                                        <p:tgtEl>
                                          <p:spTgt spid="2963473"/>
                                        </p:tgtEl>
                                        <p:attrNameLst>
                                          <p:attrName>style.visibility</p:attrName>
                                        </p:attrNameLst>
                                      </p:cBhvr>
                                      <p:to>
                                        <p:strVal val="hidden"/>
                                      </p:to>
                                    </p:set>
                                  </p:childTnLst>
                                </p:cTn>
                              </p:par>
                            </p:childTnLst>
                          </p:cTn>
                        </p:par>
                        <p:par>
                          <p:cTn id="120" fill="hold" nodeType="afterGroup">
                            <p:stCondLst>
                              <p:cond delay="11500"/>
                            </p:stCondLst>
                            <p:childTnLst>
                              <p:par>
                                <p:cTn id="121" presetID="22" presetClass="entr" presetSubtype="8" fill="hold" nodeType="afterEffect">
                                  <p:stCondLst>
                                    <p:cond delay="0"/>
                                  </p:stCondLst>
                                  <p:childTnLst>
                                    <p:set>
                                      <p:cBhvr>
                                        <p:cTn id="122" dur="1" fill="hold">
                                          <p:stCondLst>
                                            <p:cond delay="0"/>
                                          </p:stCondLst>
                                        </p:cTn>
                                        <p:tgtEl>
                                          <p:spTgt spid="2963474"/>
                                        </p:tgtEl>
                                        <p:attrNameLst>
                                          <p:attrName>style.visibility</p:attrName>
                                        </p:attrNameLst>
                                      </p:cBhvr>
                                      <p:to>
                                        <p:strVal val="visible"/>
                                      </p:to>
                                    </p:set>
                                    <p:animEffect transition="in" filter="wipe(left)">
                                      <p:cBhvr>
                                        <p:cTn id="123" dur="1000"/>
                                        <p:tgtEl>
                                          <p:spTgt spid="2963474"/>
                                        </p:tgtEl>
                                      </p:cBhvr>
                                    </p:animEffect>
                                  </p:childTnLst>
                                </p:cTn>
                              </p:par>
                            </p:childTnLst>
                          </p:cTn>
                        </p:par>
                        <p:par>
                          <p:cTn id="124" fill="hold" nodeType="afterGroup">
                            <p:stCondLst>
                              <p:cond delay="12500"/>
                            </p:stCondLst>
                            <p:childTnLst>
                              <p:par>
                                <p:cTn id="125" presetID="1" presetClass="entr" presetSubtype="0" fill="hold" grpId="0" nodeType="afterEffect">
                                  <p:stCondLst>
                                    <p:cond delay="0"/>
                                  </p:stCondLst>
                                  <p:childTnLst>
                                    <p:set>
                                      <p:cBhvr>
                                        <p:cTn id="126" dur="1" fill="hold">
                                          <p:stCondLst>
                                            <p:cond delay="0"/>
                                          </p:stCondLst>
                                        </p:cTn>
                                        <p:tgtEl>
                                          <p:spTgt spid="2963660"/>
                                        </p:tgtEl>
                                        <p:attrNameLst>
                                          <p:attrName>style.visibility</p:attrName>
                                        </p:attrNameLst>
                                      </p:cBhvr>
                                      <p:to>
                                        <p:strVal val="visible"/>
                                      </p:to>
                                    </p:set>
                                  </p:childTnLst>
                                </p:cTn>
                              </p:par>
                              <p:par>
                                <p:cTn id="127" presetID="1" presetClass="exit" presetSubtype="0" fill="hold" nodeType="withEffect">
                                  <p:stCondLst>
                                    <p:cond delay="0"/>
                                  </p:stCondLst>
                                  <p:childTnLst>
                                    <p:set>
                                      <p:cBhvr>
                                        <p:cTn id="128" dur="1" fill="hold">
                                          <p:stCondLst>
                                            <p:cond delay="0"/>
                                          </p:stCondLst>
                                        </p:cTn>
                                        <p:tgtEl>
                                          <p:spTgt spid="2963474"/>
                                        </p:tgtEl>
                                        <p:attrNameLst>
                                          <p:attrName>style.visibility</p:attrName>
                                        </p:attrNameLst>
                                      </p:cBhvr>
                                      <p:to>
                                        <p:strVal val="hidden"/>
                                      </p:to>
                                    </p:set>
                                  </p:childTnLst>
                                </p:cTn>
                              </p:par>
                            </p:childTnLst>
                          </p:cTn>
                        </p:par>
                        <p:par>
                          <p:cTn id="129" fill="hold" nodeType="afterGroup">
                            <p:stCondLst>
                              <p:cond delay="12500"/>
                            </p:stCondLst>
                            <p:childTnLst>
                              <p:par>
                                <p:cTn id="130" presetID="22" presetClass="entr" presetSubtype="2" fill="hold" nodeType="afterEffect">
                                  <p:stCondLst>
                                    <p:cond delay="0"/>
                                  </p:stCondLst>
                                  <p:childTnLst>
                                    <p:set>
                                      <p:cBhvr>
                                        <p:cTn id="131" dur="1" fill="hold">
                                          <p:stCondLst>
                                            <p:cond delay="0"/>
                                          </p:stCondLst>
                                        </p:cTn>
                                        <p:tgtEl>
                                          <p:spTgt spid="2963641"/>
                                        </p:tgtEl>
                                        <p:attrNameLst>
                                          <p:attrName>style.visibility</p:attrName>
                                        </p:attrNameLst>
                                      </p:cBhvr>
                                      <p:to>
                                        <p:strVal val="visible"/>
                                      </p:to>
                                    </p:set>
                                    <p:animEffect transition="in" filter="wipe(right)">
                                      <p:cBhvr>
                                        <p:cTn id="132" dur="1000"/>
                                        <p:tgtEl>
                                          <p:spTgt spid="2963641"/>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2963640"/>
                                        </p:tgtEl>
                                        <p:attrNameLst>
                                          <p:attrName>style.visibility</p:attrName>
                                        </p:attrNameLst>
                                      </p:cBhvr>
                                      <p:to>
                                        <p:strVal val="visible"/>
                                      </p:to>
                                    </p:set>
                                    <p:animEffect transition="in" filter="fade">
                                      <p:cBhvr>
                                        <p:cTn id="135" dur="1000"/>
                                        <p:tgtEl>
                                          <p:spTgt spid="29636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3477" grpId="0"/>
      <p:bldP spid="2963478" grpId="0"/>
      <p:bldP spid="2963478" grpId="1"/>
      <p:bldP spid="2963478" grpId="2"/>
      <p:bldP spid="2963478" grpId="3"/>
      <p:bldP spid="2963478" grpId="4"/>
      <p:bldP spid="2963478" grpId="5"/>
      <p:bldP spid="2963554" grpId="0" animBg="1"/>
      <p:bldP spid="2963637" grpId="0" animBg="1"/>
      <p:bldP spid="2963638" grpId="0" animBg="1"/>
      <p:bldP spid="2963639" grpId="0" animBg="1"/>
      <p:bldP spid="2963640" grpId="0"/>
      <p:bldP spid="2963649" grpId="0" animBg="1"/>
      <p:bldP spid="2963650" grpId="0" animBg="1"/>
      <p:bldP spid="2963658" grpId="0" animBg="1"/>
      <p:bldP spid="2963659" grpId="0" animBg="1"/>
      <p:bldP spid="2963660" grpId="0" animBg="1"/>
      <p:bldP spid="296366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533400"/>
            <a:ext cx="7202776" cy="533400"/>
          </a:xfrm>
        </p:spPr>
        <p:txBody>
          <a:bodyPr>
            <a:normAutofit/>
          </a:bodyPr>
          <a:lstStyle/>
          <a:p>
            <a:r>
              <a:rPr lang="en-US" sz="2400" b="1" dirty="0">
                <a:solidFill>
                  <a:schemeClr val="tx1"/>
                </a:solidFill>
                <a:effectLst>
                  <a:outerShdw blurRad="38100" dist="38100" dir="2700000" algn="tl">
                    <a:srgbClr val="000000">
                      <a:alpha val="43137"/>
                    </a:srgbClr>
                  </a:outerShdw>
                </a:effectLst>
                <a:latin typeface="+mn-lt"/>
                <a:ea typeface="+mn-ea"/>
                <a:cs typeface="+mn-cs"/>
              </a:rPr>
              <a:t>Cache Implementation</a:t>
            </a:r>
          </a:p>
        </p:txBody>
      </p:sp>
      <p:sp>
        <p:nvSpPr>
          <p:cNvPr id="3" name="Content Placeholder 2"/>
          <p:cNvSpPr>
            <a:spLocks noGrp="1"/>
          </p:cNvSpPr>
          <p:nvPr>
            <p:ph idx="1"/>
          </p:nvPr>
        </p:nvSpPr>
        <p:spPr>
          <a:xfrm>
            <a:off x="533400" y="1295400"/>
            <a:ext cx="8229600" cy="4648200"/>
          </a:xfrm>
        </p:spPr>
        <p:txBody>
          <a:bodyPr>
            <a:normAutofit/>
          </a:bodyPr>
          <a:lstStyle/>
          <a:p>
            <a:pPr marL="0" indent="0" algn="just" rtl="0">
              <a:lnSpc>
                <a:spcPct val="150000"/>
              </a:lnSpc>
              <a:buNone/>
            </a:pPr>
            <a:r>
              <a:rPr lang="en-US" sz="2100" dirty="0">
                <a:latin typeface="Times New Roman" panose="02020603050405020304" pitchFamily="18" charset="0"/>
                <a:cs typeface="Times New Roman" panose="02020603050405020304" pitchFamily="18" charset="0"/>
              </a:rPr>
              <a:t>Cache can be implemented as either dedicated cache or global cache. </a:t>
            </a:r>
          </a:p>
          <a:p>
            <a:pPr marL="0" indent="0" algn="just" rtl="0">
              <a:lnSpc>
                <a:spcPct val="150000"/>
              </a:lnSpc>
              <a:buNone/>
            </a:pPr>
            <a:r>
              <a:rPr lang="en-US" sz="2100" dirty="0">
                <a:latin typeface="Times New Roman" panose="02020603050405020304" pitchFamily="18" charset="0"/>
                <a:cs typeface="Times New Roman" panose="02020603050405020304" pitchFamily="18" charset="0"/>
              </a:rPr>
              <a:t>With dedicated cache, separate sets of memory locations are reserved for reads and writes.</a:t>
            </a:r>
          </a:p>
          <a:p>
            <a:pPr marL="0" indent="0" algn="just" rtl="0">
              <a:lnSpc>
                <a:spcPct val="150000"/>
              </a:lnSpc>
              <a:buNone/>
            </a:pPr>
            <a:endParaRPr lang="en-US" sz="1100" dirty="0">
              <a:latin typeface="Times New Roman" panose="02020603050405020304" pitchFamily="18" charset="0"/>
              <a:cs typeface="Times New Roman" panose="02020603050405020304" pitchFamily="18" charset="0"/>
            </a:endParaRPr>
          </a:p>
          <a:p>
            <a:pPr marL="0" indent="0" algn="just" rtl="0">
              <a:lnSpc>
                <a:spcPct val="150000"/>
              </a:lnSpc>
              <a:buNone/>
            </a:pPr>
            <a:r>
              <a:rPr lang="en-US" sz="2100" dirty="0">
                <a:latin typeface="Times New Roman" panose="02020603050405020304" pitchFamily="18" charset="0"/>
                <a:cs typeface="Times New Roman" panose="02020603050405020304" pitchFamily="18" charset="0"/>
              </a:rPr>
              <a:t>In global cache, both reads and writes can use any of the available memory addresses. </a:t>
            </a:r>
          </a:p>
          <a:p>
            <a:pPr marL="0" indent="0" algn="just" rtl="0">
              <a:lnSpc>
                <a:spcPct val="150000"/>
              </a:lnSpc>
              <a:buNone/>
            </a:pPr>
            <a:endParaRPr lang="en-US" sz="1100" dirty="0">
              <a:latin typeface="Times New Roman" panose="02020603050405020304" pitchFamily="18" charset="0"/>
              <a:cs typeface="Times New Roman" panose="02020603050405020304" pitchFamily="18" charset="0"/>
            </a:endParaRPr>
          </a:p>
          <a:p>
            <a:pPr marL="0" indent="0" algn="just" rtl="0">
              <a:lnSpc>
                <a:spcPct val="150000"/>
              </a:lnSpc>
              <a:buNone/>
            </a:pPr>
            <a:r>
              <a:rPr lang="en-US" sz="2100" dirty="0">
                <a:latin typeface="Times New Roman" panose="02020603050405020304" pitchFamily="18" charset="0"/>
                <a:cs typeface="Times New Roman" panose="02020603050405020304" pitchFamily="18" charset="0"/>
              </a:rPr>
              <a:t>Cache management is more efficient in a global cache implementation, as only one global set of addresses has to be managed.</a:t>
            </a:r>
          </a:p>
        </p:txBody>
      </p:sp>
      <p:sp>
        <p:nvSpPr>
          <p:cNvPr id="5" name="Slide Number Placeholder 4"/>
          <p:cNvSpPr>
            <a:spLocks noGrp="1"/>
          </p:cNvSpPr>
          <p:nvPr>
            <p:ph type="sldNum" sz="quarter" idx="12"/>
          </p:nvPr>
        </p:nvSpPr>
        <p:spPr/>
        <p:txBody>
          <a:bodyPr/>
          <a:lstStyle/>
          <a:p>
            <a:fld id="{E5137D0E-4A4F-4307-8994-C1891D747D59}" type="slidenum">
              <a:rPr lang="en-US" smtClean="0"/>
              <a:t>19</a:t>
            </a:fld>
            <a:endParaRPr lang="en-US"/>
          </a:p>
        </p:txBody>
      </p:sp>
    </p:spTree>
    <p:extLst>
      <p:ext uri="{BB962C8B-B14F-4D97-AF65-F5344CB8AC3E}">
        <p14:creationId xmlns:p14="http://schemas.microsoft.com/office/powerpoint/2010/main" val="1336116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304800"/>
            <a:ext cx="7202776" cy="533400"/>
          </a:xfrm>
        </p:spPr>
        <p:txBody>
          <a:bodyPr>
            <a:normAutofit/>
          </a:bodyPr>
          <a:lstStyle/>
          <a:p>
            <a:r>
              <a:rPr lang="en-US" sz="2400" b="1" dirty="0">
                <a:solidFill>
                  <a:schemeClr val="tx1"/>
                </a:solidFill>
                <a:effectLst>
                  <a:outerShdw blurRad="38100" dist="38100" dir="2700000" algn="tl">
                    <a:srgbClr val="000000">
                      <a:alpha val="43137"/>
                    </a:srgbClr>
                  </a:outerShdw>
                </a:effectLst>
                <a:latin typeface="+mn-lt"/>
                <a:ea typeface="+mn-ea"/>
                <a:cs typeface="+mn-cs"/>
              </a:rPr>
              <a:t>Cache Management</a:t>
            </a:r>
          </a:p>
        </p:txBody>
      </p:sp>
      <p:sp>
        <p:nvSpPr>
          <p:cNvPr id="3" name="Content Placeholder 2"/>
          <p:cNvSpPr>
            <a:spLocks noGrp="1"/>
          </p:cNvSpPr>
          <p:nvPr>
            <p:ph idx="1"/>
          </p:nvPr>
        </p:nvSpPr>
        <p:spPr>
          <a:xfrm>
            <a:off x="990600" y="850900"/>
            <a:ext cx="7924800" cy="5778500"/>
          </a:xfrm>
        </p:spPr>
        <p:txBody>
          <a:bodyPr>
            <a:normAutofit/>
          </a:bodyPr>
          <a:lstStyle/>
          <a:p>
            <a:pPr marL="0" indent="0" algn="just" rtl="0">
              <a:lnSpc>
                <a:spcPct val="150000"/>
              </a:lnSpc>
              <a:buNone/>
            </a:pPr>
            <a:r>
              <a:rPr lang="en-US" sz="1600" dirty="0">
                <a:latin typeface="Times New Roman" panose="02020603050405020304" pitchFamily="18" charset="0"/>
                <a:cs typeface="Times New Roman" panose="02020603050405020304" pitchFamily="18" charset="0"/>
              </a:rPr>
              <a:t>Cache is a finite and expensive resource that needs proper management. </a:t>
            </a:r>
          </a:p>
          <a:p>
            <a:pPr marL="0" indent="0" algn="just" rtl="0">
              <a:lnSpc>
                <a:spcPct val="150000"/>
              </a:lnSpc>
              <a:buNone/>
            </a:pPr>
            <a:endParaRPr lang="en-US" sz="1050" dirty="0">
              <a:latin typeface="Times New Roman" panose="02020603050405020304" pitchFamily="18" charset="0"/>
              <a:cs typeface="Times New Roman" panose="02020603050405020304" pitchFamily="18" charset="0"/>
            </a:endParaRPr>
          </a:p>
          <a:p>
            <a:pPr marL="0" indent="0" algn="just" rtl="0">
              <a:lnSpc>
                <a:spcPct val="150000"/>
              </a:lnSpc>
              <a:buNone/>
            </a:pPr>
            <a:r>
              <a:rPr lang="en-US" sz="1600" dirty="0">
                <a:latin typeface="Times New Roman" panose="02020603050405020304" pitchFamily="18" charset="0"/>
                <a:cs typeface="Times New Roman" panose="02020603050405020304" pitchFamily="18" charset="0"/>
              </a:rPr>
              <a:t>Even though intelligent storage systems can be configured with large amounts of cache, when all cache pages are filled, some pages have to be freed up to accommodate new data and avoid performance degradation. </a:t>
            </a:r>
          </a:p>
          <a:p>
            <a:pPr marL="0" indent="0" algn="just" rtl="0">
              <a:lnSpc>
                <a:spcPct val="150000"/>
              </a:lnSpc>
              <a:buNone/>
            </a:pPr>
            <a:endParaRPr lang="en-US" sz="1050" dirty="0">
              <a:latin typeface="Times New Roman" panose="02020603050405020304" pitchFamily="18" charset="0"/>
              <a:cs typeface="Times New Roman" panose="02020603050405020304" pitchFamily="18" charset="0"/>
            </a:endParaRPr>
          </a:p>
          <a:p>
            <a:pPr marL="0" indent="0" algn="just" rtl="0">
              <a:lnSpc>
                <a:spcPct val="150000"/>
              </a:lnSpc>
              <a:buNone/>
            </a:pPr>
            <a:r>
              <a:rPr lang="en-US" sz="1600" dirty="0">
                <a:latin typeface="Times New Roman" panose="02020603050405020304" pitchFamily="18" charset="0"/>
                <a:cs typeface="Times New Roman" panose="02020603050405020304" pitchFamily="18" charset="0"/>
              </a:rPr>
              <a:t>Various cache management algorithms are implemented in intelligent storage systems to proactively maintain a set of free pages and a list of pages that can be potentially freed up whenever required:</a:t>
            </a:r>
          </a:p>
          <a:p>
            <a:pPr algn="just" rtl="0">
              <a:lnSpc>
                <a:spcPct val="110000"/>
              </a:lnSpc>
            </a:pPr>
            <a:r>
              <a:rPr lang="en-US" sz="1600" b="1" dirty="0">
                <a:solidFill>
                  <a:srgbClr val="C00000"/>
                </a:solidFill>
                <a:effectLst>
                  <a:outerShdw blurRad="38100" dist="38100" dir="2700000" algn="tl">
                    <a:srgbClr val="000000">
                      <a:alpha val="43137"/>
                    </a:srgbClr>
                  </a:outerShdw>
                </a:effectLst>
              </a:rPr>
              <a:t>Least Recently Used (LRU)</a:t>
            </a:r>
          </a:p>
          <a:p>
            <a:pPr algn="just" rtl="0">
              <a:lnSpc>
                <a:spcPct val="110000"/>
              </a:lnSpc>
            </a:pPr>
            <a:r>
              <a:rPr lang="en-US" sz="1600" b="1" dirty="0">
                <a:solidFill>
                  <a:srgbClr val="C00000"/>
                </a:solidFill>
                <a:effectLst>
                  <a:outerShdw blurRad="38100" dist="38100" dir="2700000" algn="tl">
                    <a:srgbClr val="000000">
                      <a:alpha val="43137"/>
                    </a:srgbClr>
                  </a:outerShdw>
                </a:effectLst>
              </a:rPr>
              <a:t>Most Recently Used (MRU)</a:t>
            </a:r>
          </a:p>
          <a:p>
            <a:pPr algn="just" rtl="0">
              <a:lnSpc>
                <a:spcPct val="110000"/>
              </a:lnSpc>
            </a:pPr>
            <a:r>
              <a:rPr lang="en-US" sz="1600" b="1" dirty="0">
                <a:solidFill>
                  <a:srgbClr val="C00000"/>
                </a:solidFill>
                <a:effectLst>
                  <a:outerShdw blurRad="38100" dist="38100" dir="2700000" algn="tl">
                    <a:srgbClr val="000000">
                      <a:alpha val="43137"/>
                    </a:srgbClr>
                  </a:outerShdw>
                </a:effectLst>
              </a:rPr>
              <a:t>Idle flushing</a:t>
            </a:r>
          </a:p>
          <a:p>
            <a:pPr algn="just" rtl="0">
              <a:lnSpc>
                <a:spcPct val="110000"/>
              </a:lnSpc>
            </a:pPr>
            <a:r>
              <a:rPr lang="en-US" sz="1600" b="1" dirty="0">
                <a:solidFill>
                  <a:srgbClr val="C00000"/>
                </a:solidFill>
                <a:effectLst>
                  <a:outerShdw blurRad="38100" dist="38100" dir="2700000" algn="tl">
                    <a:srgbClr val="000000">
                      <a:alpha val="43137"/>
                    </a:srgbClr>
                  </a:outerShdw>
                </a:effectLst>
              </a:rPr>
              <a:t>High watermark flushing</a:t>
            </a:r>
          </a:p>
          <a:p>
            <a:pPr algn="just" rtl="0">
              <a:lnSpc>
                <a:spcPct val="110000"/>
              </a:lnSpc>
            </a:pPr>
            <a:r>
              <a:rPr lang="en-US" sz="1600" b="1" dirty="0">
                <a:solidFill>
                  <a:srgbClr val="C00000"/>
                </a:solidFill>
                <a:effectLst>
                  <a:outerShdw blurRad="38100" dist="38100" dir="2700000" algn="tl">
                    <a:srgbClr val="000000">
                      <a:alpha val="43137"/>
                    </a:srgbClr>
                  </a:outerShdw>
                </a:effectLst>
              </a:rPr>
              <a:t>Forced flushing</a:t>
            </a:r>
          </a:p>
        </p:txBody>
      </p:sp>
      <p:sp>
        <p:nvSpPr>
          <p:cNvPr id="5" name="Slide Number Placeholder 4"/>
          <p:cNvSpPr>
            <a:spLocks noGrp="1"/>
          </p:cNvSpPr>
          <p:nvPr>
            <p:ph type="sldNum" sz="quarter" idx="12"/>
          </p:nvPr>
        </p:nvSpPr>
        <p:spPr/>
        <p:txBody>
          <a:bodyPr/>
          <a:lstStyle/>
          <a:p>
            <a:fld id="{E5137D0E-4A4F-4307-8994-C1891D747D59}" type="slidenum">
              <a:rPr lang="en-US" smtClean="0"/>
              <a:t>20</a:t>
            </a:fld>
            <a:endParaRPr lang="en-US"/>
          </a:p>
        </p:txBody>
      </p:sp>
    </p:spTree>
    <p:extLst>
      <p:ext uri="{BB962C8B-B14F-4D97-AF65-F5344CB8AC3E}">
        <p14:creationId xmlns:p14="http://schemas.microsoft.com/office/powerpoint/2010/main" val="1642347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 y="1676400"/>
            <a:ext cx="8077200" cy="3657600"/>
          </a:xfrm>
        </p:spPr>
      </p:pic>
      <p:sp>
        <p:nvSpPr>
          <p:cNvPr id="3" name="Slide Number Placeholder 2"/>
          <p:cNvSpPr>
            <a:spLocks noGrp="1"/>
          </p:cNvSpPr>
          <p:nvPr>
            <p:ph type="sldNum" sz="quarter" idx="12"/>
          </p:nvPr>
        </p:nvSpPr>
        <p:spPr/>
        <p:txBody>
          <a:bodyPr/>
          <a:lstStyle/>
          <a:p>
            <a:fld id="{E5137D0E-4A4F-4307-8994-C1891D747D59}" type="slidenum">
              <a:rPr lang="en-US" smtClean="0"/>
              <a:t>21</a:t>
            </a:fld>
            <a:endParaRPr lang="en-US"/>
          </a:p>
        </p:txBody>
      </p:sp>
    </p:spTree>
    <p:extLst>
      <p:ext uri="{BB962C8B-B14F-4D97-AF65-F5344CB8AC3E}">
        <p14:creationId xmlns:p14="http://schemas.microsoft.com/office/powerpoint/2010/main" val="972663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533400"/>
            <a:ext cx="7202776" cy="533400"/>
          </a:xfrm>
        </p:spPr>
        <p:txBody>
          <a:bodyPr>
            <a:normAutofit/>
          </a:bodyPr>
          <a:lstStyle/>
          <a:p>
            <a:r>
              <a:rPr lang="en-US" sz="2400" b="1" dirty="0">
                <a:solidFill>
                  <a:schemeClr val="tx1"/>
                </a:solidFill>
                <a:effectLst>
                  <a:outerShdw blurRad="38100" dist="38100" dir="2700000" algn="tl">
                    <a:srgbClr val="000000">
                      <a:alpha val="43137"/>
                    </a:srgbClr>
                  </a:outerShdw>
                </a:effectLst>
                <a:latin typeface="+mn-lt"/>
                <a:ea typeface="+mn-ea"/>
                <a:cs typeface="+mn-cs"/>
              </a:rPr>
              <a:t>Cache Data Protection</a:t>
            </a:r>
          </a:p>
        </p:txBody>
      </p:sp>
      <p:sp>
        <p:nvSpPr>
          <p:cNvPr id="3" name="Content Placeholder 2"/>
          <p:cNvSpPr>
            <a:spLocks noGrp="1"/>
          </p:cNvSpPr>
          <p:nvPr>
            <p:ph idx="1"/>
          </p:nvPr>
        </p:nvSpPr>
        <p:spPr>
          <a:xfrm>
            <a:off x="990600" y="1371600"/>
            <a:ext cx="7696200" cy="4191000"/>
          </a:xfrm>
        </p:spPr>
        <p:txBody>
          <a:bodyPr>
            <a:normAutofit/>
          </a:bodyPr>
          <a:lstStyle/>
          <a:p>
            <a:pPr marL="0" indent="0" algn="l" rtl="0">
              <a:lnSpc>
                <a:spcPct val="150000"/>
              </a:lnSpc>
              <a:buNone/>
            </a:pPr>
            <a:r>
              <a:rPr lang="en-US" sz="2200" dirty="0">
                <a:latin typeface="Times New Roman" panose="02020603050405020304" pitchFamily="18" charset="0"/>
                <a:cs typeface="Times New Roman" panose="02020603050405020304" pitchFamily="18" charset="0"/>
              </a:rPr>
              <a:t>Cache is volatile memory, so a power failure or any kind of cache failure will cause the loss of data not yet committed to the disk. This risk of losing uncommitted data held in cache can be mitigated using cache mirroring and cache vaulting:</a:t>
            </a:r>
          </a:p>
          <a:p>
            <a:pPr algn="l" rtl="0">
              <a:lnSpc>
                <a:spcPct val="150000"/>
              </a:lnSpc>
            </a:pPr>
            <a:r>
              <a:rPr lang="en-US" b="1" dirty="0">
                <a:solidFill>
                  <a:srgbClr val="C00000"/>
                </a:solidFill>
                <a:effectLst>
                  <a:outerShdw blurRad="38100" dist="38100" dir="2700000" algn="tl">
                    <a:srgbClr val="000000">
                      <a:alpha val="43137"/>
                    </a:srgbClr>
                  </a:outerShdw>
                </a:effectLst>
              </a:rPr>
              <a:t>Cache mirroring</a:t>
            </a:r>
          </a:p>
          <a:p>
            <a:pPr algn="l" rtl="0">
              <a:lnSpc>
                <a:spcPct val="150000"/>
              </a:lnSpc>
            </a:pPr>
            <a:r>
              <a:rPr lang="en-US" b="1" dirty="0">
                <a:solidFill>
                  <a:srgbClr val="C00000"/>
                </a:solidFill>
                <a:effectLst>
                  <a:outerShdw blurRad="38100" dist="38100" dir="2700000" algn="tl">
                    <a:srgbClr val="000000">
                      <a:alpha val="43137"/>
                    </a:srgbClr>
                  </a:outerShdw>
                </a:effectLst>
              </a:rPr>
              <a:t>Cache vaulting</a:t>
            </a:r>
          </a:p>
        </p:txBody>
      </p:sp>
      <p:sp>
        <p:nvSpPr>
          <p:cNvPr id="5" name="Slide Number Placeholder 4"/>
          <p:cNvSpPr>
            <a:spLocks noGrp="1"/>
          </p:cNvSpPr>
          <p:nvPr>
            <p:ph type="sldNum" sz="quarter" idx="12"/>
          </p:nvPr>
        </p:nvSpPr>
        <p:spPr/>
        <p:txBody>
          <a:bodyPr/>
          <a:lstStyle/>
          <a:p>
            <a:fld id="{E5137D0E-4A4F-4307-8994-C1891D747D59}" type="slidenum">
              <a:rPr lang="en-US" smtClean="0"/>
              <a:t>22</a:t>
            </a:fld>
            <a:endParaRPr lang="en-US"/>
          </a:p>
        </p:txBody>
      </p:sp>
    </p:spTree>
    <p:extLst>
      <p:ext uri="{BB962C8B-B14F-4D97-AF65-F5344CB8AC3E}">
        <p14:creationId xmlns:p14="http://schemas.microsoft.com/office/powerpoint/2010/main" val="1131637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153295DD-814D-0859-DD3D-6942E9C33A1C}"/>
              </a:ext>
            </a:extLst>
          </p:cNvPr>
          <p:cNvSpPr>
            <a:spLocks noChangeArrowheads="1"/>
          </p:cNvSpPr>
          <p:nvPr/>
        </p:nvSpPr>
        <p:spPr bwMode="auto">
          <a:xfrm>
            <a:off x="958850" y="2038350"/>
            <a:ext cx="1033463" cy="1028700"/>
          </a:xfrm>
          <a:prstGeom prst="rect">
            <a:avLst/>
          </a:prstGeom>
          <a:solidFill>
            <a:srgbClr val="000000"/>
          </a:solidFill>
          <a:ln>
            <a:noFill/>
          </a:ln>
          <a:effectLst/>
          <a:extLs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03" name="Rectangle 3">
            <a:extLst>
              <a:ext uri="{FF2B5EF4-FFF2-40B4-BE49-F238E27FC236}">
                <a16:creationId xmlns:a16="http://schemas.microsoft.com/office/drawing/2014/main" id="{49730D3A-84B8-B538-AA8F-0AC577C9CA42}"/>
              </a:ext>
            </a:extLst>
          </p:cNvPr>
          <p:cNvSpPr>
            <a:spLocks noGrp="1"/>
          </p:cNvSpPr>
          <p:nvPr>
            <p:ph type="title"/>
          </p:nvPr>
        </p:nvSpPr>
        <p:spPr/>
        <p:txBody>
          <a:bodyPr/>
          <a:lstStyle/>
          <a:p>
            <a:pPr eaLnBrk="1" hangingPunct="1"/>
            <a:r>
              <a:rPr lang="en-US" altLang="en-US"/>
              <a:t>Cache Management: Algorithms</a:t>
            </a:r>
          </a:p>
        </p:txBody>
      </p:sp>
      <p:sp>
        <p:nvSpPr>
          <p:cNvPr id="2967556" name="Rectangle 4">
            <a:extLst>
              <a:ext uri="{FF2B5EF4-FFF2-40B4-BE49-F238E27FC236}">
                <a16:creationId xmlns:a16="http://schemas.microsoft.com/office/drawing/2014/main" id="{6DEBB403-F99A-184B-3089-7B1F97E13E91}"/>
              </a:ext>
            </a:extLst>
          </p:cNvPr>
          <p:cNvSpPr>
            <a:spLocks noGrp="1" noChangeArrowheads="1"/>
          </p:cNvSpPr>
          <p:nvPr>
            <p:ph type="body" idx="1"/>
          </p:nvPr>
        </p:nvSpPr>
        <p:spPr>
          <a:xfrm>
            <a:off x="3905250" y="1233488"/>
            <a:ext cx="5029200" cy="2287587"/>
          </a:xfrm>
        </p:spPr>
        <p:txBody>
          <a:bodyPr rtlCol="0">
            <a:normAutofit/>
          </a:bodyPr>
          <a:lstStyle/>
          <a:p>
            <a:pPr eaLnBrk="1" fontAlgn="auto" hangingPunct="1">
              <a:spcAft>
                <a:spcPts val="0"/>
              </a:spcAft>
              <a:defRPr/>
            </a:pPr>
            <a:r>
              <a:rPr lang="en-US" sz="1700" dirty="0"/>
              <a:t>Least Recently Used (LRU)</a:t>
            </a:r>
          </a:p>
          <a:p>
            <a:pPr lvl="1" eaLnBrk="1" fontAlgn="auto" hangingPunct="1">
              <a:spcAft>
                <a:spcPts val="0"/>
              </a:spcAft>
              <a:defRPr/>
            </a:pPr>
            <a:r>
              <a:rPr lang="en-US" sz="1700" dirty="0"/>
              <a:t>Discards least recently used data</a:t>
            </a:r>
          </a:p>
          <a:p>
            <a:pPr eaLnBrk="1" fontAlgn="auto" hangingPunct="1">
              <a:spcAft>
                <a:spcPts val="0"/>
              </a:spcAft>
              <a:defRPr/>
            </a:pPr>
            <a:r>
              <a:rPr lang="en-US" sz="1700" dirty="0"/>
              <a:t>Most Recently Used (MRU)</a:t>
            </a:r>
          </a:p>
          <a:p>
            <a:pPr lvl="1" eaLnBrk="1" fontAlgn="auto" hangingPunct="1">
              <a:spcAft>
                <a:spcPts val="0"/>
              </a:spcAft>
              <a:defRPr/>
            </a:pPr>
            <a:r>
              <a:rPr lang="en-US" sz="1700" dirty="0"/>
              <a:t>Discards most recently used data</a:t>
            </a:r>
          </a:p>
          <a:p>
            <a:pPr marL="457200" lvl="1" indent="0" eaLnBrk="1" fontAlgn="auto" hangingPunct="1">
              <a:spcAft>
                <a:spcPts val="0"/>
              </a:spcAft>
              <a:buFont typeface="Arial" charset="0"/>
              <a:buNone/>
              <a:defRPr/>
            </a:pPr>
            <a:r>
              <a:rPr lang="en-US" sz="1700" dirty="0"/>
              <a:t>( assumed that recent data may not be required  for a while)</a:t>
            </a:r>
          </a:p>
        </p:txBody>
      </p:sp>
      <p:sp>
        <p:nvSpPr>
          <p:cNvPr id="25605" name="Rectangle 5">
            <a:extLst>
              <a:ext uri="{FF2B5EF4-FFF2-40B4-BE49-F238E27FC236}">
                <a16:creationId xmlns:a16="http://schemas.microsoft.com/office/drawing/2014/main" id="{6FB43DBA-686C-0054-D68A-0483AB5B4A7C}"/>
              </a:ext>
            </a:extLst>
          </p:cNvPr>
          <p:cNvSpPr>
            <a:spLocks noChangeArrowheads="1"/>
          </p:cNvSpPr>
          <p:nvPr/>
        </p:nvSpPr>
        <p:spPr bwMode="auto">
          <a:xfrm>
            <a:off x="930275" y="1997075"/>
            <a:ext cx="128588" cy="128588"/>
          </a:xfrm>
          <a:prstGeom prst="rect">
            <a:avLst/>
          </a:prstGeom>
          <a:solidFill>
            <a:srgbClr val="EB2525"/>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06" name="Rectangle 6">
            <a:extLst>
              <a:ext uri="{FF2B5EF4-FFF2-40B4-BE49-F238E27FC236}">
                <a16:creationId xmlns:a16="http://schemas.microsoft.com/office/drawing/2014/main" id="{6D751FC2-BF1D-5E62-DD72-6418A1DE37AB}"/>
              </a:ext>
            </a:extLst>
          </p:cNvPr>
          <p:cNvSpPr>
            <a:spLocks noChangeArrowheads="1"/>
          </p:cNvSpPr>
          <p:nvPr/>
        </p:nvSpPr>
        <p:spPr bwMode="auto">
          <a:xfrm>
            <a:off x="1058863" y="1997075"/>
            <a:ext cx="128587" cy="128588"/>
          </a:xfrm>
          <a:prstGeom prst="rect">
            <a:avLst/>
          </a:prstGeom>
          <a:solidFill>
            <a:srgbClr val="EB2525"/>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07" name="Rectangle 7">
            <a:extLst>
              <a:ext uri="{FF2B5EF4-FFF2-40B4-BE49-F238E27FC236}">
                <a16:creationId xmlns:a16="http://schemas.microsoft.com/office/drawing/2014/main" id="{80306572-8F5F-0051-FD16-48CA7C79C303}"/>
              </a:ext>
            </a:extLst>
          </p:cNvPr>
          <p:cNvSpPr>
            <a:spLocks noChangeArrowheads="1"/>
          </p:cNvSpPr>
          <p:nvPr/>
        </p:nvSpPr>
        <p:spPr bwMode="auto">
          <a:xfrm>
            <a:off x="1187450" y="1997075"/>
            <a:ext cx="128588" cy="128588"/>
          </a:xfrm>
          <a:prstGeom prst="rect">
            <a:avLst/>
          </a:prstGeom>
          <a:solidFill>
            <a:srgbClr val="6481D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08" name="Rectangle 8">
            <a:extLst>
              <a:ext uri="{FF2B5EF4-FFF2-40B4-BE49-F238E27FC236}">
                <a16:creationId xmlns:a16="http://schemas.microsoft.com/office/drawing/2014/main" id="{0FF9C2A9-78D7-E50B-FE4C-C6FFEF654A47}"/>
              </a:ext>
            </a:extLst>
          </p:cNvPr>
          <p:cNvSpPr>
            <a:spLocks noChangeArrowheads="1"/>
          </p:cNvSpPr>
          <p:nvPr/>
        </p:nvSpPr>
        <p:spPr bwMode="auto">
          <a:xfrm>
            <a:off x="1316038" y="1997075"/>
            <a:ext cx="128587" cy="128588"/>
          </a:xfrm>
          <a:prstGeom prst="rect">
            <a:avLst/>
          </a:prstGeom>
          <a:solidFill>
            <a:srgbClr val="6481D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09" name="Rectangle 9">
            <a:extLst>
              <a:ext uri="{FF2B5EF4-FFF2-40B4-BE49-F238E27FC236}">
                <a16:creationId xmlns:a16="http://schemas.microsoft.com/office/drawing/2014/main" id="{9507C1FD-A6B2-1ECA-C611-9C95FBDEBFC6}"/>
              </a:ext>
            </a:extLst>
          </p:cNvPr>
          <p:cNvSpPr>
            <a:spLocks noChangeArrowheads="1"/>
          </p:cNvSpPr>
          <p:nvPr/>
        </p:nvSpPr>
        <p:spPr bwMode="auto">
          <a:xfrm>
            <a:off x="1444625" y="1997075"/>
            <a:ext cx="128588" cy="128588"/>
          </a:xfrm>
          <a:prstGeom prst="rect">
            <a:avLst/>
          </a:prstGeom>
          <a:solidFill>
            <a:srgbClr val="6481D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10" name="Rectangle 10">
            <a:extLst>
              <a:ext uri="{FF2B5EF4-FFF2-40B4-BE49-F238E27FC236}">
                <a16:creationId xmlns:a16="http://schemas.microsoft.com/office/drawing/2014/main" id="{8EA50AD3-5770-19F0-9D92-F4C584CEB67B}"/>
              </a:ext>
            </a:extLst>
          </p:cNvPr>
          <p:cNvSpPr>
            <a:spLocks noChangeArrowheads="1"/>
          </p:cNvSpPr>
          <p:nvPr/>
        </p:nvSpPr>
        <p:spPr bwMode="auto">
          <a:xfrm>
            <a:off x="1573213" y="1997075"/>
            <a:ext cx="128587" cy="128588"/>
          </a:xfrm>
          <a:prstGeom prst="rect">
            <a:avLst/>
          </a:prstGeom>
          <a:solidFill>
            <a:srgbClr val="6481D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11" name="Rectangle 11">
            <a:extLst>
              <a:ext uri="{FF2B5EF4-FFF2-40B4-BE49-F238E27FC236}">
                <a16:creationId xmlns:a16="http://schemas.microsoft.com/office/drawing/2014/main" id="{DBECFB5F-FD39-ACDB-3CAA-9E98A3102AA0}"/>
              </a:ext>
            </a:extLst>
          </p:cNvPr>
          <p:cNvSpPr>
            <a:spLocks noChangeArrowheads="1"/>
          </p:cNvSpPr>
          <p:nvPr/>
        </p:nvSpPr>
        <p:spPr bwMode="auto">
          <a:xfrm>
            <a:off x="1701800" y="1997075"/>
            <a:ext cx="128588" cy="128588"/>
          </a:xfrm>
          <a:prstGeom prst="rect">
            <a:avLst/>
          </a:prstGeom>
          <a:solidFill>
            <a:srgbClr val="D4CD4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12" name="Rectangle 12">
            <a:extLst>
              <a:ext uri="{FF2B5EF4-FFF2-40B4-BE49-F238E27FC236}">
                <a16:creationId xmlns:a16="http://schemas.microsoft.com/office/drawing/2014/main" id="{3BA28F5A-2080-C2E5-CA6C-779C8607CFC8}"/>
              </a:ext>
            </a:extLst>
          </p:cNvPr>
          <p:cNvSpPr>
            <a:spLocks noChangeArrowheads="1"/>
          </p:cNvSpPr>
          <p:nvPr/>
        </p:nvSpPr>
        <p:spPr bwMode="auto">
          <a:xfrm>
            <a:off x="1830388" y="1997075"/>
            <a:ext cx="128587" cy="128588"/>
          </a:xfrm>
          <a:prstGeom prst="rect">
            <a:avLst/>
          </a:prstGeom>
          <a:solidFill>
            <a:srgbClr val="D4CD4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13" name="Rectangle 13">
            <a:extLst>
              <a:ext uri="{FF2B5EF4-FFF2-40B4-BE49-F238E27FC236}">
                <a16:creationId xmlns:a16="http://schemas.microsoft.com/office/drawing/2014/main" id="{ED1D154C-C46C-AF34-95A4-72EE61A70645}"/>
              </a:ext>
            </a:extLst>
          </p:cNvPr>
          <p:cNvSpPr>
            <a:spLocks noChangeArrowheads="1"/>
          </p:cNvSpPr>
          <p:nvPr/>
        </p:nvSpPr>
        <p:spPr bwMode="auto">
          <a:xfrm>
            <a:off x="930275" y="2125663"/>
            <a:ext cx="128588" cy="128587"/>
          </a:xfrm>
          <a:prstGeom prst="rect">
            <a:avLst/>
          </a:prstGeom>
          <a:solidFill>
            <a:srgbClr val="D4CD4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14" name="Rectangle 14">
            <a:extLst>
              <a:ext uri="{FF2B5EF4-FFF2-40B4-BE49-F238E27FC236}">
                <a16:creationId xmlns:a16="http://schemas.microsoft.com/office/drawing/2014/main" id="{CD98D497-9642-5AAC-9B44-352BF1C75915}"/>
              </a:ext>
            </a:extLst>
          </p:cNvPr>
          <p:cNvSpPr>
            <a:spLocks noChangeArrowheads="1"/>
          </p:cNvSpPr>
          <p:nvPr/>
        </p:nvSpPr>
        <p:spPr bwMode="auto">
          <a:xfrm>
            <a:off x="1058863" y="2125663"/>
            <a:ext cx="128587" cy="128587"/>
          </a:xfrm>
          <a:prstGeom prst="rect">
            <a:avLst/>
          </a:prstGeom>
          <a:solidFill>
            <a:srgbClr val="D4CD4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15" name="Rectangle 15">
            <a:extLst>
              <a:ext uri="{FF2B5EF4-FFF2-40B4-BE49-F238E27FC236}">
                <a16:creationId xmlns:a16="http://schemas.microsoft.com/office/drawing/2014/main" id="{4495ECBC-E005-04D2-49EA-D832AE96225F}"/>
              </a:ext>
            </a:extLst>
          </p:cNvPr>
          <p:cNvSpPr>
            <a:spLocks noChangeArrowheads="1"/>
          </p:cNvSpPr>
          <p:nvPr/>
        </p:nvSpPr>
        <p:spPr bwMode="auto">
          <a:xfrm>
            <a:off x="1187450" y="2125663"/>
            <a:ext cx="128588" cy="128587"/>
          </a:xfrm>
          <a:prstGeom prst="rect">
            <a:avLst/>
          </a:prstGeom>
          <a:solidFill>
            <a:srgbClr val="D4CD4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16" name="Rectangle 16">
            <a:extLst>
              <a:ext uri="{FF2B5EF4-FFF2-40B4-BE49-F238E27FC236}">
                <a16:creationId xmlns:a16="http://schemas.microsoft.com/office/drawing/2014/main" id="{A0740AC5-9343-9C92-A62F-8268F16C0405}"/>
              </a:ext>
            </a:extLst>
          </p:cNvPr>
          <p:cNvSpPr>
            <a:spLocks noChangeArrowheads="1"/>
          </p:cNvSpPr>
          <p:nvPr/>
        </p:nvSpPr>
        <p:spPr bwMode="auto">
          <a:xfrm>
            <a:off x="1316038" y="2125663"/>
            <a:ext cx="128587" cy="128587"/>
          </a:xfrm>
          <a:prstGeom prst="rect">
            <a:avLst/>
          </a:prstGeom>
          <a:solidFill>
            <a:srgbClr val="AB44D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17" name="Rectangle 17">
            <a:extLst>
              <a:ext uri="{FF2B5EF4-FFF2-40B4-BE49-F238E27FC236}">
                <a16:creationId xmlns:a16="http://schemas.microsoft.com/office/drawing/2014/main" id="{58C4F829-4B7F-DA55-7903-3EA47EE7B7A5}"/>
              </a:ext>
            </a:extLst>
          </p:cNvPr>
          <p:cNvSpPr>
            <a:spLocks noChangeArrowheads="1"/>
          </p:cNvSpPr>
          <p:nvPr/>
        </p:nvSpPr>
        <p:spPr bwMode="auto">
          <a:xfrm>
            <a:off x="1444625" y="2125663"/>
            <a:ext cx="128588" cy="128587"/>
          </a:xfrm>
          <a:prstGeom prst="rect">
            <a:avLst/>
          </a:prstGeom>
          <a:solidFill>
            <a:srgbClr val="AB44D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18" name="Rectangle 18">
            <a:extLst>
              <a:ext uri="{FF2B5EF4-FFF2-40B4-BE49-F238E27FC236}">
                <a16:creationId xmlns:a16="http://schemas.microsoft.com/office/drawing/2014/main" id="{69A9A278-CE54-65A5-FEA4-5B5041C4AEFA}"/>
              </a:ext>
            </a:extLst>
          </p:cNvPr>
          <p:cNvSpPr>
            <a:spLocks noChangeArrowheads="1"/>
          </p:cNvSpPr>
          <p:nvPr/>
        </p:nvSpPr>
        <p:spPr bwMode="auto">
          <a:xfrm>
            <a:off x="1573213" y="2125663"/>
            <a:ext cx="128587" cy="128587"/>
          </a:xfrm>
          <a:prstGeom prst="rect">
            <a:avLst/>
          </a:prstGeom>
          <a:solidFill>
            <a:srgbClr val="AB44D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19" name="Rectangle 19">
            <a:extLst>
              <a:ext uri="{FF2B5EF4-FFF2-40B4-BE49-F238E27FC236}">
                <a16:creationId xmlns:a16="http://schemas.microsoft.com/office/drawing/2014/main" id="{DFB68373-2B80-556F-FBA0-5C2E1F7BEA45}"/>
              </a:ext>
            </a:extLst>
          </p:cNvPr>
          <p:cNvSpPr>
            <a:spLocks noChangeArrowheads="1"/>
          </p:cNvSpPr>
          <p:nvPr/>
        </p:nvSpPr>
        <p:spPr bwMode="auto">
          <a:xfrm>
            <a:off x="1701800" y="2125663"/>
            <a:ext cx="128588" cy="128587"/>
          </a:xfrm>
          <a:prstGeom prst="rect">
            <a:avLst/>
          </a:prstGeom>
          <a:solidFill>
            <a:srgbClr val="AB44D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20" name="Rectangle 20">
            <a:extLst>
              <a:ext uri="{FF2B5EF4-FFF2-40B4-BE49-F238E27FC236}">
                <a16:creationId xmlns:a16="http://schemas.microsoft.com/office/drawing/2014/main" id="{94EBE401-E8AD-42C5-C231-13F2185FE169}"/>
              </a:ext>
            </a:extLst>
          </p:cNvPr>
          <p:cNvSpPr>
            <a:spLocks noChangeArrowheads="1"/>
          </p:cNvSpPr>
          <p:nvPr/>
        </p:nvSpPr>
        <p:spPr bwMode="auto">
          <a:xfrm>
            <a:off x="1830388" y="2125663"/>
            <a:ext cx="128587" cy="128587"/>
          </a:xfrm>
          <a:prstGeom prst="rect">
            <a:avLst/>
          </a:prstGeom>
          <a:solidFill>
            <a:srgbClr val="AB44D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21" name="Rectangle 21">
            <a:extLst>
              <a:ext uri="{FF2B5EF4-FFF2-40B4-BE49-F238E27FC236}">
                <a16:creationId xmlns:a16="http://schemas.microsoft.com/office/drawing/2014/main" id="{0D8D2CC3-AADF-E807-A4B9-6351E9E4EFD5}"/>
              </a:ext>
            </a:extLst>
          </p:cNvPr>
          <p:cNvSpPr>
            <a:spLocks noChangeArrowheads="1"/>
          </p:cNvSpPr>
          <p:nvPr/>
        </p:nvSpPr>
        <p:spPr bwMode="auto">
          <a:xfrm>
            <a:off x="930275" y="2254250"/>
            <a:ext cx="128588" cy="128588"/>
          </a:xfrm>
          <a:prstGeom prst="rect">
            <a:avLst/>
          </a:prstGeom>
          <a:solidFill>
            <a:srgbClr val="40BA6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22" name="Rectangle 22">
            <a:extLst>
              <a:ext uri="{FF2B5EF4-FFF2-40B4-BE49-F238E27FC236}">
                <a16:creationId xmlns:a16="http://schemas.microsoft.com/office/drawing/2014/main" id="{29BA9C6B-78F4-503C-0444-37A9F288105E}"/>
              </a:ext>
            </a:extLst>
          </p:cNvPr>
          <p:cNvSpPr>
            <a:spLocks noChangeArrowheads="1"/>
          </p:cNvSpPr>
          <p:nvPr/>
        </p:nvSpPr>
        <p:spPr bwMode="auto">
          <a:xfrm>
            <a:off x="1058863" y="2254250"/>
            <a:ext cx="128587" cy="128588"/>
          </a:xfrm>
          <a:prstGeom prst="rect">
            <a:avLst/>
          </a:prstGeom>
          <a:solidFill>
            <a:srgbClr val="40BA6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23" name="Rectangle 23">
            <a:extLst>
              <a:ext uri="{FF2B5EF4-FFF2-40B4-BE49-F238E27FC236}">
                <a16:creationId xmlns:a16="http://schemas.microsoft.com/office/drawing/2014/main" id="{D0817FB0-341C-F6F6-28B4-AD721968024F}"/>
              </a:ext>
            </a:extLst>
          </p:cNvPr>
          <p:cNvSpPr>
            <a:spLocks noChangeArrowheads="1"/>
          </p:cNvSpPr>
          <p:nvPr/>
        </p:nvSpPr>
        <p:spPr bwMode="auto">
          <a:xfrm>
            <a:off x="1187450" y="2254250"/>
            <a:ext cx="128588" cy="128588"/>
          </a:xfrm>
          <a:prstGeom prst="rect">
            <a:avLst/>
          </a:prstGeom>
          <a:solidFill>
            <a:srgbClr val="40BA6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24" name="Rectangle 24">
            <a:extLst>
              <a:ext uri="{FF2B5EF4-FFF2-40B4-BE49-F238E27FC236}">
                <a16:creationId xmlns:a16="http://schemas.microsoft.com/office/drawing/2014/main" id="{09D25A3D-476A-C2A3-A9B6-E431AE3C1525}"/>
              </a:ext>
            </a:extLst>
          </p:cNvPr>
          <p:cNvSpPr>
            <a:spLocks noChangeArrowheads="1"/>
          </p:cNvSpPr>
          <p:nvPr/>
        </p:nvSpPr>
        <p:spPr bwMode="auto">
          <a:xfrm>
            <a:off x="1316038" y="2254250"/>
            <a:ext cx="128587" cy="128588"/>
          </a:xfrm>
          <a:prstGeom prst="rect">
            <a:avLst/>
          </a:prstGeom>
          <a:solidFill>
            <a:srgbClr val="40BA6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25" name="Rectangle 25">
            <a:extLst>
              <a:ext uri="{FF2B5EF4-FFF2-40B4-BE49-F238E27FC236}">
                <a16:creationId xmlns:a16="http://schemas.microsoft.com/office/drawing/2014/main" id="{507223A9-FB32-9E04-6CB7-EFF1DD3832C9}"/>
              </a:ext>
            </a:extLst>
          </p:cNvPr>
          <p:cNvSpPr>
            <a:spLocks noChangeArrowheads="1"/>
          </p:cNvSpPr>
          <p:nvPr/>
        </p:nvSpPr>
        <p:spPr bwMode="auto">
          <a:xfrm>
            <a:off x="1444625" y="2254250"/>
            <a:ext cx="128588" cy="128588"/>
          </a:xfrm>
          <a:prstGeom prst="rect">
            <a:avLst/>
          </a:prstGeom>
          <a:solidFill>
            <a:srgbClr val="EB2525"/>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26" name="Rectangle 26">
            <a:extLst>
              <a:ext uri="{FF2B5EF4-FFF2-40B4-BE49-F238E27FC236}">
                <a16:creationId xmlns:a16="http://schemas.microsoft.com/office/drawing/2014/main" id="{FDF07A6C-896F-BC31-0FE4-21E3F75F6976}"/>
              </a:ext>
            </a:extLst>
          </p:cNvPr>
          <p:cNvSpPr>
            <a:spLocks noChangeArrowheads="1"/>
          </p:cNvSpPr>
          <p:nvPr/>
        </p:nvSpPr>
        <p:spPr bwMode="auto">
          <a:xfrm>
            <a:off x="1573213" y="2254250"/>
            <a:ext cx="128587" cy="128588"/>
          </a:xfrm>
          <a:prstGeom prst="rect">
            <a:avLst/>
          </a:prstGeom>
          <a:solidFill>
            <a:srgbClr val="EB2525"/>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27" name="Rectangle 27">
            <a:extLst>
              <a:ext uri="{FF2B5EF4-FFF2-40B4-BE49-F238E27FC236}">
                <a16:creationId xmlns:a16="http://schemas.microsoft.com/office/drawing/2014/main" id="{C5E3F1B0-0960-D163-CBB5-38A4D6637459}"/>
              </a:ext>
            </a:extLst>
          </p:cNvPr>
          <p:cNvSpPr>
            <a:spLocks noChangeArrowheads="1"/>
          </p:cNvSpPr>
          <p:nvPr/>
        </p:nvSpPr>
        <p:spPr bwMode="auto">
          <a:xfrm>
            <a:off x="1701800" y="2254250"/>
            <a:ext cx="128588" cy="128588"/>
          </a:xfrm>
          <a:prstGeom prst="rect">
            <a:avLst/>
          </a:prstGeom>
          <a:solidFill>
            <a:srgbClr val="EB2525"/>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28" name="Rectangle 28">
            <a:extLst>
              <a:ext uri="{FF2B5EF4-FFF2-40B4-BE49-F238E27FC236}">
                <a16:creationId xmlns:a16="http://schemas.microsoft.com/office/drawing/2014/main" id="{6555767A-076A-5797-2026-DDE66328246D}"/>
              </a:ext>
            </a:extLst>
          </p:cNvPr>
          <p:cNvSpPr>
            <a:spLocks noChangeArrowheads="1"/>
          </p:cNvSpPr>
          <p:nvPr/>
        </p:nvSpPr>
        <p:spPr bwMode="auto">
          <a:xfrm>
            <a:off x="1830388" y="2254250"/>
            <a:ext cx="128587" cy="128588"/>
          </a:xfrm>
          <a:prstGeom prst="rect">
            <a:avLst/>
          </a:prstGeom>
          <a:solidFill>
            <a:srgbClr val="EB2525"/>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29" name="Rectangle 29">
            <a:extLst>
              <a:ext uri="{FF2B5EF4-FFF2-40B4-BE49-F238E27FC236}">
                <a16:creationId xmlns:a16="http://schemas.microsoft.com/office/drawing/2014/main" id="{CA2A361C-A825-BBA1-282D-19849C7336CB}"/>
              </a:ext>
            </a:extLst>
          </p:cNvPr>
          <p:cNvSpPr>
            <a:spLocks noChangeArrowheads="1"/>
          </p:cNvSpPr>
          <p:nvPr/>
        </p:nvSpPr>
        <p:spPr bwMode="auto">
          <a:xfrm>
            <a:off x="930275" y="2382838"/>
            <a:ext cx="128588" cy="128587"/>
          </a:xfrm>
          <a:prstGeom prst="rect">
            <a:avLst/>
          </a:prstGeom>
          <a:solidFill>
            <a:srgbClr val="6481D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30" name="Rectangle 30">
            <a:extLst>
              <a:ext uri="{FF2B5EF4-FFF2-40B4-BE49-F238E27FC236}">
                <a16:creationId xmlns:a16="http://schemas.microsoft.com/office/drawing/2014/main" id="{F996AECA-1DBE-2FCF-9D8F-55608105BC9E}"/>
              </a:ext>
            </a:extLst>
          </p:cNvPr>
          <p:cNvSpPr>
            <a:spLocks noChangeArrowheads="1"/>
          </p:cNvSpPr>
          <p:nvPr/>
        </p:nvSpPr>
        <p:spPr bwMode="auto">
          <a:xfrm>
            <a:off x="1058863" y="2382838"/>
            <a:ext cx="128587" cy="128587"/>
          </a:xfrm>
          <a:prstGeom prst="rect">
            <a:avLst/>
          </a:prstGeom>
          <a:solidFill>
            <a:srgbClr val="6481D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31" name="Rectangle 31">
            <a:extLst>
              <a:ext uri="{FF2B5EF4-FFF2-40B4-BE49-F238E27FC236}">
                <a16:creationId xmlns:a16="http://schemas.microsoft.com/office/drawing/2014/main" id="{FEAE6C7F-3130-F70D-C0C5-1779A69F5FE8}"/>
              </a:ext>
            </a:extLst>
          </p:cNvPr>
          <p:cNvSpPr>
            <a:spLocks noChangeArrowheads="1"/>
          </p:cNvSpPr>
          <p:nvPr/>
        </p:nvSpPr>
        <p:spPr bwMode="auto">
          <a:xfrm>
            <a:off x="1187450" y="2382838"/>
            <a:ext cx="128588" cy="128587"/>
          </a:xfrm>
          <a:prstGeom prst="rect">
            <a:avLst/>
          </a:prstGeom>
          <a:solidFill>
            <a:srgbClr val="6481D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32" name="Rectangle 32">
            <a:extLst>
              <a:ext uri="{FF2B5EF4-FFF2-40B4-BE49-F238E27FC236}">
                <a16:creationId xmlns:a16="http://schemas.microsoft.com/office/drawing/2014/main" id="{F1312F69-29D5-B9B8-6AB9-A4B3EA932FB8}"/>
              </a:ext>
            </a:extLst>
          </p:cNvPr>
          <p:cNvSpPr>
            <a:spLocks noChangeArrowheads="1"/>
          </p:cNvSpPr>
          <p:nvPr/>
        </p:nvSpPr>
        <p:spPr bwMode="auto">
          <a:xfrm>
            <a:off x="1316038" y="2382838"/>
            <a:ext cx="128587" cy="128587"/>
          </a:xfrm>
          <a:prstGeom prst="rect">
            <a:avLst/>
          </a:prstGeom>
          <a:solidFill>
            <a:srgbClr val="D4CD4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33" name="Rectangle 33">
            <a:extLst>
              <a:ext uri="{FF2B5EF4-FFF2-40B4-BE49-F238E27FC236}">
                <a16:creationId xmlns:a16="http://schemas.microsoft.com/office/drawing/2014/main" id="{A9388D94-6BC6-FAF5-0593-12298B4397E4}"/>
              </a:ext>
            </a:extLst>
          </p:cNvPr>
          <p:cNvSpPr>
            <a:spLocks noChangeArrowheads="1"/>
          </p:cNvSpPr>
          <p:nvPr/>
        </p:nvSpPr>
        <p:spPr bwMode="auto">
          <a:xfrm>
            <a:off x="1444625" y="2382838"/>
            <a:ext cx="128588" cy="128587"/>
          </a:xfrm>
          <a:prstGeom prst="rect">
            <a:avLst/>
          </a:prstGeom>
          <a:solidFill>
            <a:srgbClr val="D4CD4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34" name="Rectangle 34">
            <a:extLst>
              <a:ext uri="{FF2B5EF4-FFF2-40B4-BE49-F238E27FC236}">
                <a16:creationId xmlns:a16="http://schemas.microsoft.com/office/drawing/2014/main" id="{F2EB6FC0-DFAB-1771-80AB-DB214AB8989B}"/>
              </a:ext>
            </a:extLst>
          </p:cNvPr>
          <p:cNvSpPr>
            <a:spLocks noChangeArrowheads="1"/>
          </p:cNvSpPr>
          <p:nvPr/>
        </p:nvSpPr>
        <p:spPr bwMode="auto">
          <a:xfrm>
            <a:off x="1573213" y="2382838"/>
            <a:ext cx="128587" cy="128587"/>
          </a:xfrm>
          <a:prstGeom prst="rect">
            <a:avLst/>
          </a:prstGeom>
          <a:solidFill>
            <a:srgbClr val="D4CD4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35" name="Rectangle 35">
            <a:extLst>
              <a:ext uri="{FF2B5EF4-FFF2-40B4-BE49-F238E27FC236}">
                <a16:creationId xmlns:a16="http://schemas.microsoft.com/office/drawing/2014/main" id="{8C1FC2BA-2AA7-B155-DA3F-B9619C98EBF3}"/>
              </a:ext>
            </a:extLst>
          </p:cNvPr>
          <p:cNvSpPr>
            <a:spLocks noChangeArrowheads="1"/>
          </p:cNvSpPr>
          <p:nvPr/>
        </p:nvSpPr>
        <p:spPr bwMode="auto">
          <a:xfrm>
            <a:off x="1701800" y="2382838"/>
            <a:ext cx="128588" cy="128587"/>
          </a:xfrm>
          <a:prstGeom prst="rect">
            <a:avLst/>
          </a:prstGeom>
          <a:solidFill>
            <a:srgbClr val="D4CD4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36" name="Rectangle 36">
            <a:extLst>
              <a:ext uri="{FF2B5EF4-FFF2-40B4-BE49-F238E27FC236}">
                <a16:creationId xmlns:a16="http://schemas.microsoft.com/office/drawing/2014/main" id="{E5D9396F-189C-987F-A8E7-C5EAE274EA2D}"/>
              </a:ext>
            </a:extLst>
          </p:cNvPr>
          <p:cNvSpPr>
            <a:spLocks noChangeArrowheads="1"/>
          </p:cNvSpPr>
          <p:nvPr/>
        </p:nvSpPr>
        <p:spPr bwMode="auto">
          <a:xfrm>
            <a:off x="1830388" y="2382838"/>
            <a:ext cx="128587" cy="128587"/>
          </a:xfrm>
          <a:prstGeom prst="rect">
            <a:avLst/>
          </a:prstGeom>
          <a:solidFill>
            <a:srgbClr val="AB44D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37" name="Rectangle 37">
            <a:extLst>
              <a:ext uri="{FF2B5EF4-FFF2-40B4-BE49-F238E27FC236}">
                <a16:creationId xmlns:a16="http://schemas.microsoft.com/office/drawing/2014/main" id="{ADC2EE73-B170-2A6B-D016-FC4C347D9279}"/>
              </a:ext>
            </a:extLst>
          </p:cNvPr>
          <p:cNvSpPr>
            <a:spLocks noChangeArrowheads="1"/>
          </p:cNvSpPr>
          <p:nvPr/>
        </p:nvSpPr>
        <p:spPr bwMode="auto">
          <a:xfrm>
            <a:off x="930275" y="2511425"/>
            <a:ext cx="128588" cy="128588"/>
          </a:xfrm>
          <a:prstGeom prst="rect">
            <a:avLst/>
          </a:prstGeom>
          <a:solidFill>
            <a:srgbClr val="AB44D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38" name="Rectangle 38">
            <a:extLst>
              <a:ext uri="{FF2B5EF4-FFF2-40B4-BE49-F238E27FC236}">
                <a16:creationId xmlns:a16="http://schemas.microsoft.com/office/drawing/2014/main" id="{156F3A06-FCD1-5030-441C-5230794FCC70}"/>
              </a:ext>
            </a:extLst>
          </p:cNvPr>
          <p:cNvSpPr>
            <a:spLocks noChangeArrowheads="1"/>
          </p:cNvSpPr>
          <p:nvPr/>
        </p:nvSpPr>
        <p:spPr bwMode="auto">
          <a:xfrm>
            <a:off x="1058863" y="2511425"/>
            <a:ext cx="128587" cy="128588"/>
          </a:xfrm>
          <a:prstGeom prst="rect">
            <a:avLst/>
          </a:prstGeom>
          <a:solidFill>
            <a:srgbClr val="AB44D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39" name="Rectangle 39">
            <a:extLst>
              <a:ext uri="{FF2B5EF4-FFF2-40B4-BE49-F238E27FC236}">
                <a16:creationId xmlns:a16="http://schemas.microsoft.com/office/drawing/2014/main" id="{AF398429-6DED-75D7-5EF7-E5D771C0DB31}"/>
              </a:ext>
            </a:extLst>
          </p:cNvPr>
          <p:cNvSpPr>
            <a:spLocks noChangeArrowheads="1"/>
          </p:cNvSpPr>
          <p:nvPr/>
        </p:nvSpPr>
        <p:spPr bwMode="auto">
          <a:xfrm>
            <a:off x="1187450" y="2511425"/>
            <a:ext cx="128588" cy="128588"/>
          </a:xfrm>
          <a:prstGeom prst="rect">
            <a:avLst/>
          </a:prstGeom>
          <a:solidFill>
            <a:srgbClr val="AB44D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40" name="Rectangle 40">
            <a:extLst>
              <a:ext uri="{FF2B5EF4-FFF2-40B4-BE49-F238E27FC236}">
                <a16:creationId xmlns:a16="http://schemas.microsoft.com/office/drawing/2014/main" id="{58782551-9D0E-158C-F7BE-4CC8E264FE13}"/>
              </a:ext>
            </a:extLst>
          </p:cNvPr>
          <p:cNvSpPr>
            <a:spLocks noChangeArrowheads="1"/>
          </p:cNvSpPr>
          <p:nvPr/>
        </p:nvSpPr>
        <p:spPr bwMode="auto">
          <a:xfrm>
            <a:off x="1316038" y="2511425"/>
            <a:ext cx="128587" cy="128588"/>
          </a:xfrm>
          <a:prstGeom prst="rect">
            <a:avLst/>
          </a:prstGeom>
          <a:solidFill>
            <a:srgbClr val="AB44D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41" name="Rectangle 41">
            <a:extLst>
              <a:ext uri="{FF2B5EF4-FFF2-40B4-BE49-F238E27FC236}">
                <a16:creationId xmlns:a16="http://schemas.microsoft.com/office/drawing/2014/main" id="{6A84D5A8-B95B-76C1-717F-538FEF9AE737}"/>
              </a:ext>
            </a:extLst>
          </p:cNvPr>
          <p:cNvSpPr>
            <a:spLocks noChangeArrowheads="1"/>
          </p:cNvSpPr>
          <p:nvPr/>
        </p:nvSpPr>
        <p:spPr bwMode="auto">
          <a:xfrm>
            <a:off x="1444625" y="2511425"/>
            <a:ext cx="128588" cy="128588"/>
          </a:xfrm>
          <a:prstGeom prst="rect">
            <a:avLst/>
          </a:prstGeom>
          <a:solidFill>
            <a:srgbClr val="40BA6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42" name="Rectangle 42">
            <a:extLst>
              <a:ext uri="{FF2B5EF4-FFF2-40B4-BE49-F238E27FC236}">
                <a16:creationId xmlns:a16="http://schemas.microsoft.com/office/drawing/2014/main" id="{2E0D6A3C-7E65-74B4-C104-C1655FCFA4C7}"/>
              </a:ext>
            </a:extLst>
          </p:cNvPr>
          <p:cNvSpPr>
            <a:spLocks noChangeArrowheads="1"/>
          </p:cNvSpPr>
          <p:nvPr/>
        </p:nvSpPr>
        <p:spPr bwMode="auto">
          <a:xfrm>
            <a:off x="1573213" y="2511425"/>
            <a:ext cx="128587" cy="128588"/>
          </a:xfrm>
          <a:prstGeom prst="rect">
            <a:avLst/>
          </a:prstGeom>
          <a:solidFill>
            <a:srgbClr val="40BA6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43" name="Rectangle 43">
            <a:extLst>
              <a:ext uri="{FF2B5EF4-FFF2-40B4-BE49-F238E27FC236}">
                <a16:creationId xmlns:a16="http://schemas.microsoft.com/office/drawing/2014/main" id="{11879186-D77E-BE13-641D-7A2A7BC7DBC5}"/>
              </a:ext>
            </a:extLst>
          </p:cNvPr>
          <p:cNvSpPr>
            <a:spLocks noChangeArrowheads="1"/>
          </p:cNvSpPr>
          <p:nvPr/>
        </p:nvSpPr>
        <p:spPr bwMode="auto">
          <a:xfrm>
            <a:off x="1701800" y="2511425"/>
            <a:ext cx="128588" cy="128588"/>
          </a:xfrm>
          <a:prstGeom prst="rect">
            <a:avLst/>
          </a:prstGeom>
          <a:solidFill>
            <a:srgbClr val="40BA6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44" name="Rectangle 44">
            <a:extLst>
              <a:ext uri="{FF2B5EF4-FFF2-40B4-BE49-F238E27FC236}">
                <a16:creationId xmlns:a16="http://schemas.microsoft.com/office/drawing/2014/main" id="{94851949-0174-90BB-E225-E2E676569883}"/>
              </a:ext>
            </a:extLst>
          </p:cNvPr>
          <p:cNvSpPr>
            <a:spLocks noChangeArrowheads="1"/>
          </p:cNvSpPr>
          <p:nvPr/>
        </p:nvSpPr>
        <p:spPr bwMode="auto">
          <a:xfrm>
            <a:off x="1830388" y="2511425"/>
            <a:ext cx="128587" cy="128588"/>
          </a:xfrm>
          <a:prstGeom prst="rect">
            <a:avLst/>
          </a:prstGeom>
          <a:solidFill>
            <a:srgbClr val="40BA6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45" name="Rectangle 45">
            <a:extLst>
              <a:ext uri="{FF2B5EF4-FFF2-40B4-BE49-F238E27FC236}">
                <a16:creationId xmlns:a16="http://schemas.microsoft.com/office/drawing/2014/main" id="{2E4E050C-A3BC-06C3-8256-E9443251DC1E}"/>
              </a:ext>
            </a:extLst>
          </p:cNvPr>
          <p:cNvSpPr>
            <a:spLocks noChangeArrowheads="1"/>
          </p:cNvSpPr>
          <p:nvPr/>
        </p:nvSpPr>
        <p:spPr bwMode="auto">
          <a:xfrm>
            <a:off x="930275" y="2640013"/>
            <a:ext cx="128588" cy="128587"/>
          </a:xfrm>
          <a:prstGeom prst="rect">
            <a:avLst/>
          </a:prstGeom>
          <a:solidFill>
            <a:srgbClr val="40BA6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46" name="Rectangle 46">
            <a:extLst>
              <a:ext uri="{FF2B5EF4-FFF2-40B4-BE49-F238E27FC236}">
                <a16:creationId xmlns:a16="http://schemas.microsoft.com/office/drawing/2014/main" id="{351FB133-C373-4496-7FD6-7682E1686D5F}"/>
              </a:ext>
            </a:extLst>
          </p:cNvPr>
          <p:cNvSpPr>
            <a:spLocks noChangeArrowheads="1"/>
          </p:cNvSpPr>
          <p:nvPr/>
        </p:nvSpPr>
        <p:spPr bwMode="auto">
          <a:xfrm>
            <a:off x="1058863" y="2640013"/>
            <a:ext cx="128587" cy="128587"/>
          </a:xfrm>
          <a:prstGeom prst="rect">
            <a:avLst/>
          </a:prstGeom>
          <a:solidFill>
            <a:srgbClr val="40BA6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47" name="Rectangle 47">
            <a:extLst>
              <a:ext uri="{FF2B5EF4-FFF2-40B4-BE49-F238E27FC236}">
                <a16:creationId xmlns:a16="http://schemas.microsoft.com/office/drawing/2014/main" id="{7F6902C2-88D7-4708-661E-0DC0B16C9AA6}"/>
              </a:ext>
            </a:extLst>
          </p:cNvPr>
          <p:cNvSpPr>
            <a:spLocks noChangeArrowheads="1"/>
          </p:cNvSpPr>
          <p:nvPr/>
        </p:nvSpPr>
        <p:spPr bwMode="auto">
          <a:xfrm>
            <a:off x="1187450" y="2640013"/>
            <a:ext cx="128588" cy="128587"/>
          </a:xfrm>
          <a:prstGeom prst="rect">
            <a:avLst/>
          </a:prstGeom>
          <a:solidFill>
            <a:srgbClr val="EB2525"/>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48" name="Rectangle 48">
            <a:extLst>
              <a:ext uri="{FF2B5EF4-FFF2-40B4-BE49-F238E27FC236}">
                <a16:creationId xmlns:a16="http://schemas.microsoft.com/office/drawing/2014/main" id="{0232A7A8-EB3F-8F0E-2C47-A86BD6F401D4}"/>
              </a:ext>
            </a:extLst>
          </p:cNvPr>
          <p:cNvSpPr>
            <a:spLocks noChangeArrowheads="1"/>
          </p:cNvSpPr>
          <p:nvPr/>
        </p:nvSpPr>
        <p:spPr bwMode="auto">
          <a:xfrm>
            <a:off x="1316038" y="2640013"/>
            <a:ext cx="128587" cy="128587"/>
          </a:xfrm>
          <a:prstGeom prst="rect">
            <a:avLst/>
          </a:prstGeom>
          <a:solidFill>
            <a:srgbClr val="EB2525"/>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49" name="Rectangle 49">
            <a:extLst>
              <a:ext uri="{FF2B5EF4-FFF2-40B4-BE49-F238E27FC236}">
                <a16:creationId xmlns:a16="http://schemas.microsoft.com/office/drawing/2014/main" id="{981523EF-D2F6-0088-D3B6-B9B33132CABB}"/>
              </a:ext>
            </a:extLst>
          </p:cNvPr>
          <p:cNvSpPr>
            <a:spLocks noChangeArrowheads="1"/>
          </p:cNvSpPr>
          <p:nvPr/>
        </p:nvSpPr>
        <p:spPr bwMode="auto">
          <a:xfrm>
            <a:off x="1444625" y="2640013"/>
            <a:ext cx="128588" cy="128587"/>
          </a:xfrm>
          <a:prstGeom prst="rect">
            <a:avLst/>
          </a:prstGeom>
          <a:solidFill>
            <a:srgbClr val="EB2525"/>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50" name="Rectangle 50">
            <a:extLst>
              <a:ext uri="{FF2B5EF4-FFF2-40B4-BE49-F238E27FC236}">
                <a16:creationId xmlns:a16="http://schemas.microsoft.com/office/drawing/2014/main" id="{49C6CB74-0AA3-87AE-607F-9B41F656A914}"/>
              </a:ext>
            </a:extLst>
          </p:cNvPr>
          <p:cNvSpPr>
            <a:spLocks noChangeArrowheads="1"/>
          </p:cNvSpPr>
          <p:nvPr/>
        </p:nvSpPr>
        <p:spPr bwMode="auto">
          <a:xfrm>
            <a:off x="1573213" y="2640013"/>
            <a:ext cx="128587" cy="128587"/>
          </a:xfrm>
          <a:prstGeom prst="rect">
            <a:avLst/>
          </a:prstGeom>
          <a:solidFill>
            <a:srgbClr val="6481D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51" name="Rectangle 51">
            <a:extLst>
              <a:ext uri="{FF2B5EF4-FFF2-40B4-BE49-F238E27FC236}">
                <a16:creationId xmlns:a16="http://schemas.microsoft.com/office/drawing/2014/main" id="{9A3B31A4-724A-08CB-11F3-A76694CB40C9}"/>
              </a:ext>
            </a:extLst>
          </p:cNvPr>
          <p:cNvSpPr>
            <a:spLocks noChangeArrowheads="1"/>
          </p:cNvSpPr>
          <p:nvPr/>
        </p:nvSpPr>
        <p:spPr bwMode="auto">
          <a:xfrm>
            <a:off x="1701800" y="2640013"/>
            <a:ext cx="128588" cy="128587"/>
          </a:xfrm>
          <a:prstGeom prst="rect">
            <a:avLst/>
          </a:prstGeom>
          <a:solidFill>
            <a:srgbClr val="6481D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52" name="Rectangle 52">
            <a:extLst>
              <a:ext uri="{FF2B5EF4-FFF2-40B4-BE49-F238E27FC236}">
                <a16:creationId xmlns:a16="http://schemas.microsoft.com/office/drawing/2014/main" id="{62D5F8D8-C959-686F-C44D-294B8D8D3E07}"/>
              </a:ext>
            </a:extLst>
          </p:cNvPr>
          <p:cNvSpPr>
            <a:spLocks noChangeArrowheads="1"/>
          </p:cNvSpPr>
          <p:nvPr/>
        </p:nvSpPr>
        <p:spPr bwMode="auto">
          <a:xfrm>
            <a:off x="1830388" y="2640013"/>
            <a:ext cx="128587" cy="128587"/>
          </a:xfrm>
          <a:prstGeom prst="rect">
            <a:avLst/>
          </a:prstGeom>
          <a:solidFill>
            <a:srgbClr val="6481D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53" name="Rectangle 53">
            <a:extLst>
              <a:ext uri="{FF2B5EF4-FFF2-40B4-BE49-F238E27FC236}">
                <a16:creationId xmlns:a16="http://schemas.microsoft.com/office/drawing/2014/main" id="{C76D6223-19E7-329C-9A4E-CD35CDA3DEFF}"/>
              </a:ext>
            </a:extLst>
          </p:cNvPr>
          <p:cNvSpPr>
            <a:spLocks noChangeArrowheads="1"/>
          </p:cNvSpPr>
          <p:nvPr/>
        </p:nvSpPr>
        <p:spPr bwMode="auto">
          <a:xfrm>
            <a:off x="930275" y="2768600"/>
            <a:ext cx="128588" cy="128588"/>
          </a:xfrm>
          <a:prstGeom prst="rect">
            <a:avLst/>
          </a:prstGeom>
          <a:solidFill>
            <a:srgbClr val="D4CD4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54" name="Rectangle 54">
            <a:extLst>
              <a:ext uri="{FF2B5EF4-FFF2-40B4-BE49-F238E27FC236}">
                <a16:creationId xmlns:a16="http://schemas.microsoft.com/office/drawing/2014/main" id="{E94BBC00-484F-F509-AEA8-0ACF583C55FB}"/>
              </a:ext>
            </a:extLst>
          </p:cNvPr>
          <p:cNvSpPr>
            <a:spLocks noChangeArrowheads="1"/>
          </p:cNvSpPr>
          <p:nvPr/>
        </p:nvSpPr>
        <p:spPr bwMode="auto">
          <a:xfrm>
            <a:off x="1058863" y="2768600"/>
            <a:ext cx="128587" cy="128588"/>
          </a:xfrm>
          <a:prstGeom prst="rect">
            <a:avLst/>
          </a:prstGeom>
          <a:solidFill>
            <a:srgbClr val="D4CD4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55" name="Rectangle 55">
            <a:extLst>
              <a:ext uri="{FF2B5EF4-FFF2-40B4-BE49-F238E27FC236}">
                <a16:creationId xmlns:a16="http://schemas.microsoft.com/office/drawing/2014/main" id="{F2AEAE17-4CE6-C778-E6C7-9DCCDCF4A011}"/>
              </a:ext>
            </a:extLst>
          </p:cNvPr>
          <p:cNvSpPr>
            <a:spLocks noChangeArrowheads="1"/>
          </p:cNvSpPr>
          <p:nvPr/>
        </p:nvSpPr>
        <p:spPr bwMode="auto">
          <a:xfrm>
            <a:off x="1187450" y="2768600"/>
            <a:ext cx="128588" cy="128588"/>
          </a:xfrm>
          <a:prstGeom prst="rect">
            <a:avLst/>
          </a:prstGeom>
          <a:solidFill>
            <a:srgbClr val="D4CD4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56" name="Rectangle 56">
            <a:extLst>
              <a:ext uri="{FF2B5EF4-FFF2-40B4-BE49-F238E27FC236}">
                <a16:creationId xmlns:a16="http://schemas.microsoft.com/office/drawing/2014/main" id="{3B8D39D4-5325-B488-35E3-BD01A08E6DA6}"/>
              </a:ext>
            </a:extLst>
          </p:cNvPr>
          <p:cNvSpPr>
            <a:spLocks noChangeArrowheads="1"/>
          </p:cNvSpPr>
          <p:nvPr/>
        </p:nvSpPr>
        <p:spPr bwMode="auto">
          <a:xfrm>
            <a:off x="1316038" y="2768600"/>
            <a:ext cx="128587" cy="128588"/>
          </a:xfrm>
          <a:prstGeom prst="rect">
            <a:avLst/>
          </a:prstGeom>
          <a:solidFill>
            <a:srgbClr val="AB44D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57" name="Rectangle 57">
            <a:extLst>
              <a:ext uri="{FF2B5EF4-FFF2-40B4-BE49-F238E27FC236}">
                <a16:creationId xmlns:a16="http://schemas.microsoft.com/office/drawing/2014/main" id="{68B99D30-A517-71BF-1F9D-AD324C13E00F}"/>
              </a:ext>
            </a:extLst>
          </p:cNvPr>
          <p:cNvSpPr>
            <a:spLocks noChangeArrowheads="1"/>
          </p:cNvSpPr>
          <p:nvPr/>
        </p:nvSpPr>
        <p:spPr bwMode="auto">
          <a:xfrm>
            <a:off x="1444625" y="2768600"/>
            <a:ext cx="128588" cy="128588"/>
          </a:xfrm>
          <a:prstGeom prst="rect">
            <a:avLst/>
          </a:prstGeom>
          <a:solidFill>
            <a:srgbClr val="AB44D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58" name="Rectangle 58">
            <a:extLst>
              <a:ext uri="{FF2B5EF4-FFF2-40B4-BE49-F238E27FC236}">
                <a16:creationId xmlns:a16="http://schemas.microsoft.com/office/drawing/2014/main" id="{D886F8C9-B1A9-B37C-FCE0-042929EA50E1}"/>
              </a:ext>
            </a:extLst>
          </p:cNvPr>
          <p:cNvSpPr>
            <a:spLocks noChangeArrowheads="1"/>
          </p:cNvSpPr>
          <p:nvPr/>
        </p:nvSpPr>
        <p:spPr bwMode="auto">
          <a:xfrm>
            <a:off x="1573213" y="2768600"/>
            <a:ext cx="128587" cy="128588"/>
          </a:xfrm>
          <a:prstGeom prst="rect">
            <a:avLst/>
          </a:prstGeom>
          <a:solidFill>
            <a:srgbClr val="AB44D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59" name="Rectangle 59">
            <a:extLst>
              <a:ext uri="{FF2B5EF4-FFF2-40B4-BE49-F238E27FC236}">
                <a16:creationId xmlns:a16="http://schemas.microsoft.com/office/drawing/2014/main" id="{0B8B291D-652B-1284-F6EF-987AC72127C4}"/>
              </a:ext>
            </a:extLst>
          </p:cNvPr>
          <p:cNvSpPr>
            <a:spLocks noChangeArrowheads="1"/>
          </p:cNvSpPr>
          <p:nvPr/>
        </p:nvSpPr>
        <p:spPr bwMode="auto">
          <a:xfrm>
            <a:off x="1701800" y="2768600"/>
            <a:ext cx="128588" cy="128588"/>
          </a:xfrm>
          <a:prstGeom prst="rect">
            <a:avLst/>
          </a:prstGeom>
          <a:solidFill>
            <a:srgbClr val="40BA6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60" name="Rectangle 60">
            <a:extLst>
              <a:ext uri="{FF2B5EF4-FFF2-40B4-BE49-F238E27FC236}">
                <a16:creationId xmlns:a16="http://schemas.microsoft.com/office/drawing/2014/main" id="{73A08D0F-5F25-D0FE-B8E1-56056BF7FA13}"/>
              </a:ext>
            </a:extLst>
          </p:cNvPr>
          <p:cNvSpPr>
            <a:spLocks noChangeArrowheads="1"/>
          </p:cNvSpPr>
          <p:nvPr/>
        </p:nvSpPr>
        <p:spPr bwMode="auto">
          <a:xfrm>
            <a:off x="1830388" y="2768600"/>
            <a:ext cx="128587" cy="128588"/>
          </a:xfrm>
          <a:prstGeom prst="rect">
            <a:avLst/>
          </a:prstGeom>
          <a:solidFill>
            <a:srgbClr val="40BA6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61" name="Rectangle 61">
            <a:extLst>
              <a:ext uri="{FF2B5EF4-FFF2-40B4-BE49-F238E27FC236}">
                <a16:creationId xmlns:a16="http://schemas.microsoft.com/office/drawing/2014/main" id="{375D4AB6-84F8-FBD1-60A2-25931147A273}"/>
              </a:ext>
            </a:extLst>
          </p:cNvPr>
          <p:cNvSpPr>
            <a:spLocks noChangeArrowheads="1"/>
          </p:cNvSpPr>
          <p:nvPr/>
        </p:nvSpPr>
        <p:spPr bwMode="auto">
          <a:xfrm>
            <a:off x="930275" y="2897188"/>
            <a:ext cx="128588" cy="128587"/>
          </a:xfrm>
          <a:prstGeom prst="rect">
            <a:avLst/>
          </a:prstGeom>
          <a:solidFill>
            <a:srgbClr val="EB2525"/>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62" name="Rectangle 62">
            <a:extLst>
              <a:ext uri="{FF2B5EF4-FFF2-40B4-BE49-F238E27FC236}">
                <a16:creationId xmlns:a16="http://schemas.microsoft.com/office/drawing/2014/main" id="{A05E7AE3-A027-95F2-F08A-213214475500}"/>
              </a:ext>
            </a:extLst>
          </p:cNvPr>
          <p:cNvSpPr>
            <a:spLocks noChangeArrowheads="1"/>
          </p:cNvSpPr>
          <p:nvPr/>
        </p:nvSpPr>
        <p:spPr bwMode="auto">
          <a:xfrm>
            <a:off x="1058863" y="2897188"/>
            <a:ext cx="128587" cy="128587"/>
          </a:xfrm>
          <a:prstGeom prst="rect">
            <a:avLst/>
          </a:prstGeom>
          <a:solidFill>
            <a:srgbClr val="EB2525"/>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63" name="Rectangle 63">
            <a:extLst>
              <a:ext uri="{FF2B5EF4-FFF2-40B4-BE49-F238E27FC236}">
                <a16:creationId xmlns:a16="http://schemas.microsoft.com/office/drawing/2014/main" id="{BB1C3AAB-1498-7E46-237A-A5FCAA50C19E}"/>
              </a:ext>
            </a:extLst>
          </p:cNvPr>
          <p:cNvSpPr>
            <a:spLocks noChangeArrowheads="1"/>
          </p:cNvSpPr>
          <p:nvPr/>
        </p:nvSpPr>
        <p:spPr bwMode="auto">
          <a:xfrm>
            <a:off x="1187450" y="2897188"/>
            <a:ext cx="128588" cy="128587"/>
          </a:xfrm>
          <a:prstGeom prst="rect">
            <a:avLst/>
          </a:prstGeom>
          <a:solidFill>
            <a:srgbClr val="EB2525"/>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64" name="Rectangle 64">
            <a:extLst>
              <a:ext uri="{FF2B5EF4-FFF2-40B4-BE49-F238E27FC236}">
                <a16:creationId xmlns:a16="http://schemas.microsoft.com/office/drawing/2014/main" id="{2B460E51-D8F6-E9CE-2704-6DD98EE6E3C6}"/>
              </a:ext>
            </a:extLst>
          </p:cNvPr>
          <p:cNvSpPr>
            <a:spLocks noChangeArrowheads="1"/>
          </p:cNvSpPr>
          <p:nvPr/>
        </p:nvSpPr>
        <p:spPr bwMode="auto">
          <a:xfrm>
            <a:off x="1316038" y="2897188"/>
            <a:ext cx="128587" cy="128587"/>
          </a:xfrm>
          <a:prstGeom prst="rect">
            <a:avLst/>
          </a:prstGeom>
          <a:solidFill>
            <a:srgbClr val="6481D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65" name="Rectangle 65">
            <a:extLst>
              <a:ext uri="{FF2B5EF4-FFF2-40B4-BE49-F238E27FC236}">
                <a16:creationId xmlns:a16="http://schemas.microsoft.com/office/drawing/2014/main" id="{96194A73-BE5D-2C37-E43E-7CB5C4736630}"/>
              </a:ext>
            </a:extLst>
          </p:cNvPr>
          <p:cNvSpPr>
            <a:spLocks noChangeArrowheads="1"/>
          </p:cNvSpPr>
          <p:nvPr/>
        </p:nvSpPr>
        <p:spPr bwMode="auto">
          <a:xfrm>
            <a:off x="1444625" y="2897188"/>
            <a:ext cx="128588" cy="128587"/>
          </a:xfrm>
          <a:prstGeom prst="rect">
            <a:avLst/>
          </a:prstGeom>
          <a:solidFill>
            <a:srgbClr val="6481D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66" name="Rectangle 66">
            <a:extLst>
              <a:ext uri="{FF2B5EF4-FFF2-40B4-BE49-F238E27FC236}">
                <a16:creationId xmlns:a16="http://schemas.microsoft.com/office/drawing/2014/main" id="{E2FE665C-C8DF-C51D-36DA-1E68919EA590}"/>
              </a:ext>
            </a:extLst>
          </p:cNvPr>
          <p:cNvSpPr>
            <a:spLocks noChangeArrowheads="1"/>
          </p:cNvSpPr>
          <p:nvPr/>
        </p:nvSpPr>
        <p:spPr bwMode="auto">
          <a:xfrm>
            <a:off x="1573213" y="2897188"/>
            <a:ext cx="128587" cy="128587"/>
          </a:xfrm>
          <a:prstGeom prst="rect">
            <a:avLst/>
          </a:prstGeom>
          <a:solidFill>
            <a:srgbClr val="D4CD4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67" name="Rectangle 67">
            <a:extLst>
              <a:ext uri="{FF2B5EF4-FFF2-40B4-BE49-F238E27FC236}">
                <a16:creationId xmlns:a16="http://schemas.microsoft.com/office/drawing/2014/main" id="{BEE9759C-0936-5D23-E4A9-E20285FE7859}"/>
              </a:ext>
            </a:extLst>
          </p:cNvPr>
          <p:cNvSpPr>
            <a:spLocks noChangeArrowheads="1"/>
          </p:cNvSpPr>
          <p:nvPr/>
        </p:nvSpPr>
        <p:spPr bwMode="auto">
          <a:xfrm>
            <a:off x="1701800" y="2897188"/>
            <a:ext cx="128588" cy="128587"/>
          </a:xfrm>
          <a:prstGeom prst="rect">
            <a:avLst/>
          </a:prstGeom>
          <a:solidFill>
            <a:srgbClr val="D4CD4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68" name="Rectangle 68">
            <a:extLst>
              <a:ext uri="{FF2B5EF4-FFF2-40B4-BE49-F238E27FC236}">
                <a16:creationId xmlns:a16="http://schemas.microsoft.com/office/drawing/2014/main" id="{0962669D-2C34-8598-5DB4-CE67845333B7}"/>
              </a:ext>
            </a:extLst>
          </p:cNvPr>
          <p:cNvSpPr>
            <a:spLocks noChangeArrowheads="1"/>
          </p:cNvSpPr>
          <p:nvPr/>
        </p:nvSpPr>
        <p:spPr bwMode="auto">
          <a:xfrm>
            <a:off x="1830388" y="2897188"/>
            <a:ext cx="128587" cy="128587"/>
          </a:xfrm>
          <a:prstGeom prst="rect">
            <a:avLst/>
          </a:prstGeom>
          <a:solidFill>
            <a:srgbClr val="D4CD4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69" name="Rectangle 70">
            <a:extLst>
              <a:ext uri="{FF2B5EF4-FFF2-40B4-BE49-F238E27FC236}">
                <a16:creationId xmlns:a16="http://schemas.microsoft.com/office/drawing/2014/main" id="{4C9B06E5-FDA6-C381-ED18-A293EC653128}"/>
              </a:ext>
            </a:extLst>
          </p:cNvPr>
          <p:cNvSpPr>
            <a:spLocks noChangeArrowheads="1"/>
          </p:cNvSpPr>
          <p:nvPr/>
        </p:nvSpPr>
        <p:spPr bwMode="auto">
          <a:xfrm>
            <a:off x="930275" y="1997075"/>
            <a:ext cx="128588" cy="128588"/>
          </a:xfrm>
          <a:prstGeom prst="rect">
            <a:avLst/>
          </a:prstGeom>
          <a:solidFill>
            <a:srgbClr val="EB2525"/>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70" name="Rectangle 71">
            <a:extLst>
              <a:ext uri="{FF2B5EF4-FFF2-40B4-BE49-F238E27FC236}">
                <a16:creationId xmlns:a16="http://schemas.microsoft.com/office/drawing/2014/main" id="{E4BD46A4-9F0B-B8BF-90C3-1D8C1B06F32D}"/>
              </a:ext>
            </a:extLst>
          </p:cNvPr>
          <p:cNvSpPr>
            <a:spLocks noChangeArrowheads="1"/>
          </p:cNvSpPr>
          <p:nvPr/>
        </p:nvSpPr>
        <p:spPr bwMode="auto">
          <a:xfrm>
            <a:off x="1058863" y="1997075"/>
            <a:ext cx="128587" cy="128588"/>
          </a:xfrm>
          <a:prstGeom prst="rect">
            <a:avLst/>
          </a:prstGeom>
          <a:solidFill>
            <a:srgbClr val="EB2525"/>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71" name="Rectangle 72">
            <a:extLst>
              <a:ext uri="{FF2B5EF4-FFF2-40B4-BE49-F238E27FC236}">
                <a16:creationId xmlns:a16="http://schemas.microsoft.com/office/drawing/2014/main" id="{0DA419ED-DBAF-EF32-5837-80240223EDDE}"/>
              </a:ext>
            </a:extLst>
          </p:cNvPr>
          <p:cNvSpPr>
            <a:spLocks noChangeArrowheads="1"/>
          </p:cNvSpPr>
          <p:nvPr/>
        </p:nvSpPr>
        <p:spPr bwMode="auto">
          <a:xfrm>
            <a:off x="1187450" y="1997075"/>
            <a:ext cx="128588" cy="128588"/>
          </a:xfrm>
          <a:prstGeom prst="rect">
            <a:avLst/>
          </a:prstGeom>
          <a:solidFill>
            <a:srgbClr val="EB2525"/>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72" name="Rectangle 73">
            <a:extLst>
              <a:ext uri="{FF2B5EF4-FFF2-40B4-BE49-F238E27FC236}">
                <a16:creationId xmlns:a16="http://schemas.microsoft.com/office/drawing/2014/main" id="{4BA74B5C-C8E2-51F2-0C9E-86A0B0B8FF27}"/>
              </a:ext>
            </a:extLst>
          </p:cNvPr>
          <p:cNvSpPr>
            <a:spLocks noChangeArrowheads="1"/>
          </p:cNvSpPr>
          <p:nvPr/>
        </p:nvSpPr>
        <p:spPr bwMode="auto">
          <a:xfrm>
            <a:off x="1316038" y="1997075"/>
            <a:ext cx="128587" cy="128588"/>
          </a:xfrm>
          <a:prstGeom prst="rect">
            <a:avLst/>
          </a:prstGeom>
          <a:solidFill>
            <a:srgbClr val="6481D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73" name="Rectangle 74">
            <a:extLst>
              <a:ext uri="{FF2B5EF4-FFF2-40B4-BE49-F238E27FC236}">
                <a16:creationId xmlns:a16="http://schemas.microsoft.com/office/drawing/2014/main" id="{4E143AA0-D106-73AD-4A0C-16751EC1A02A}"/>
              </a:ext>
            </a:extLst>
          </p:cNvPr>
          <p:cNvSpPr>
            <a:spLocks noChangeArrowheads="1"/>
          </p:cNvSpPr>
          <p:nvPr/>
        </p:nvSpPr>
        <p:spPr bwMode="auto">
          <a:xfrm>
            <a:off x="1444625" y="1997075"/>
            <a:ext cx="128588" cy="128588"/>
          </a:xfrm>
          <a:prstGeom prst="rect">
            <a:avLst/>
          </a:prstGeom>
          <a:solidFill>
            <a:srgbClr val="6481D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74" name="Rectangle 75">
            <a:extLst>
              <a:ext uri="{FF2B5EF4-FFF2-40B4-BE49-F238E27FC236}">
                <a16:creationId xmlns:a16="http://schemas.microsoft.com/office/drawing/2014/main" id="{17E61791-83A7-7A7D-3425-6B57BC3B6DD8}"/>
              </a:ext>
            </a:extLst>
          </p:cNvPr>
          <p:cNvSpPr>
            <a:spLocks noChangeArrowheads="1"/>
          </p:cNvSpPr>
          <p:nvPr/>
        </p:nvSpPr>
        <p:spPr bwMode="auto">
          <a:xfrm>
            <a:off x="1573213" y="1997075"/>
            <a:ext cx="128587" cy="128588"/>
          </a:xfrm>
          <a:prstGeom prst="rect">
            <a:avLst/>
          </a:prstGeom>
          <a:solidFill>
            <a:srgbClr val="6481D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75" name="Rectangle 76">
            <a:extLst>
              <a:ext uri="{FF2B5EF4-FFF2-40B4-BE49-F238E27FC236}">
                <a16:creationId xmlns:a16="http://schemas.microsoft.com/office/drawing/2014/main" id="{AFEF34B7-CC4B-2B23-1DEB-5219DBDF6049}"/>
              </a:ext>
            </a:extLst>
          </p:cNvPr>
          <p:cNvSpPr>
            <a:spLocks noChangeArrowheads="1"/>
          </p:cNvSpPr>
          <p:nvPr/>
        </p:nvSpPr>
        <p:spPr bwMode="auto">
          <a:xfrm>
            <a:off x="1701800" y="1997075"/>
            <a:ext cx="128588" cy="128588"/>
          </a:xfrm>
          <a:prstGeom prst="rect">
            <a:avLst/>
          </a:prstGeom>
          <a:solidFill>
            <a:srgbClr val="6481D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76" name="Rectangle 77">
            <a:extLst>
              <a:ext uri="{FF2B5EF4-FFF2-40B4-BE49-F238E27FC236}">
                <a16:creationId xmlns:a16="http://schemas.microsoft.com/office/drawing/2014/main" id="{DA00738F-6392-23CC-2949-CB0B898AD1D1}"/>
              </a:ext>
            </a:extLst>
          </p:cNvPr>
          <p:cNvSpPr>
            <a:spLocks noChangeArrowheads="1"/>
          </p:cNvSpPr>
          <p:nvPr/>
        </p:nvSpPr>
        <p:spPr bwMode="auto">
          <a:xfrm>
            <a:off x="1830388" y="1997075"/>
            <a:ext cx="128587" cy="128588"/>
          </a:xfrm>
          <a:prstGeom prst="rect">
            <a:avLst/>
          </a:prstGeom>
          <a:solidFill>
            <a:srgbClr val="D4CD4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77" name="Rectangle 79">
            <a:extLst>
              <a:ext uri="{FF2B5EF4-FFF2-40B4-BE49-F238E27FC236}">
                <a16:creationId xmlns:a16="http://schemas.microsoft.com/office/drawing/2014/main" id="{7E597C6C-B994-689E-DF14-3556982236D9}"/>
              </a:ext>
            </a:extLst>
          </p:cNvPr>
          <p:cNvSpPr>
            <a:spLocks noChangeArrowheads="1"/>
          </p:cNvSpPr>
          <p:nvPr/>
        </p:nvSpPr>
        <p:spPr bwMode="auto">
          <a:xfrm>
            <a:off x="930275" y="2125663"/>
            <a:ext cx="128588" cy="128587"/>
          </a:xfrm>
          <a:prstGeom prst="rect">
            <a:avLst/>
          </a:prstGeom>
          <a:solidFill>
            <a:srgbClr val="D4CD4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78" name="Rectangle 80">
            <a:extLst>
              <a:ext uri="{FF2B5EF4-FFF2-40B4-BE49-F238E27FC236}">
                <a16:creationId xmlns:a16="http://schemas.microsoft.com/office/drawing/2014/main" id="{18F66DD7-3484-CB86-FC2D-9492BD6A8189}"/>
              </a:ext>
            </a:extLst>
          </p:cNvPr>
          <p:cNvSpPr>
            <a:spLocks noChangeArrowheads="1"/>
          </p:cNvSpPr>
          <p:nvPr/>
        </p:nvSpPr>
        <p:spPr bwMode="auto">
          <a:xfrm>
            <a:off x="1058863" y="2125663"/>
            <a:ext cx="128587" cy="128587"/>
          </a:xfrm>
          <a:prstGeom prst="rect">
            <a:avLst/>
          </a:prstGeom>
          <a:solidFill>
            <a:srgbClr val="D4CD4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79" name="Rectangle 81">
            <a:extLst>
              <a:ext uri="{FF2B5EF4-FFF2-40B4-BE49-F238E27FC236}">
                <a16:creationId xmlns:a16="http://schemas.microsoft.com/office/drawing/2014/main" id="{AFE3F2DC-A35B-B798-5887-F592091372D1}"/>
              </a:ext>
            </a:extLst>
          </p:cNvPr>
          <p:cNvSpPr>
            <a:spLocks noChangeArrowheads="1"/>
          </p:cNvSpPr>
          <p:nvPr/>
        </p:nvSpPr>
        <p:spPr bwMode="auto">
          <a:xfrm>
            <a:off x="1187450" y="2125663"/>
            <a:ext cx="128588" cy="128587"/>
          </a:xfrm>
          <a:prstGeom prst="rect">
            <a:avLst/>
          </a:prstGeom>
          <a:solidFill>
            <a:srgbClr val="D4CD4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80" name="Rectangle 82">
            <a:extLst>
              <a:ext uri="{FF2B5EF4-FFF2-40B4-BE49-F238E27FC236}">
                <a16:creationId xmlns:a16="http://schemas.microsoft.com/office/drawing/2014/main" id="{3B268D59-6D6D-7AA1-2977-8012CB73F3C7}"/>
              </a:ext>
            </a:extLst>
          </p:cNvPr>
          <p:cNvSpPr>
            <a:spLocks noChangeArrowheads="1"/>
          </p:cNvSpPr>
          <p:nvPr/>
        </p:nvSpPr>
        <p:spPr bwMode="auto">
          <a:xfrm>
            <a:off x="1316038" y="2125663"/>
            <a:ext cx="128587" cy="128587"/>
          </a:xfrm>
          <a:prstGeom prst="rect">
            <a:avLst/>
          </a:prstGeom>
          <a:solidFill>
            <a:srgbClr val="D4CD4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81" name="Rectangle 83">
            <a:extLst>
              <a:ext uri="{FF2B5EF4-FFF2-40B4-BE49-F238E27FC236}">
                <a16:creationId xmlns:a16="http://schemas.microsoft.com/office/drawing/2014/main" id="{85918350-EBA2-DA6D-A68C-0DE3CF9F5973}"/>
              </a:ext>
            </a:extLst>
          </p:cNvPr>
          <p:cNvSpPr>
            <a:spLocks noChangeArrowheads="1"/>
          </p:cNvSpPr>
          <p:nvPr/>
        </p:nvSpPr>
        <p:spPr bwMode="auto">
          <a:xfrm>
            <a:off x="1444625" y="2125663"/>
            <a:ext cx="128588" cy="128587"/>
          </a:xfrm>
          <a:prstGeom prst="rect">
            <a:avLst/>
          </a:prstGeom>
          <a:solidFill>
            <a:srgbClr val="AB44D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82" name="Rectangle 84">
            <a:extLst>
              <a:ext uri="{FF2B5EF4-FFF2-40B4-BE49-F238E27FC236}">
                <a16:creationId xmlns:a16="http://schemas.microsoft.com/office/drawing/2014/main" id="{6243E6BB-8BED-583D-D16E-EFE7D1EFDF38}"/>
              </a:ext>
            </a:extLst>
          </p:cNvPr>
          <p:cNvSpPr>
            <a:spLocks noChangeArrowheads="1"/>
          </p:cNvSpPr>
          <p:nvPr/>
        </p:nvSpPr>
        <p:spPr bwMode="auto">
          <a:xfrm>
            <a:off x="1573213" y="2125663"/>
            <a:ext cx="128587" cy="128587"/>
          </a:xfrm>
          <a:prstGeom prst="rect">
            <a:avLst/>
          </a:prstGeom>
          <a:solidFill>
            <a:srgbClr val="AB44D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83" name="Rectangle 85">
            <a:extLst>
              <a:ext uri="{FF2B5EF4-FFF2-40B4-BE49-F238E27FC236}">
                <a16:creationId xmlns:a16="http://schemas.microsoft.com/office/drawing/2014/main" id="{DAED1758-EDE3-B185-9078-F984A620E11D}"/>
              </a:ext>
            </a:extLst>
          </p:cNvPr>
          <p:cNvSpPr>
            <a:spLocks noChangeArrowheads="1"/>
          </p:cNvSpPr>
          <p:nvPr/>
        </p:nvSpPr>
        <p:spPr bwMode="auto">
          <a:xfrm>
            <a:off x="1701800" y="2125663"/>
            <a:ext cx="128588" cy="128587"/>
          </a:xfrm>
          <a:prstGeom prst="rect">
            <a:avLst/>
          </a:prstGeom>
          <a:solidFill>
            <a:srgbClr val="AB44D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84" name="Rectangle 86">
            <a:extLst>
              <a:ext uri="{FF2B5EF4-FFF2-40B4-BE49-F238E27FC236}">
                <a16:creationId xmlns:a16="http://schemas.microsoft.com/office/drawing/2014/main" id="{01460D64-FD6A-991A-66F8-9A0EDB783B1C}"/>
              </a:ext>
            </a:extLst>
          </p:cNvPr>
          <p:cNvSpPr>
            <a:spLocks noChangeArrowheads="1"/>
          </p:cNvSpPr>
          <p:nvPr/>
        </p:nvSpPr>
        <p:spPr bwMode="auto">
          <a:xfrm>
            <a:off x="1830388" y="2125663"/>
            <a:ext cx="128587" cy="128587"/>
          </a:xfrm>
          <a:prstGeom prst="rect">
            <a:avLst/>
          </a:prstGeom>
          <a:solidFill>
            <a:srgbClr val="AB44D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85" name="Rectangle 88">
            <a:extLst>
              <a:ext uri="{FF2B5EF4-FFF2-40B4-BE49-F238E27FC236}">
                <a16:creationId xmlns:a16="http://schemas.microsoft.com/office/drawing/2014/main" id="{FF69F989-2667-08FC-3321-20F9DD03BF91}"/>
              </a:ext>
            </a:extLst>
          </p:cNvPr>
          <p:cNvSpPr>
            <a:spLocks noChangeArrowheads="1"/>
          </p:cNvSpPr>
          <p:nvPr/>
        </p:nvSpPr>
        <p:spPr bwMode="auto">
          <a:xfrm>
            <a:off x="930275" y="2254250"/>
            <a:ext cx="128588" cy="128588"/>
          </a:xfrm>
          <a:prstGeom prst="rect">
            <a:avLst/>
          </a:prstGeom>
          <a:solidFill>
            <a:srgbClr val="AB44D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86" name="Rectangle 89">
            <a:extLst>
              <a:ext uri="{FF2B5EF4-FFF2-40B4-BE49-F238E27FC236}">
                <a16:creationId xmlns:a16="http://schemas.microsoft.com/office/drawing/2014/main" id="{AA28A739-1D0D-6C4F-BB24-C7E17C3AE882}"/>
              </a:ext>
            </a:extLst>
          </p:cNvPr>
          <p:cNvSpPr>
            <a:spLocks noChangeArrowheads="1"/>
          </p:cNvSpPr>
          <p:nvPr/>
        </p:nvSpPr>
        <p:spPr bwMode="auto">
          <a:xfrm>
            <a:off x="1058863" y="2254250"/>
            <a:ext cx="128587" cy="128588"/>
          </a:xfrm>
          <a:prstGeom prst="rect">
            <a:avLst/>
          </a:prstGeom>
          <a:solidFill>
            <a:srgbClr val="40BA6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87" name="Rectangle 90">
            <a:extLst>
              <a:ext uri="{FF2B5EF4-FFF2-40B4-BE49-F238E27FC236}">
                <a16:creationId xmlns:a16="http://schemas.microsoft.com/office/drawing/2014/main" id="{E5EC3444-5BCB-3C05-3746-65845933EA40}"/>
              </a:ext>
            </a:extLst>
          </p:cNvPr>
          <p:cNvSpPr>
            <a:spLocks noChangeArrowheads="1"/>
          </p:cNvSpPr>
          <p:nvPr/>
        </p:nvSpPr>
        <p:spPr bwMode="auto">
          <a:xfrm>
            <a:off x="1187450" y="2254250"/>
            <a:ext cx="128588" cy="128588"/>
          </a:xfrm>
          <a:prstGeom prst="rect">
            <a:avLst/>
          </a:prstGeom>
          <a:solidFill>
            <a:srgbClr val="40BA6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88" name="Rectangle 91">
            <a:extLst>
              <a:ext uri="{FF2B5EF4-FFF2-40B4-BE49-F238E27FC236}">
                <a16:creationId xmlns:a16="http://schemas.microsoft.com/office/drawing/2014/main" id="{CC6733E8-3E0B-F89B-1798-9911BA5B95D4}"/>
              </a:ext>
            </a:extLst>
          </p:cNvPr>
          <p:cNvSpPr>
            <a:spLocks noChangeArrowheads="1"/>
          </p:cNvSpPr>
          <p:nvPr/>
        </p:nvSpPr>
        <p:spPr bwMode="auto">
          <a:xfrm>
            <a:off x="1316038" y="2254250"/>
            <a:ext cx="128587" cy="128588"/>
          </a:xfrm>
          <a:prstGeom prst="rect">
            <a:avLst/>
          </a:prstGeom>
          <a:solidFill>
            <a:srgbClr val="40BA6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89" name="Rectangle 92">
            <a:extLst>
              <a:ext uri="{FF2B5EF4-FFF2-40B4-BE49-F238E27FC236}">
                <a16:creationId xmlns:a16="http://schemas.microsoft.com/office/drawing/2014/main" id="{706DB699-BBBD-8EE5-769A-035141C4AD3F}"/>
              </a:ext>
            </a:extLst>
          </p:cNvPr>
          <p:cNvSpPr>
            <a:spLocks noChangeArrowheads="1"/>
          </p:cNvSpPr>
          <p:nvPr/>
        </p:nvSpPr>
        <p:spPr bwMode="auto">
          <a:xfrm>
            <a:off x="1444625" y="2254250"/>
            <a:ext cx="128588" cy="128588"/>
          </a:xfrm>
          <a:prstGeom prst="rect">
            <a:avLst/>
          </a:prstGeom>
          <a:solidFill>
            <a:srgbClr val="40BA6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90" name="Rectangle 93">
            <a:extLst>
              <a:ext uri="{FF2B5EF4-FFF2-40B4-BE49-F238E27FC236}">
                <a16:creationId xmlns:a16="http://schemas.microsoft.com/office/drawing/2014/main" id="{2FD1DC9E-1C97-8D8B-2086-52CA4A33C1C3}"/>
              </a:ext>
            </a:extLst>
          </p:cNvPr>
          <p:cNvSpPr>
            <a:spLocks noChangeArrowheads="1"/>
          </p:cNvSpPr>
          <p:nvPr/>
        </p:nvSpPr>
        <p:spPr bwMode="auto">
          <a:xfrm>
            <a:off x="1573213" y="2254250"/>
            <a:ext cx="128587" cy="128588"/>
          </a:xfrm>
          <a:prstGeom prst="rect">
            <a:avLst/>
          </a:prstGeom>
          <a:solidFill>
            <a:srgbClr val="EB2525"/>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91" name="Rectangle 94">
            <a:extLst>
              <a:ext uri="{FF2B5EF4-FFF2-40B4-BE49-F238E27FC236}">
                <a16:creationId xmlns:a16="http://schemas.microsoft.com/office/drawing/2014/main" id="{15E0931C-4E3E-D91F-2BC7-A6E107979A50}"/>
              </a:ext>
            </a:extLst>
          </p:cNvPr>
          <p:cNvSpPr>
            <a:spLocks noChangeArrowheads="1"/>
          </p:cNvSpPr>
          <p:nvPr/>
        </p:nvSpPr>
        <p:spPr bwMode="auto">
          <a:xfrm>
            <a:off x="1701800" y="2254250"/>
            <a:ext cx="128588" cy="128588"/>
          </a:xfrm>
          <a:prstGeom prst="rect">
            <a:avLst/>
          </a:prstGeom>
          <a:solidFill>
            <a:srgbClr val="EB2525"/>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92" name="Rectangle 95">
            <a:extLst>
              <a:ext uri="{FF2B5EF4-FFF2-40B4-BE49-F238E27FC236}">
                <a16:creationId xmlns:a16="http://schemas.microsoft.com/office/drawing/2014/main" id="{7013E710-57FF-91C9-47FB-6B83F0F6E024}"/>
              </a:ext>
            </a:extLst>
          </p:cNvPr>
          <p:cNvSpPr>
            <a:spLocks noChangeArrowheads="1"/>
          </p:cNvSpPr>
          <p:nvPr/>
        </p:nvSpPr>
        <p:spPr bwMode="auto">
          <a:xfrm>
            <a:off x="1830388" y="2254250"/>
            <a:ext cx="128587" cy="128588"/>
          </a:xfrm>
          <a:prstGeom prst="rect">
            <a:avLst/>
          </a:prstGeom>
          <a:solidFill>
            <a:srgbClr val="EB2525"/>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93" name="Rectangle 97">
            <a:extLst>
              <a:ext uri="{FF2B5EF4-FFF2-40B4-BE49-F238E27FC236}">
                <a16:creationId xmlns:a16="http://schemas.microsoft.com/office/drawing/2014/main" id="{D1412207-6474-7D73-6213-87132E71BC88}"/>
              </a:ext>
            </a:extLst>
          </p:cNvPr>
          <p:cNvSpPr>
            <a:spLocks noChangeArrowheads="1"/>
          </p:cNvSpPr>
          <p:nvPr/>
        </p:nvSpPr>
        <p:spPr bwMode="auto">
          <a:xfrm>
            <a:off x="930275" y="2382838"/>
            <a:ext cx="128588" cy="128587"/>
          </a:xfrm>
          <a:prstGeom prst="rect">
            <a:avLst/>
          </a:prstGeom>
          <a:solidFill>
            <a:srgbClr val="EB2525"/>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94" name="Rectangle 98">
            <a:extLst>
              <a:ext uri="{FF2B5EF4-FFF2-40B4-BE49-F238E27FC236}">
                <a16:creationId xmlns:a16="http://schemas.microsoft.com/office/drawing/2014/main" id="{F7A3518F-D98C-8F47-4673-2A8D5F5D1E4C}"/>
              </a:ext>
            </a:extLst>
          </p:cNvPr>
          <p:cNvSpPr>
            <a:spLocks noChangeArrowheads="1"/>
          </p:cNvSpPr>
          <p:nvPr/>
        </p:nvSpPr>
        <p:spPr bwMode="auto">
          <a:xfrm>
            <a:off x="1058863" y="2382838"/>
            <a:ext cx="128587" cy="128587"/>
          </a:xfrm>
          <a:prstGeom prst="rect">
            <a:avLst/>
          </a:prstGeom>
          <a:solidFill>
            <a:srgbClr val="6481D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95" name="Rectangle 99">
            <a:extLst>
              <a:ext uri="{FF2B5EF4-FFF2-40B4-BE49-F238E27FC236}">
                <a16:creationId xmlns:a16="http://schemas.microsoft.com/office/drawing/2014/main" id="{F2F65B24-EF6F-4CCE-92EA-EF1DE5D5B596}"/>
              </a:ext>
            </a:extLst>
          </p:cNvPr>
          <p:cNvSpPr>
            <a:spLocks noChangeArrowheads="1"/>
          </p:cNvSpPr>
          <p:nvPr/>
        </p:nvSpPr>
        <p:spPr bwMode="auto">
          <a:xfrm>
            <a:off x="1187450" y="2382838"/>
            <a:ext cx="128588" cy="128587"/>
          </a:xfrm>
          <a:prstGeom prst="rect">
            <a:avLst/>
          </a:prstGeom>
          <a:solidFill>
            <a:srgbClr val="6481D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96" name="Rectangle 100">
            <a:extLst>
              <a:ext uri="{FF2B5EF4-FFF2-40B4-BE49-F238E27FC236}">
                <a16:creationId xmlns:a16="http://schemas.microsoft.com/office/drawing/2014/main" id="{4613145E-9E23-7BBD-1ADF-40C638BDE672}"/>
              </a:ext>
            </a:extLst>
          </p:cNvPr>
          <p:cNvSpPr>
            <a:spLocks noChangeArrowheads="1"/>
          </p:cNvSpPr>
          <p:nvPr/>
        </p:nvSpPr>
        <p:spPr bwMode="auto">
          <a:xfrm>
            <a:off x="1316038" y="2382838"/>
            <a:ext cx="128587" cy="128587"/>
          </a:xfrm>
          <a:prstGeom prst="rect">
            <a:avLst/>
          </a:prstGeom>
          <a:solidFill>
            <a:srgbClr val="6481D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97" name="Rectangle 101">
            <a:extLst>
              <a:ext uri="{FF2B5EF4-FFF2-40B4-BE49-F238E27FC236}">
                <a16:creationId xmlns:a16="http://schemas.microsoft.com/office/drawing/2014/main" id="{524BDD46-0F5B-36EA-5B58-433069F99389}"/>
              </a:ext>
            </a:extLst>
          </p:cNvPr>
          <p:cNvSpPr>
            <a:spLocks noChangeArrowheads="1"/>
          </p:cNvSpPr>
          <p:nvPr/>
        </p:nvSpPr>
        <p:spPr bwMode="auto">
          <a:xfrm>
            <a:off x="1444625" y="2382838"/>
            <a:ext cx="128588" cy="128587"/>
          </a:xfrm>
          <a:prstGeom prst="rect">
            <a:avLst/>
          </a:prstGeom>
          <a:solidFill>
            <a:srgbClr val="D4CD4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98" name="Rectangle 102">
            <a:extLst>
              <a:ext uri="{FF2B5EF4-FFF2-40B4-BE49-F238E27FC236}">
                <a16:creationId xmlns:a16="http://schemas.microsoft.com/office/drawing/2014/main" id="{1EBFC5CE-4D47-AD9D-4E8C-65716BA705DA}"/>
              </a:ext>
            </a:extLst>
          </p:cNvPr>
          <p:cNvSpPr>
            <a:spLocks noChangeArrowheads="1"/>
          </p:cNvSpPr>
          <p:nvPr/>
        </p:nvSpPr>
        <p:spPr bwMode="auto">
          <a:xfrm>
            <a:off x="1573213" y="2382838"/>
            <a:ext cx="128587" cy="128587"/>
          </a:xfrm>
          <a:prstGeom prst="rect">
            <a:avLst/>
          </a:prstGeom>
          <a:solidFill>
            <a:srgbClr val="D4CD4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699" name="Rectangle 103">
            <a:extLst>
              <a:ext uri="{FF2B5EF4-FFF2-40B4-BE49-F238E27FC236}">
                <a16:creationId xmlns:a16="http://schemas.microsoft.com/office/drawing/2014/main" id="{CD126159-5F67-15C1-C5C0-D3CB61C6A254}"/>
              </a:ext>
            </a:extLst>
          </p:cNvPr>
          <p:cNvSpPr>
            <a:spLocks noChangeArrowheads="1"/>
          </p:cNvSpPr>
          <p:nvPr/>
        </p:nvSpPr>
        <p:spPr bwMode="auto">
          <a:xfrm>
            <a:off x="1701800" y="2382838"/>
            <a:ext cx="128588" cy="128587"/>
          </a:xfrm>
          <a:prstGeom prst="rect">
            <a:avLst/>
          </a:prstGeom>
          <a:solidFill>
            <a:srgbClr val="D4CD4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00" name="Rectangle 104">
            <a:extLst>
              <a:ext uri="{FF2B5EF4-FFF2-40B4-BE49-F238E27FC236}">
                <a16:creationId xmlns:a16="http://schemas.microsoft.com/office/drawing/2014/main" id="{863A31CB-B6AF-7E69-0866-358CE21C8B26}"/>
              </a:ext>
            </a:extLst>
          </p:cNvPr>
          <p:cNvSpPr>
            <a:spLocks noChangeArrowheads="1"/>
          </p:cNvSpPr>
          <p:nvPr/>
        </p:nvSpPr>
        <p:spPr bwMode="auto">
          <a:xfrm>
            <a:off x="1830388" y="2382838"/>
            <a:ext cx="128587" cy="128587"/>
          </a:xfrm>
          <a:prstGeom prst="rect">
            <a:avLst/>
          </a:prstGeom>
          <a:solidFill>
            <a:srgbClr val="D4CD4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01" name="Rectangle 106">
            <a:extLst>
              <a:ext uri="{FF2B5EF4-FFF2-40B4-BE49-F238E27FC236}">
                <a16:creationId xmlns:a16="http://schemas.microsoft.com/office/drawing/2014/main" id="{616A2E7D-F609-609A-2004-A5ACA0C0B8EB}"/>
              </a:ext>
            </a:extLst>
          </p:cNvPr>
          <p:cNvSpPr>
            <a:spLocks noChangeArrowheads="1"/>
          </p:cNvSpPr>
          <p:nvPr/>
        </p:nvSpPr>
        <p:spPr bwMode="auto">
          <a:xfrm>
            <a:off x="930275" y="2511425"/>
            <a:ext cx="128588" cy="128588"/>
          </a:xfrm>
          <a:prstGeom prst="rect">
            <a:avLst/>
          </a:prstGeom>
          <a:solidFill>
            <a:srgbClr val="AB44D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02" name="Rectangle 107">
            <a:extLst>
              <a:ext uri="{FF2B5EF4-FFF2-40B4-BE49-F238E27FC236}">
                <a16:creationId xmlns:a16="http://schemas.microsoft.com/office/drawing/2014/main" id="{EAF72E87-970B-567E-9805-67EFCB1DCC82}"/>
              </a:ext>
            </a:extLst>
          </p:cNvPr>
          <p:cNvSpPr>
            <a:spLocks noChangeArrowheads="1"/>
          </p:cNvSpPr>
          <p:nvPr/>
        </p:nvSpPr>
        <p:spPr bwMode="auto">
          <a:xfrm>
            <a:off x="1058863" y="2511425"/>
            <a:ext cx="128587" cy="128588"/>
          </a:xfrm>
          <a:prstGeom prst="rect">
            <a:avLst/>
          </a:prstGeom>
          <a:solidFill>
            <a:srgbClr val="AB44D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03" name="Rectangle 108">
            <a:extLst>
              <a:ext uri="{FF2B5EF4-FFF2-40B4-BE49-F238E27FC236}">
                <a16:creationId xmlns:a16="http://schemas.microsoft.com/office/drawing/2014/main" id="{E5CC5941-9CAF-184B-EF57-D82C100DD579}"/>
              </a:ext>
            </a:extLst>
          </p:cNvPr>
          <p:cNvSpPr>
            <a:spLocks noChangeArrowheads="1"/>
          </p:cNvSpPr>
          <p:nvPr/>
        </p:nvSpPr>
        <p:spPr bwMode="auto">
          <a:xfrm>
            <a:off x="1187450" y="2511425"/>
            <a:ext cx="128588" cy="128588"/>
          </a:xfrm>
          <a:prstGeom prst="rect">
            <a:avLst/>
          </a:prstGeom>
          <a:solidFill>
            <a:srgbClr val="AB44D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04" name="Rectangle 109">
            <a:extLst>
              <a:ext uri="{FF2B5EF4-FFF2-40B4-BE49-F238E27FC236}">
                <a16:creationId xmlns:a16="http://schemas.microsoft.com/office/drawing/2014/main" id="{01D0D8BF-3598-7894-96A0-99196C137E4C}"/>
              </a:ext>
            </a:extLst>
          </p:cNvPr>
          <p:cNvSpPr>
            <a:spLocks noChangeArrowheads="1"/>
          </p:cNvSpPr>
          <p:nvPr/>
        </p:nvSpPr>
        <p:spPr bwMode="auto">
          <a:xfrm>
            <a:off x="1316038" y="2511425"/>
            <a:ext cx="128587" cy="128588"/>
          </a:xfrm>
          <a:prstGeom prst="rect">
            <a:avLst/>
          </a:prstGeom>
          <a:solidFill>
            <a:srgbClr val="AB44D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05" name="Rectangle 110">
            <a:extLst>
              <a:ext uri="{FF2B5EF4-FFF2-40B4-BE49-F238E27FC236}">
                <a16:creationId xmlns:a16="http://schemas.microsoft.com/office/drawing/2014/main" id="{9DBC7B91-7F6F-AB97-8594-0B0CA533EDCE}"/>
              </a:ext>
            </a:extLst>
          </p:cNvPr>
          <p:cNvSpPr>
            <a:spLocks noChangeArrowheads="1"/>
          </p:cNvSpPr>
          <p:nvPr/>
        </p:nvSpPr>
        <p:spPr bwMode="auto">
          <a:xfrm>
            <a:off x="1444625" y="2511425"/>
            <a:ext cx="128588" cy="128588"/>
          </a:xfrm>
          <a:prstGeom prst="rect">
            <a:avLst/>
          </a:prstGeom>
          <a:solidFill>
            <a:srgbClr val="AB44D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06" name="Rectangle 111">
            <a:extLst>
              <a:ext uri="{FF2B5EF4-FFF2-40B4-BE49-F238E27FC236}">
                <a16:creationId xmlns:a16="http://schemas.microsoft.com/office/drawing/2014/main" id="{F62E3524-8528-331D-0460-8807A564C0CE}"/>
              </a:ext>
            </a:extLst>
          </p:cNvPr>
          <p:cNvSpPr>
            <a:spLocks noChangeArrowheads="1"/>
          </p:cNvSpPr>
          <p:nvPr/>
        </p:nvSpPr>
        <p:spPr bwMode="auto">
          <a:xfrm>
            <a:off x="1573213" y="2511425"/>
            <a:ext cx="128587" cy="128588"/>
          </a:xfrm>
          <a:prstGeom prst="rect">
            <a:avLst/>
          </a:prstGeom>
          <a:solidFill>
            <a:srgbClr val="40BA6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07" name="Rectangle 112">
            <a:extLst>
              <a:ext uri="{FF2B5EF4-FFF2-40B4-BE49-F238E27FC236}">
                <a16:creationId xmlns:a16="http://schemas.microsoft.com/office/drawing/2014/main" id="{D778730C-3459-DF37-5A87-4163221BDEA3}"/>
              </a:ext>
            </a:extLst>
          </p:cNvPr>
          <p:cNvSpPr>
            <a:spLocks noChangeArrowheads="1"/>
          </p:cNvSpPr>
          <p:nvPr/>
        </p:nvSpPr>
        <p:spPr bwMode="auto">
          <a:xfrm>
            <a:off x="1701800" y="2511425"/>
            <a:ext cx="128588" cy="128588"/>
          </a:xfrm>
          <a:prstGeom prst="rect">
            <a:avLst/>
          </a:prstGeom>
          <a:solidFill>
            <a:srgbClr val="40BA6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08" name="Rectangle 113">
            <a:extLst>
              <a:ext uri="{FF2B5EF4-FFF2-40B4-BE49-F238E27FC236}">
                <a16:creationId xmlns:a16="http://schemas.microsoft.com/office/drawing/2014/main" id="{936854AD-7C65-ACCF-A9F4-87CEA90DC5F3}"/>
              </a:ext>
            </a:extLst>
          </p:cNvPr>
          <p:cNvSpPr>
            <a:spLocks noChangeArrowheads="1"/>
          </p:cNvSpPr>
          <p:nvPr/>
        </p:nvSpPr>
        <p:spPr bwMode="auto">
          <a:xfrm>
            <a:off x="1830388" y="2511425"/>
            <a:ext cx="128587" cy="128588"/>
          </a:xfrm>
          <a:prstGeom prst="rect">
            <a:avLst/>
          </a:prstGeom>
          <a:solidFill>
            <a:srgbClr val="40BA6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09" name="Rectangle 115">
            <a:extLst>
              <a:ext uri="{FF2B5EF4-FFF2-40B4-BE49-F238E27FC236}">
                <a16:creationId xmlns:a16="http://schemas.microsoft.com/office/drawing/2014/main" id="{06B1C62E-302B-0B3B-6C89-2C3FA2321479}"/>
              </a:ext>
            </a:extLst>
          </p:cNvPr>
          <p:cNvSpPr>
            <a:spLocks noChangeArrowheads="1"/>
          </p:cNvSpPr>
          <p:nvPr/>
        </p:nvSpPr>
        <p:spPr bwMode="auto">
          <a:xfrm>
            <a:off x="930275" y="2640013"/>
            <a:ext cx="128588" cy="128587"/>
          </a:xfrm>
          <a:prstGeom prst="rect">
            <a:avLst/>
          </a:prstGeom>
          <a:solidFill>
            <a:srgbClr val="40BA6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10" name="Rectangle 116">
            <a:extLst>
              <a:ext uri="{FF2B5EF4-FFF2-40B4-BE49-F238E27FC236}">
                <a16:creationId xmlns:a16="http://schemas.microsoft.com/office/drawing/2014/main" id="{F9B0D98A-352F-FF1C-95CC-B566582A90F4}"/>
              </a:ext>
            </a:extLst>
          </p:cNvPr>
          <p:cNvSpPr>
            <a:spLocks noChangeArrowheads="1"/>
          </p:cNvSpPr>
          <p:nvPr/>
        </p:nvSpPr>
        <p:spPr bwMode="auto">
          <a:xfrm>
            <a:off x="1058863" y="2640013"/>
            <a:ext cx="128587" cy="128587"/>
          </a:xfrm>
          <a:prstGeom prst="rect">
            <a:avLst/>
          </a:prstGeom>
          <a:solidFill>
            <a:srgbClr val="40BA6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11" name="Rectangle 117">
            <a:extLst>
              <a:ext uri="{FF2B5EF4-FFF2-40B4-BE49-F238E27FC236}">
                <a16:creationId xmlns:a16="http://schemas.microsoft.com/office/drawing/2014/main" id="{51C98849-C270-74C0-20ED-7917CE1C5F33}"/>
              </a:ext>
            </a:extLst>
          </p:cNvPr>
          <p:cNvSpPr>
            <a:spLocks noChangeArrowheads="1"/>
          </p:cNvSpPr>
          <p:nvPr/>
        </p:nvSpPr>
        <p:spPr bwMode="auto">
          <a:xfrm>
            <a:off x="1187450" y="2640013"/>
            <a:ext cx="128588" cy="128587"/>
          </a:xfrm>
          <a:prstGeom prst="rect">
            <a:avLst/>
          </a:prstGeom>
          <a:solidFill>
            <a:srgbClr val="40BA6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12" name="Rectangle 118">
            <a:extLst>
              <a:ext uri="{FF2B5EF4-FFF2-40B4-BE49-F238E27FC236}">
                <a16:creationId xmlns:a16="http://schemas.microsoft.com/office/drawing/2014/main" id="{64527EB7-9700-6E61-06C7-C53C9D4C1A46}"/>
              </a:ext>
            </a:extLst>
          </p:cNvPr>
          <p:cNvSpPr>
            <a:spLocks noChangeArrowheads="1"/>
          </p:cNvSpPr>
          <p:nvPr/>
        </p:nvSpPr>
        <p:spPr bwMode="auto">
          <a:xfrm>
            <a:off x="1316038" y="2640013"/>
            <a:ext cx="128587" cy="128587"/>
          </a:xfrm>
          <a:prstGeom prst="rect">
            <a:avLst/>
          </a:prstGeom>
          <a:solidFill>
            <a:srgbClr val="EB2525"/>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13" name="Rectangle 119">
            <a:extLst>
              <a:ext uri="{FF2B5EF4-FFF2-40B4-BE49-F238E27FC236}">
                <a16:creationId xmlns:a16="http://schemas.microsoft.com/office/drawing/2014/main" id="{829F5370-EDC8-4228-765B-FCEB4787641E}"/>
              </a:ext>
            </a:extLst>
          </p:cNvPr>
          <p:cNvSpPr>
            <a:spLocks noChangeArrowheads="1"/>
          </p:cNvSpPr>
          <p:nvPr/>
        </p:nvSpPr>
        <p:spPr bwMode="auto">
          <a:xfrm>
            <a:off x="1444625" y="2640013"/>
            <a:ext cx="128588" cy="128587"/>
          </a:xfrm>
          <a:prstGeom prst="rect">
            <a:avLst/>
          </a:prstGeom>
          <a:solidFill>
            <a:srgbClr val="EB2525"/>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14" name="Rectangle 120">
            <a:extLst>
              <a:ext uri="{FF2B5EF4-FFF2-40B4-BE49-F238E27FC236}">
                <a16:creationId xmlns:a16="http://schemas.microsoft.com/office/drawing/2014/main" id="{BE37F56F-036C-3285-77C4-C88A5BC65B0D}"/>
              </a:ext>
            </a:extLst>
          </p:cNvPr>
          <p:cNvSpPr>
            <a:spLocks noChangeArrowheads="1"/>
          </p:cNvSpPr>
          <p:nvPr/>
        </p:nvSpPr>
        <p:spPr bwMode="auto">
          <a:xfrm>
            <a:off x="1573213" y="2640013"/>
            <a:ext cx="128587" cy="128587"/>
          </a:xfrm>
          <a:prstGeom prst="rect">
            <a:avLst/>
          </a:prstGeom>
          <a:solidFill>
            <a:srgbClr val="EB2525"/>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15" name="Rectangle 121">
            <a:extLst>
              <a:ext uri="{FF2B5EF4-FFF2-40B4-BE49-F238E27FC236}">
                <a16:creationId xmlns:a16="http://schemas.microsoft.com/office/drawing/2014/main" id="{D93EB087-3FD3-75EB-C125-768D1F1EA07C}"/>
              </a:ext>
            </a:extLst>
          </p:cNvPr>
          <p:cNvSpPr>
            <a:spLocks noChangeArrowheads="1"/>
          </p:cNvSpPr>
          <p:nvPr/>
        </p:nvSpPr>
        <p:spPr bwMode="auto">
          <a:xfrm>
            <a:off x="1701800" y="2640013"/>
            <a:ext cx="128588" cy="128587"/>
          </a:xfrm>
          <a:prstGeom prst="rect">
            <a:avLst/>
          </a:prstGeom>
          <a:solidFill>
            <a:srgbClr val="6481D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16" name="Rectangle 122">
            <a:extLst>
              <a:ext uri="{FF2B5EF4-FFF2-40B4-BE49-F238E27FC236}">
                <a16:creationId xmlns:a16="http://schemas.microsoft.com/office/drawing/2014/main" id="{93DC1902-501D-D48A-542E-46A415206752}"/>
              </a:ext>
            </a:extLst>
          </p:cNvPr>
          <p:cNvSpPr>
            <a:spLocks noChangeArrowheads="1"/>
          </p:cNvSpPr>
          <p:nvPr/>
        </p:nvSpPr>
        <p:spPr bwMode="auto">
          <a:xfrm>
            <a:off x="1830388" y="2640013"/>
            <a:ext cx="128587" cy="128587"/>
          </a:xfrm>
          <a:prstGeom prst="rect">
            <a:avLst/>
          </a:prstGeom>
          <a:solidFill>
            <a:srgbClr val="6481D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17" name="Rectangle 124">
            <a:extLst>
              <a:ext uri="{FF2B5EF4-FFF2-40B4-BE49-F238E27FC236}">
                <a16:creationId xmlns:a16="http://schemas.microsoft.com/office/drawing/2014/main" id="{A9F576FF-EC6B-5CD3-01EA-A41A3BBE86D0}"/>
              </a:ext>
            </a:extLst>
          </p:cNvPr>
          <p:cNvSpPr>
            <a:spLocks noChangeArrowheads="1"/>
          </p:cNvSpPr>
          <p:nvPr/>
        </p:nvSpPr>
        <p:spPr bwMode="auto">
          <a:xfrm>
            <a:off x="930275" y="2768600"/>
            <a:ext cx="128588" cy="128588"/>
          </a:xfrm>
          <a:prstGeom prst="rect">
            <a:avLst/>
          </a:prstGeom>
          <a:solidFill>
            <a:srgbClr val="6481D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18" name="Rectangle 125">
            <a:extLst>
              <a:ext uri="{FF2B5EF4-FFF2-40B4-BE49-F238E27FC236}">
                <a16:creationId xmlns:a16="http://schemas.microsoft.com/office/drawing/2014/main" id="{2B12228E-8845-6A02-0849-1BE19EF9D360}"/>
              </a:ext>
            </a:extLst>
          </p:cNvPr>
          <p:cNvSpPr>
            <a:spLocks noChangeArrowheads="1"/>
          </p:cNvSpPr>
          <p:nvPr/>
        </p:nvSpPr>
        <p:spPr bwMode="auto">
          <a:xfrm>
            <a:off x="1058863" y="2768600"/>
            <a:ext cx="128587" cy="128588"/>
          </a:xfrm>
          <a:prstGeom prst="rect">
            <a:avLst/>
          </a:prstGeom>
          <a:solidFill>
            <a:srgbClr val="D4CD4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19" name="Rectangle 126">
            <a:extLst>
              <a:ext uri="{FF2B5EF4-FFF2-40B4-BE49-F238E27FC236}">
                <a16:creationId xmlns:a16="http://schemas.microsoft.com/office/drawing/2014/main" id="{D0E0D757-38EB-662A-CBFA-AF117A5381DE}"/>
              </a:ext>
            </a:extLst>
          </p:cNvPr>
          <p:cNvSpPr>
            <a:spLocks noChangeArrowheads="1"/>
          </p:cNvSpPr>
          <p:nvPr/>
        </p:nvSpPr>
        <p:spPr bwMode="auto">
          <a:xfrm>
            <a:off x="1187450" y="2768600"/>
            <a:ext cx="128588" cy="128588"/>
          </a:xfrm>
          <a:prstGeom prst="rect">
            <a:avLst/>
          </a:prstGeom>
          <a:solidFill>
            <a:srgbClr val="D4CD4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20" name="Rectangle 127">
            <a:extLst>
              <a:ext uri="{FF2B5EF4-FFF2-40B4-BE49-F238E27FC236}">
                <a16:creationId xmlns:a16="http://schemas.microsoft.com/office/drawing/2014/main" id="{2F5E0F91-F39B-785D-3220-F65A0DE15982}"/>
              </a:ext>
            </a:extLst>
          </p:cNvPr>
          <p:cNvSpPr>
            <a:spLocks noChangeArrowheads="1"/>
          </p:cNvSpPr>
          <p:nvPr/>
        </p:nvSpPr>
        <p:spPr bwMode="auto">
          <a:xfrm>
            <a:off x="1316038" y="2768600"/>
            <a:ext cx="128587" cy="128588"/>
          </a:xfrm>
          <a:prstGeom prst="rect">
            <a:avLst/>
          </a:prstGeom>
          <a:solidFill>
            <a:srgbClr val="D4CD4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21" name="Rectangle 128">
            <a:extLst>
              <a:ext uri="{FF2B5EF4-FFF2-40B4-BE49-F238E27FC236}">
                <a16:creationId xmlns:a16="http://schemas.microsoft.com/office/drawing/2014/main" id="{9280C99F-0803-DF63-643C-015536936B3C}"/>
              </a:ext>
            </a:extLst>
          </p:cNvPr>
          <p:cNvSpPr>
            <a:spLocks noChangeArrowheads="1"/>
          </p:cNvSpPr>
          <p:nvPr/>
        </p:nvSpPr>
        <p:spPr bwMode="auto">
          <a:xfrm>
            <a:off x="1444625" y="2768600"/>
            <a:ext cx="128588" cy="128588"/>
          </a:xfrm>
          <a:prstGeom prst="rect">
            <a:avLst/>
          </a:prstGeom>
          <a:solidFill>
            <a:srgbClr val="AB44D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22" name="Rectangle 129">
            <a:extLst>
              <a:ext uri="{FF2B5EF4-FFF2-40B4-BE49-F238E27FC236}">
                <a16:creationId xmlns:a16="http://schemas.microsoft.com/office/drawing/2014/main" id="{65255A5C-BD89-EDBD-C051-8516D51680E1}"/>
              </a:ext>
            </a:extLst>
          </p:cNvPr>
          <p:cNvSpPr>
            <a:spLocks noChangeArrowheads="1"/>
          </p:cNvSpPr>
          <p:nvPr/>
        </p:nvSpPr>
        <p:spPr bwMode="auto">
          <a:xfrm>
            <a:off x="1573213" y="2768600"/>
            <a:ext cx="128587" cy="128588"/>
          </a:xfrm>
          <a:prstGeom prst="rect">
            <a:avLst/>
          </a:prstGeom>
          <a:solidFill>
            <a:srgbClr val="AB44D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23" name="Rectangle 130">
            <a:extLst>
              <a:ext uri="{FF2B5EF4-FFF2-40B4-BE49-F238E27FC236}">
                <a16:creationId xmlns:a16="http://schemas.microsoft.com/office/drawing/2014/main" id="{1F0EEF0F-A50C-5E5B-4890-8A81726A1742}"/>
              </a:ext>
            </a:extLst>
          </p:cNvPr>
          <p:cNvSpPr>
            <a:spLocks noChangeArrowheads="1"/>
          </p:cNvSpPr>
          <p:nvPr/>
        </p:nvSpPr>
        <p:spPr bwMode="auto">
          <a:xfrm>
            <a:off x="1701800" y="2768600"/>
            <a:ext cx="128588" cy="128588"/>
          </a:xfrm>
          <a:prstGeom prst="rect">
            <a:avLst/>
          </a:prstGeom>
          <a:solidFill>
            <a:srgbClr val="AB44D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24" name="Rectangle 131">
            <a:extLst>
              <a:ext uri="{FF2B5EF4-FFF2-40B4-BE49-F238E27FC236}">
                <a16:creationId xmlns:a16="http://schemas.microsoft.com/office/drawing/2014/main" id="{93D6ADFF-4A04-6331-843E-D3993E71D100}"/>
              </a:ext>
            </a:extLst>
          </p:cNvPr>
          <p:cNvSpPr>
            <a:spLocks noChangeArrowheads="1"/>
          </p:cNvSpPr>
          <p:nvPr/>
        </p:nvSpPr>
        <p:spPr bwMode="auto">
          <a:xfrm>
            <a:off x="1830388" y="2768600"/>
            <a:ext cx="128587" cy="128588"/>
          </a:xfrm>
          <a:prstGeom prst="rect">
            <a:avLst/>
          </a:prstGeom>
          <a:solidFill>
            <a:srgbClr val="40BA6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25" name="Rectangle 133">
            <a:extLst>
              <a:ext uri="{FF2B5EF4-FFF2-40B4-BE49-F238E27FC236}">
                <a16:creationId xmlns:a16="http://schemas.microsoft.com/office/drawing/2014/main" id="{DE5C8EB9-DF76-F24A-8C80-F48C2AB9F77F}"/>
              </a:ext>
            </a:extLst>
          </p:cNvPr>
          <p:cNvSpPr>
            <a:spLocks noChangeArrowheads="1"/>
          </p:cNvSpPr>
          <p:nvPr/>
        </p:nvSpPr>
        <p:spPr bwMode="auto">
          <a:xfrm>
            <a:off x="930275" y="2897188"/>
            <a:ext cx="128588" cy="128587"/>
          </a:xfrm>
          <a:prstGeom prst="rect">
            <a:avLst/>
          </a:prstGeom>
          <a:solidFill>
            <a:srgbClr val="40BA6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26" name="Rectangle 134">
            <a:extLst>
              <a:ext uri="{FF2B5EF4-FFF2-40B4-BE49-F238E27FC236}">
                <a16:creationId xmlns:a16="http://schemas.microsoft.com/office/drawing/2014/main" id="{F8349D39-619F-BA0E-C8C7-41B8E978DD53}"/>
              </a:ext>
            </a:extLst>
          </p:cNvPr>
          <p:cNvSpPr>
            <a:spLocks noChangeArrowheads="1"/>
          </p:cNvSpPr>
          <p:nvPr/>
        </p:nvSpPr>
        <p:spPr bwMode="auto">
          <a:xfrm>
            <a:off x="1058863" y="2897188"/>
            <a:ext cx="128587" cy="128587"/>
          </a:xfrm>
          <a:prstGeom prst="rect">
            <a:avLst/>
          </a:prstGeom>
          <a:solidFill>
            <a:srgbClr val="EB2525"/>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27" name="Rectangle 135">
            <a:extLst>
              <a:ext uri="{FF2B5EF4-FFF2-40B4-BE49-F238E27FC236}">
                <a16:creationId xmlns:a16="http://schemas.microsoft.com/office/drawing/2014/main" id="{16DE9801-A666-66B9-39FC-AEE728E1988D}"/>
              </a:ext>
            </a:extLst>
          </p:cNvPr>
          <p:cNvSpPr>
            <a:spLocks noChangeArrowheads="1"/>
          </p:cNvSpPr>
          <p:nvPr/>
        </p:nvSpPr>
        <p:spPr bwMode="auto">
          <a:xfrm>
            <a:off x="1187450" y="2897188"/>
            <a:ext cx="128588" cy="128587"/>
          </a:xfrm>
          <a:prstGeom prst="rect">
            <a:avLst/>
          </a:prstGeom>
          <a:solidFill>
            <a:srgbClr val="EB2525"/>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28" name="Rectangle 136">
            <a:extLst>
              <a:ext uri="{FF2B5EF4-FFF2-40B4-BE49-F238E27FC236}">
                <a16:creationId xmlns:a16="http://schemas.microsoft.com/office/drawing/2014/main" id="{7071DC69-C6C6-0C7F-3279-BF067E50EB90}"/>
              </a:ext>
            </a:extLst>
          </p:cNvPr>
          <p:cNvSpPr>
            <a:spLocks noChangeArrowheads="1"/>
          </p:cNvSpPr>
          <p:nvPr/>
        </p:nvSpPr>
        <p:spPr bwMode="auto">
          <a:xfrm>
            <a:off x="1316038" y="2897188"/>
            <a:ext cx="128587" cy="128587"/>
          </a:xfrm>
          <a:prstGeom prst="rect">
            <a:avLst/>
          </a:prstGeom>
          <a:solidFill>
            <a:srgbClr val="EB2525"/>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29" name="Rectangle 137">
            <a:extLst>
              <a:ext uri="{FF2B5EF4-FFF2-40B4-BE49-F238E27FC236}">
                <a16:creationId xmlns:a16="http://schemas.microsoft.com/office/drawing/2014/main" id="{1D8512E9-004B-6409-ED58-391D6A57DCDC}"/>
              </a:ext>
            </a:extLst>
          </p:cNvPr>
          <p:cNvSpPr>
            <a:spLocks noChangeArrowheads="1"/>
          </p:cNvSpPr>
          <p:nvPr/>
        </p:nvSpPr>
        <p:spPr bwMode="auto">
          <a:xfrm>
            <a:off x="1444625" y="2897188"/>
            <a:ext cx="128588" cy="128587"/>
          </a:xfrm>
          <a:prstGeom prst="rect">
            <a:avLst/>
          </a:prstGeom>
          <a:solidFill>
            <a:srgbClr val="6481D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30" name="Rectangle 138">
            <a:extLst>
              <a:ext uri="{FF2B5EF4-FFF2-40B4-BE49-F238E27FC236}">
                <a16:creationId xmlns:a16="http://schemas.microsoft.com/office/drawing/2014/main" id="{3E44B395-072E-3E34-D722-2EB15702F380}"/>
              </a:ext>
            </a:extLst>
          </p:cNvPr>
          <p:cNvSpPr>
            <a:spLocks noChangeArrowheads="1"/>
          </p:cNvSpPr>
          <p:nvPr/>
        </p:nvSpPr>
        <p:spPr bwMode="auto">
          <a:xfrm>
            <a:off x="1573213" y="2897188"/>
            <a:ext cx="128587" cy="128587"/>
          </a:xfrm>
          <a:prstGeom prst="rect">
            <a:avLst/>
          </a:prstGeom>
          <a:solidFill>
            <a:srgbClr val="6481DC"/>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31" name="Rectangle 139">
            <a:extLst>
              <a:ext uri="{FF2B5EF4-FFF2-40B4-BE49-F238E27FC236}">
                <a16:creationId xmlns:a16="http://schemas.microsoft.com/office/drawing/2014/main" id="{CDD81C31-B5D3-E014-88E9-AC9620C85EC2}"/>
              </a:ext>
            </a:extLst>
          </p:cNvPr>
          <p:cNvSpPr>
            <a:spLocks noChangeArrowheads="1"/>
          </p:cNvSpPr>
          <p:nvPr/>
        </p:nvSpPr>
        <p:spPr bwMode="auto">
          <a:xfrm>
            <a:off x="1701800" y="2897188"/>
            <a:ext cx="128588" cy="128587"/>
          </a:xfrm>
          <a:prstGeom prst="rect">
            <a:avLst/>
          </a:prstGeom>
          <a:solidFill>
            <a:srgbClr val="D4CD4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32" name="Rectangle 140">
            <a:extLst>
              <a:ext uri="{FF2B5EF4-FFF2-40B4-BE49-F238E27FC236}">
                <a16:creationId xmlns:a16="http://schemas.microsoft.com/office/drawing/2014/main" id="{D177D2E6-7545-24A7-DC19-6E06CF196A8F}"/>
              </a:ext>
            </a:extLst>
          </p:cNvPr>
          <p:cNvSpPr>
            <a:spLocks noChangeArrowheads="1"/>
          </p:cNvSpPr>
          <p:nvPr/>
        </p:nvSpPr>
        <p:spPr bwMode="auto">
          <a:xfrm>
            <a:off x="1830388" y="2897188"/>
            <a:ext cx="128587" cy="128587"/>
          </a:xfrm>
          <a:prstGeom prst="rect">
            <a:avLst/>
          </a:prstGeom>
          <a:solidFill>
            <a:srgbClr val="D4CD4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7693" name="Rectangle 141">
            <a:extLst>
              <a:ext uri="{FF2B5EF4-FFF2-40B4-BE49-F238E27FC236}">
                <a16:creationId xmlns:a16="http://schemas.microsoft.com/office/drawing/2014/main" id="{D2208965-6DD6-03E5-8FA6-7D7CE3DA34B4}"/>
              </a:ext>
            </a:extLst>
          </p:cNvPr>
          <p:cNvSpPr>
            <a:spLocks noChangeArrowheads="1"/>
          </p:cNvSpPr>
          <p:nvPr/>
        </p:nvSpPr>
        <p:spPr bwMode="auto">
          <a:xfrm>
            <a:off x="579438" y="1997075"/>
            <a:ext cx="128587" cy="128588"/>
          </a:xfrm>
          <a:prstGeom prst="rect">
            <a:avLst/>
          </a:prstGeom>
          <a:solidFill>
            <a:srgbClr val="EB2525"/>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7694" name="Rectangle 142">
            <a:extLst>
              <a:ext uri="{FF2B5EF4-FFF2-40B4-BE49-F238E27FC236}">
                <a16:creationId xmlns:a16="http://schemas.microsoft.com/office/drawing/2014/main" id="{771E6E50-FA59-2F74-BEA4-79A45FDE51EB}"/>
              </a:ext>
            </a:extLst>
          </p:cNvPr>
          <p:cNvSpPr>
            <a:spLocks noChangeArrowheads="1"/>
          </p:cNvSpPr>
          <p:nvPr/>
        </p:nvSpPr>
        <p:spPr bwMode="auto">
          <a:xfrm>
            <a:off x="1828800" y="2897188"/>
            <a:ext cx="128588" cy="128587"/>
          </a:xfrm>
          <a:prstGeom prst="rect">
            <a:avLst/>
          </a:prstGeom>
          <a:solidFill>
            <a:srgbClr val="D4CD44"/>
          </a:solidFill>
          <a:ln>
            <a:noFill/>
          </a:ln>
          <a:effectLst/>
          <a:extLst>
            <a:ext uri="{91240B29-F687-4F45-9708-019B960494DF}">
              <a14:hiddenLine xmlns:a14="http://schemas.microsoft.com/office/drawing/2010/main" w="6350" algn="ctr">
                <a:solidFill>
                  <a:srgbClr val="000000"/>
                </a:solidFill>
                <a:miter lim="800000"/>
                <a:headEnd/>
                <a:tailEnd/>
              </a14:hiddenLine>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35" name="Line 144">
            <a:extLst>
              <a:ext uri="{FF2B5EF4-FFF2-40B4-BE49-F238E27FC236}">
                <a16:creationId xmlns:a16="http://schemas.microsoft.com/office/drawing/2014/main" id="{5C432AF0-F642-A2BE-57C0-2AC739FC5971}"/>
              </a:ext>
            </a:extLst>
          </p:cNvPr>
          <p:cNvSpPr>
            <a:spLocks noChangeShapeType="1"/>
          </p:cNvSpPr>
          <p:nvPr/>
        </p:nvSpPr>
        <p:spPr bwMode="auto">
          <a:xfrm>
            <a:off x="1057275" y="1998663"/>
            <a:ext cx="0" cy="1019175"/>
          </a:xfrm>
          <a:prstGeom prst="line">
            <a:avLst/>
          </a:prstGeom>
          <a:noFill/>
          <a:ln w="6350">
            <a:solidFill>
              <a:srgbClr val="0000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36" name="Line 145">
            <a:extLst>
              <a:ext uri="{FF2B5EF4-FFF2-40B4-BE49-F238E27FC236}">
                <a16:creationId xmlns:a16="http://schemas.microsoft.com/office/drawing/2014/main" id="{5BCD0588-D45B-CAB7-7942-C124F1E8C5FA}"/>
              </a:ext>
            </a:extLst>
          </p:cNvPr>
          <p:cNvSpPr>
            <a:spLocks noChangeShapeType="1"/>
          </p:cNvSpPr>
          <p:nvPr/>
        </p:nvSpPr>
        <p:spPr bwMode="auto">
          <a:xfrm>
            <a:off x="1185863" y="1998663"/>
            <a:ext cx="0" cy="1019175"/>
          </a:xfrm>
          <a:prstGeom prst="line">
            <a:avLst/>
          </a:prstGeom>
          <a:noFill/>
          <a:ln w="6350">
            <a:solidFill>
              <a:srgbClr val="0000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37" name="Line 146">
            <a:extLst>
              <a:ext uri="{FF2B5EF4-FFF2-40B4-BE49-F238E27FC236}">
                <a16:creationId xmlns:a16="http://schemas.microsoft.com/office/drawing/2014/main" id="{7E4ECA63-3035-CAA2-5250-7CD9972C13BB}"/>
              </a:ext>
            </a:extLst>
          </p:cNvPr>
          <p:cNvSpPr>
            <a:spLocks noChangeShapeType="1"/>
          </p:cNvSpPr>
          <p:nvPr/>
        </p:nvSpPr>
        <p:spPr bwMode="auto">
          <a:xfrm>
            <a:off x="1314450" y="1998663"/>
            <a:ext cx="0" cy="1019175"/>
          </a:xfrm>
          <a:prstGeom prst="line">
            <a:avLst/>
          </a:prstGeom>
          <a:noFill/>
          <a:ln w="6350">
            <a:solidFill>
              <a:srgbClr val="0000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38" name="Line 147">
            <a:extLst>
              <a:ext uri="{FF2B5EF4-FFF2-40B4-BE49-F238E27FC236}">
                <a16:creationId xmlns:a16="http://schemas.microsoft.com/office/drawing/2014/main" id="{91BDC470-691F-6D8B-3576-13F1D9CA8700}"/>
              </a:ext>
            </a:extLst>
          </p:cNvPr>
          <p:cNvSpPr>
            <a:spLocks noChangeShapeType="1"/>
          </p:cNvSpPr>
          <p:nvPr/>
        </p:nvSpPr>
        <p:spPr bwMode="auto">
          <a:xfrm>
            <a:off x="1443038" y="1998663"/>
            <a:ext cx="0" cy="1019175"/>
          </a:xfrm>
          <a:prstGeom prst="line">
            <a:avLst/>
          </a:prstGeom>
          <a:noFill/>
          <a:ln w="6350">
            <a:solidFill>
              <a:srgbClr val="0000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39" name="Line 148">
            <a:extLst>
              <a:ext uri="{FF2B5EF4-FFF2-40B4-BE49-F238E27FC236}">
                <a16:creationId xmlns:a16="http://schemas.microsoft.com/office/drawing/2014/main" id="{75C01107-2894-AEA8-A450-379145532735}"/>
              </a:ext>
            </a:extLst>
          </p:cNvPr>
          <p:cNvSpPr>
            <a:spLocks noChangeShapeType="1"/>
          </p:cNvSpPr>
          <p:nvPr/>
        </p:nvSpPr>
        <p:spPr bwMode="auto">
          <a:xfrm>
            <a:off x="1571625" y="1998663"/>
            <a:ext cx="0" cy="1019175"/>
          </a:xfrm>
          <a:prstGeom prst="line">
            <a:avLst/>
          </a:prstGeom>
          <a:noFill/>
          <a:ln w="6350">
            <a:solidFill>
              <a:srgbClr val="0000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40" name="Line 149">
            <a:extLst>
              <a:ext uri="{FF2B5EF4-FFF2-40B4-BE49-F238E27FC236}">
                <a16:creationId xmlns:a16="http://schemas.microsoft.com/office/drawing/2014/main" id="{063002AC-BD3B-4187-8B0D-3FFCEE4BA0B2}"/>
              </a:ext>
            </a:extLst>
          </p:cNvPr>
          <p:cNvSpPr>
            <a:spLocks noChangeShapeType="1"/>
          </p:cNvSpPr>
          <p:nvPr/>
        </p:nvSpPr>
        <p:spPr bwMode="auto">
          <a:xfrm>
            <a:off x="1700213" y="1998663"/>
            <a:ext cx="0" cy="1019175"/>
          </a:xfrm>
          <a:prstGeom prst="line">
            <a:avLst/>
          </a:prstGeom>
          <a:noFill/>
          <a:ln w="6350">
            <a:solidFill>
              <a:srgbClr val="0000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41" name="Line 150">
            <a:extLst>
              <a:ext uri="{FF2B5EF4-FFF2-40B4-BE49-F238E27FC236}">
                <a16:creationId xmlns:a16="http://schemas.microsoft.com/office/drawing/2014/main" id="{3A2C3D9B-4415-8B2D-F3E1-7FD5E5DF44E2}"/>
              </a:ext>
            </a:extLst>
          </p:cNvPr>
          <p:cNvSpPr>
            <a:spLocks noChangeShapeType="1"/>
          </p:cNvSpPr>
          <p:nvPr/>
        </p:nvSpPr>
        <p:spPr bwMode="auto">
          <a:xfrm>
            <a:off x="1828800" y="1998663"/>
            <a:ext cx="0" cy="1019175"/>
          </a:xfrm>
          <a:prstGeom prst="line">
            <a:avLst/>
          </a:prstGeom>
          <a:noFill/>
          <a:ln w="6350">
            <a:solidFill>
              <a:srgbClr val="0000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42" name="Line 151">
            <a:extLst>
              <a:ext uri="{FF2B5EF4-FFF2-40B4-BE49-F238E27FC236}">
                <a16:creationId xmlns:a16="http://schemas.microsoft.com/office/drawing/2014/main" id="{E61017F8-4958-6E15-79D5-603A06ADD4AF}"/>
              </a:ext>
            </a:extLst>
          </p:cNvPr>
          <p:cNvSpPr>
            <a:spLocks noChangeShapeType="1"/>
          </p:cNvSpPr>
          <p:nvPr/>
        </p:nvSpPr>
        <p:spPr bwMode="auto">
          <a:xfrm rot="-5400000">
            <a:off x="1439863" y="2387600"/>
            <a:ext cx="0" cy="1019175"/>
          </a:xfrm>
          <a:prstGeom prst="line">
            <a:avLst/>
          </a:prstGeom>
          <a:noFill/>
          <a:ln w="6350">
            <a:solidFill>
              <a:srgbClr val="0000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43" name="Line 152">
            <a:extLst>
              <a:ext uri="{FF2B5EF4-FFF2-40B4-BE49-F238E27FC236}">
                <a16:creationId xmlns:a16="http://schemas.microsoft.com/office/drawing/2014/main" id="{5211C942-FD19-C813-B18F-AD26F073DD74}"/>
              </a:ext>
            </a:extLst>
          </p:cNvPr>
          <p:cNvSpPr>
            <a:spLocks noChangeShapeType="1"/>
          </p:cNvSpPr>
          <p:nvPr/>
        </p:nvSpPr>
        <p:spPr bwMode="auto">
          <a:xfrm rot="-5400000">
            <a:off x="1439863" y="2259012"/>
            <a:ext cx="0" cy="1019175"/>
          </a:xfrm>
          <a:prstGeom prst="line">
            <a:avLst/>
          </a:prstGeom>
          <a:noFill/>
          <a:ln w="6350">
            <a:solidFill>
              <a:srgbClr val="0000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44" name="Line 153">
            <a:extLst>
              <a:ext uri="{FF2B5EF4-FFF2-40B4-BE49-F238E27FC236}">
                <a16:creationId xmlns:a16="http://schemas.microsoft.com/office/drawing/2014/main" id="{84659D3E-4067-4EAE-F3BA-280F2329610F}"/>
              </a:ext>
            </a:extLst>
          </p:cNvPr>
          <p:cNvSpPr>
            <a:spLocks noChangeShapeType="1"/>
          </p:cNvSpPr>
          <p:nvPr/>
        </p:nvSpPr>
        <p:spPr bwMode="auto">
          <a:xfrm rot="-5400000">
            <a:off x="1439863" y="2130425"/>
            <a:ext cx="0" cy="1019175"/>
          </a:xfrm>
          <a:prstGeom prst="line">
            <a:avLst/>
          </a:prstGeom>
          <a:noFill/>
          <a:ln w="6350">
            <a:solidFill>
              <a:srgbClr val="0000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45" name="Line 154">
            <a:extLst>
              <a:ext uri="{FF2B5EF4-FFF2-40B4-BE49-F238E27FC236}">
                <a16:creationId xmlns:a16="http://schemas.microsoft.com/office/drawing/2014/main" id="{F2D4DE89-956D-FB24-83BE-A134493C4EBA}"/>
              </a:ext>
            </a:extLst>
          </p:cNvPr>
          <p:cNvSpPr>
            <a:spLocks noChangeShapeType="1"/>
          </p:cNvSpPr>
          <p:nvPr/>
        </p:nvSpPr>
        <p:spPr bwMode="auto">
          <a:xfrm rot="-5400000">
            <a:off x="1439863" y="2001837"/>
            <a:ext cx="0" cy="1019175"/>
          </a:xfrm>
          <a:prstGeom prst="line">
            <a:avLst/>
          </a:prstGeom>
          <a:noFill/>
          <a:ln w="6350">
            <a:solidFill>
              <a:srgbClr val="0000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46" name="Line 155">
            <a:extLst>
              <a:ext uri="{FF2B5EF4-FFF2-40B4-BE49-F238E27FC236}">
                <a16:creationId xmlns:a16="http://schemas.microsoft.com/office/drawing/2014/main" id="{0CB1EF2A-A367-0236-3E05-795006EB6277}"/>
              </a:ext>
            </a:extLst>
          </p:cNvPr>
          <p:cNvSpPr>
            <a:spLocks noChangeShapeType="1"/>
          </p:cNvSpPr>
          <p:nvPr/>
        </p:nvSpPr>
        <p:spPr bwMode="auto">
          <a:xfrm rot="-5400000">
            <a:off x="1439863" y="1873250"/>
            <a:ext cx="0" cy="1019175"/>
          </a:xfrm>
          <a:prstGeom prst="line">
            <a:avLst/>
          </a:prstGeom>
          <a:noFill/>
          <a:ln w="6350">
            <a:solidFill>
              <a:srgbClr val="0000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47" name="Line 156">
            <a:extLst>
              <a:ext uri="{FF2B5EF4-FFF2-40B4-BE49-F238E27FC236}">
                <a16:creationId xmlns:a16="http://schemas.microsoft.com/office/drawing/2014/main" id="{FA0013C6-9F43-1D27-3015-10AFFF405380}"/>
              </a:ext>
            </a:extLst>
          </p:cNvPr>
          <p:cNvSpPr>
            <a:spLocks noChangeShapeType="1"/>
          </p:cNvSpPr>
          <p:nvPr/>
        </p:nvSpPr>
        <p:spPr bwMode="auto">
          <a:xfrm rot="-5400000">
            <a:off x="1439863" y="1744662"/>
            <a:ext cx="0" cy="1019175"/>
          </a:xfrm>
          <a:prstGeom prst="line">
            <a:avLst/>
          </a:prstGeom>
          <a:noFill/>
          <a:ln w="6350">
            <a:solidFill>
              <a:srgbClr val="0000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48" name="Line 157">
            <a:extLst>
              <a:ext uri="{FF2B5EF4-FFF2-40B4-BE49-F238E27FC236}">
                <a16:creationId xmlns:a16="http://schemas.microsoft.com/office/drawing/2014/main" id="{EAB5DA19-B341-5E83-734A-9C93106B2911}"/>
              </a:ext>
            </a:extLst>
          </p:cNvPr>
          <p:cNvSpPr>
            <a:spLocks noChangeShapeType="1"/>
          </p:cNvSpPr>
          <p:nvPr/>
        </p:nvSpPr>
        <p:spPr bwMode="auto">
          <a:xfrm rot="-5400000">
            <a:off x="1439863" y="1616075"/>
            <a:ext cx="0" cy="1019175"/>
          </a:xfrm>
          <a:prstGeom prst="line">
            <a:avLst/>
          </a:prstGeom>
          <a:noFill/>
          <a:ln w="6350">
            <a:solidFill>
              <a:srgbClr val="0000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49" name="Rectangle 158">
            <a:extLst>
              <a:ext uri="{FF2B5EF4-FFF2-40B4-BE49-F238E27FC236}">
                <a16:creationId xmlns:a16="http://schemas.microsoft.com/office/drawing/2014/main" id="{5608BC70-6AD2-766C-9C23-5533B84610F3}"/>
              </a:ext>
            </a:extLst>
          </p:cNvPr>
          <p:cNvSpPr>
            <a:spLocks noChangeArrowheads="1"/>
          </p:cNvSpPr>
          <p:nvPr/>
        </p:nvSpPr>
        <p:spPr bwMode="auto">
          <a:xfrm>
            <a:off x="930275" y="1998663"/>
            <a:ext cx="1027113" cy="1027112"/>
          </a:xfrm>
          <a:prstGeom prst="rect">
            <a:avLst/>
          </a:prstGeom>
          <a:noFill/>
          <a:ln w="6350" algn="ctr">
            <a:solidFill>
              <a:srgbClr val="000000"/>
            </a:solidFill>
            <a:miter lim="800000"/>
            <a:headEnd/>
            <a:tailEnd/>
          </a:ln>
          <a:effectLst/>
          <a:extLst>
            <a:ext uri="{909E8E84-426E-40DD-AFC4-6F175D3DCCD1}">
              <a14:hiddenFill xmlns:a14="http://schemas.microsoft.com/office/drawing/2010/main">
                <a:solidFill>
                  <a:srgbClr val="EB2525"/>
                </a:solidFill>
              </a14:hiddenFill>
            </a:ex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50" name="Text Box 159">
            <a:extLst>
              <a:ext uri="{FF2B5EF4-FFF2-40B4-BE49-F238E27FC236}">
                <a16:creationId xmlns:a16="http://schemas.microsoft.com/office/drawing/2014/main" id="{0FBDE645-DCD0-4DEA-362F-3C7CF6D366BC}"/>
              </a:ext>
            </a:extLst>
          </p:cNvPr>
          <p:cNvSpPr txBox="1">
            <a:spLocks noChangeArrowheads="1"/>
          </p:cNvSpPr>
          <p:nvPr/>
        </p:nvSpPr>
        <p:spPr bwMode="auto">
          <a:xfrm>
            <a:off x="739775" y="1500188"/>
            <a:ext cx="746125" cy="16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lIns="0" tIns="0" rIns="0" bIns="0">
            <a:spAutoFit/>
          </a:bodyPr>
          <a:lstStyle>
            <a:lvl1pPr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ctr" defTabSz="941388" rtl="0" eaLnBrk="1" fontAlgn="base" latinLnBrk="0" hangingPunct="1">
              <a:lnSpc>
                <a:spcPct val="90000"/>
              </a:lnSpc>
              <a:spcBef>
                <a:spcPct val="50000"/>
              </a:spcBef>
              <a:spcAft>
                <a:spcPct val="0"/>
              </a:spcAft>
              <a:buClrTx/>
              <a:buSzTx/>
              <a:buFontTx/>
              <a:buNone/>
              <a:tabLst/>
              <a:defRPr/>
            </a:pPr>
            <a:r>
              <a:rPr kumimoji="0" lang="en-US" altLang="en-US" sz="1200" b="0" i="1" u="none" strike="noStrike" kern="1200" cap="none" spc="0" normalizeH="0" baseline="0" noProof="0">
                <a:ln>
                  <a:noFill/>
                </a:ln>
                <a:solidFill>
                  <a:prstClr val="black"/>
                </a:solidFill>
                <a:effectLst/>
                <a:uLnTx/>
                <a:uFillTx/>
                <a:latin typeface="Verdana" panose="020B0604030504040204" pitchFamily="34" charset="0"/>
                <a:ea typeface="+mn-ea"/>
                <a:cs typeface="Arial" panose="020B0604020202020204" pitchFamily="34" charset="0"/>
              </a:rPr>
              <a:t>New Data</a:t>
            </a:r>
          </a:p>
        </p:txBody>
      </p:sp>
      <p:sp>
        <p:nvSpPr>
          <p:cNvPr id="25751" name="Text Box 160">
            <a:extLst>
              <a:ext uri="{FF2B5EF4-FFF2-40B4-BE49-F238E27FC236}">
                <a16:creationId xmlns:a16="http://schemas.microsoft.com/office/drawing/2014/main" id="{0DC7CC7E-CCA9-22FF-0609-D59C4C06C375}"/>
              </a:ext>
            </a:extLst>
          </p:cNvPr>
          <p:cNvSpPr txBox="1">
            <a:spLocks noChangeArrowheads="1"/>
          </p:cNvSpPr>
          <p:nvPr/>
        </p:nvSpPr>
        <p:spPr bwMode="auto">
          <a:xfrm>
            <a:off x="1216025" y="3376613"/>
            <a:ext cx="903288" cy="16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lIns="0" tIns="0" rIns="0" bIns="0">
            <a:spAutoFit/>
          </a:bodyPr>
          <a:lstStyle>
            <a:lvl1pPr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ctr" defTabSz="941388" rtl="0" eaLnBrk="1" fontAlgn="base" latinLnBrk="0" hangingPunct="1">
              <a:lnSpc>
                <a:spcPct val="90000"/>
              </a:lnSpc>
              <a:spcBef>
                <a:spcPct val="50000"/>
              </a:spcBef>
              <a:spcAft>
                <a:spcPct val="0"/>
              </a:spcAft>
              <a:buClrTx/>
              <a:buSzTx/>
              <a:buFontTx/>
              <a:buNone/>
              <a:tabLst/>
              <a:defRPr/>
            </a:pPr>
            <a:r>
              <a:rPr kumimoji="0" lang="en-US" altLang="en-US" sz="1200" b="0" i="1" u="none" strike="noStrike" kern="1200" cap="none" spc="0" normalizeH="0" baseline="0" noProof="0">
                <a:ln>
                  <a:noFill/>
                </a:ln>
                <a:solidFill>
                  <a:prstClr val="black"/>
                </a:solidFill>
                <a:effectLst/>
                <a:uLnTx/>
                <a:uFillTx/>
                <a:latin typeface="Verdana" panose="020B0604030504040204" pitchFamily="34" charset="0"/>
                <a:ea typeface="+mn-ea"/>
                <a:cs typeface="Arial" panose="020B0604020202020204" pitchFamily="34" charset="0"/>
              </a:rPr>
              <a:t>Oldest Data</a:t>
            </a:r>
          </a:p>
        </p:txBody>
      </p:sp>
      <p:sp>
        <p:nvSpPr>
          <p:cNvPr id="25752" name="Line 161">
            <a:extLst>
              <a:ext uri="{FF2B5EF4-FFF2-40B4-BE49-F238E27FC236}">
                <a16:creationId xmlns:a16="http://schemas.microsoft.com/office/drawing/2014/main" id="{70E0F2D9-1A59-5941-471D-D3552ACE2804}"/>
              </a:ext>
            </a:extLst>
          </p:cNvPr>
          <p:cNvSpPr>
            <a:spLocks noChangeShapeType="1"/>
          </p:cNvSpPr>
          <p:nvPr/>
        </p:nvSpPr>
        <p:spPr bwMode="auto">
          <a:xfrm flipV="1">
            <a:off x="1765300" y="3017838"/>
            <a:ext cx="112713" cy="330200"/>
          </a:xfrm>
          <a:prstGeom prst="line">
            <a:avLst/>
          </a:prstGeom>
          <a:noFill/>
          <a:ln w="6350">
            <a:solidFill>
              <a:schemeClr val="tx1"/>
            </a:solidFill>
            <a:prstDash val="dash"/>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53" name="Line 162">
            <a:extLst>
              <a:ext uri="{FF2B5EF4-FFF2-40B4-BE49-F238E27FC236}">
                <a16:creationId xmlns:a16="http://schemas.microsoft.com/office/drawing/2014/main" id="{85991D49-5009-4E3F-8D7C-2B46583F887E}"/>
              </a:ext>
            </a:extLst>
          </p:cNvPr>
          <p:cNvSpPr>
            <a:spLocks noChangeShapeType="1"/>
          </p:cNvSpPr>
          <p:nvPr/>
        </p:nvSpPr>
        <p:spPr bwMode="auto">
          <a:xfrm rot="10800000" flipV="1">
            <a:off x="989013" y="1712913"/>
            <a:ext cx="112712" cy="330200"/>
          </a:xfrm>
          <a:prstGeom prst="line">
            <a:avLst/>
          </a:prstGeom>
          <a:noFill/>
          <a:ln w="6350">
            <a:solidFill>
              <a:schemeClr val="tx1"/>
            </a:solidFill>
            <a:prstDash val="dash"/>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5754" name="Rectangle 164">
            <a:extLst>
              <a:ext uri="{FF2B5EF4-FFF2-40B4-BE49-F238E27FC236}">
                <a16:creationId xmlns:a16="http://schemas.microsoft.com/office/drawing/2014/main" id="{710A63EA-173A-A586-60B7-E290AA914E41}"/>
              </a:ext>
            </a:extLst>
          </p:cNvPr>
          <p:cNvSpPr>
            <a:spLocks noChangeArrowheads="1"/>
          </p:cNvSpPr>
          <p:nvPr/>
        </p:nvSpPr>
        <p:spPr bwMode="auto">
          <a:xfrm>
            <a:off x="723900" y="4129088"/>
            <a:ext cx="8362950" cy="2287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marL="234950" indent="-234950"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568325" indent="-219075"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234950" marR="0" lvl="0" indent="-234950" algn="l" defTabSz="890588" rtl="0" eaLnBrk="0" fontAlgn="base" latinLnBrk="0" hangingPunct="0">
              <a:lnSpc>
                <a:spcPct val="100000"/>
              </a:lnSpc>
              <a:spcBef>
                <a:spcPct val="0"/>
              </a:spcBef>
              <a:spcAft>
                <a:spcPct val="0"/>
              </a:spcAft>
              <a:buClrTx/>
              <a:buSzTx/>
              <a:buFont typeface="Wingdings" panose="05000000000000000000" pitchFamily="2" charset="2"/>
              <a:buChar char=""/>
              <a:tabLst>
                <a:tab pos="6985000" algn="l"/>
                <a:tab pos="7185025" algn="l"/>
                <a:tab pos="7837488" algn="l"/>
              </a:tabLst>
              <a:defRPr/>
            </a:pPr>
            <a:r>
              <a:rPr kumimoji="0" lang="en-US" altLang="en-US" sz="18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rPr>
              <a:t>Dedicated Cache</a:t>
            </a:r>
          </a:p>
          <a:p>
            <a:pPr marL="568325" marR="0" lvl="1" indent="-219075" algn="l" defTabSz="890588" rtl="0" eaLnBrk="0" fontAlgn="base" latinLnBrk="0" hangingPunct="0">
              <a:lnSpc>
                <a:spcPct val="100000"/>
              </a:lnSpc>
              <a:spcBef>
                <a:spcPct val="25000"/>
              </a:spcBef>
              <a:spcAft>
                <a:spcPct val="0"/>
              </a:spcAft>
              <a:buClrTx/>
              <a:buSzTx/>
              <a:buFont typeface="Times New Roman" panose="02020603050405020304" pitchFamily="18" charset="0"/>
              <a:buChar char="–"/>
              <a:tabLst>
                <a:tab pos="6985000" algn="l"/>
                <a:tab pos="7185025" algn="l"/>
                <a:tab pos="7837488" algn="l"/>
              </a:tabLst>
              <a:defRPr/>
            </a:pPr>
            <a:r>
              <a:rPr kumimoji="0" lang="en-US"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rPr>
              <a:t>Separate memory sets reserved for read and write</a:t>
            </a:r>
          </a:p>
          <a:p>
            <a:pPr marL="234950" marR="0" lvl="0" indent="-234950" algn="l" defTabSz="890588" rtl="0" eaLnBrk="0" fontAlgn="base" latinLnBrk="0" hangingPunct="0">
              <a:lnSpc>
                <a:spcPct val="100000"/>
              </a:lnSpc>
              <a:spcBef>
                <a:spcPct val="0"/>
              </a:spcBef>
              <a:spcAft>
                <a:spcPct val="0"/>
              </a:spcAft>
              <a:buClrTx/>
              <a:buSzTx/>
              <a:buFont typeface="Wingdings" panose="05000000000000000000" pitchFamily="2" charset="2"/>
              <a:buChar char=""/>
              <a:tabLst>
                <a:tab pos="6985000" algn="l"/>
                <a:tab pos="7185025" algn="l"/>
                <a:tab pos="7837488" algn="l"/>
              </a:tabLst>
              <a:defRPr/>
            </a:pPr>
            <a:r>
              <a:rPr kumimoji="0" lang="en-US" altLang="en-US" sz="18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rPr>
              <a:t>Global Cache</a:t>
            </a:r>
          </a:p>
          <a:p>
            <a:pPr marL="568325" marR="0" lvl="1" indent="-219075" algn="l" defTabSz="890588" rtl="0" eaLnBrk="0" fontAlgn="base" latinLnBrk="0" hangingPunct="0">
              <a:lnSpc>
                <a:spcPct val="100000"/>
              </a:lnSpc>
              <a:spcBef>
                <a:spcPct val="25000"/>
              </a:spcBef>
              <a:spcAft>
                <a:spcPct val="0"/>
              </a:spcAft>
              <a:buClrTx/>
              <a:buSzTx/>
              <a:buFont typeface="Times New Roman" panose="02020603050405020304" pitchFamily="18" charset="0"/>
              <a:buChar char="–"/>
              <a:tabLst>
                <a:tab pos="6985000" algn="l"/>
                <a:tab pos="7185025" algn="l"/>
                <a:tab pos="7837488" algn="l"/>
              </a:tabLst>
              <a:defRPr/>
            </a:pPr>
            <a:r>
              <a:rPr kumimoji="0" lang="en-US"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rPr>
              <a:t>Both read and write operation use available memory.</a:t>
            </a:r>
          </a:p>
          <a:p>
            <a:pPr marL="568325" marR="0" lvl="1" indent="-219075" algn="l" defTabSz="890588" rtl="0" eaLnBrk="0" fontAlgn="base" latinLnBrk="0" hangingPunct="0">
              <a:lnSpc>
                <a:spcPct val="100000"/>
              </a:lnSpc>
              <a:spcBef>
                <a:spcPct val="25000"/>
              </a:spcBef>
              <a:spcAft>
                <a:spcPct val="0"/>
              </a:spcAft>
              <a:buClrTx/>
              <a:buSzTx/>
              <a:buFont typeface="Times New Roman" panose="02020603050405020304" pitchFamily="18" charset="0"/>
              <a:buChar char="–"/>
              <a:tabLst>
                <a:tab pos="6985000" algn="l"/>
                <a:tab pos="7185025" algn="l"/>
                <a:tab pos="7837488" algn="l"/>
              </a:tabLst>
              <a:defRPr/>
            </a:pPr>
            <a:r>
              <a:rPr kumimoji="0" lang="en-US"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rPr>
              <a:t>More efficient</a:t>
            </a:r>
          </a:p>
        </p:txBody>
      </p:sp>
      <p:sp>
        <p:nvSpPr>
          <p:cNvPr id="25755" name="Rectangle 165">
            <a:extLst>
              <a:ext uri="{FF2B5EF4-FFF2-40B4-BE49-F238E27FC236}">
                <a16:creationId xmlns:a16="http://schemas.microsoft.com/office/drawing/2014/main" id="{8C4DDA77-F460-5E3B-2565-F8003200F4EE}"/>
              </a:ext>
            </a:extLst>
          </p:cNvPr>
          <p:cNvSpPr>
            <a:spLocks noChangeArrowheads="1"/>
          </p:cNvSpPr>
          <p:nvPr/>
        </p:nvSpPr>
        <p:spPr bwMode="auto">
          <a:xfrm>
            <a:off x="377825" y="3651250"/>
            <a:ext cx="8705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41388" rtl="0" eaLnBrk="1" fontAlgn="base" latinLnBrk="0" hangingPunct="1">
              <a:lnSpc>
                <a:spcPct val="100000"/>
              </a:lnSpc>
              <a:spcBef>
                <a:spcPct val="0"/>
              </a:spcBef>
              <a:spcAft>
                <a:spcPct val="0"/>
              </a:spcAft>
              <a:buClrTx/>
              <a:buSzTx/>
              <a:buFontTx/>
              <a:buNone/>
              <a:tabLst/>
              <a:defRPr/>
            </a:pPr>
            <a:r>
              <a:rPr kumimoji="0" lang="en-US" altLang="en-US" sz="2800" b="1" i="1"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rPr>
              <a:t>Cache Implementation</a:t>
            </a:r>
          </a:p>
        </p:txBody>
      </p:sp>
      <p:sp>
        <p:nvSpPr>
          <p:cNvPr id="25757" name="Slide Number Placeholder 2">
            <a:extLst>
              <a:ext uri="{FF2B5EF4-FFF2-40B4-BE49-F238E27FC236}">
                <a16:creationId xmlns:a16="http://schemas.microsoft.com/office/drawing/2014/main" id="{09CC66B5-89C9-63D8-3ACF-0533A317F59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0661C33-9146-4B6C-A835-19686C068BCD}"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67693"/>
                                        </p:tgtEl>
                                        <p:attrNameLst>
                                          <p:attrName>style.visibility</p:attrName>
                                        </p:attrNameLst>
                                      </p:cBhvr>
                                      <p:to>
                                        <p:strVal val="visible"/>
                                      </p:to>
                                    </p:set>
                                  </p:childTnLst>
                                </p:cTn>
                              </p:par>
                            </p:childTnLst>
                          </p:cTn>
                        </p:par>
                        <p:par>
                          <p:cTn id="7" fill="hold" nodeType="afterGroup">
                            <p:stCondLst>
                              <p:cond delay="0"/>
                            </p:stCondLst>
                            <p:childTnLst>
                              <p:par>
                                <p:cTn id="8" presetID="63" presetClass="path" presetSubtype="0" accel="50000" decel="50000" fill="hold" grpId="1" nodeType="afterEffect">
                                  <p:stCondLst>
                                    <p:cond delay="0"/>
                                  </p:stCondLst>
                                  <p:childTnLst>
                                    <p:animMotion origin="layout" path="M -2.5E-6 3.33333E-6 L 0.03941 3.33333E-6 " pathEditMode="relative" rAng="0" ptsTypes="AA">
                                      <p:cBhvr>
                                        <p:cTn id="9" dur="500" fill="hold"/>
                                        <p:tgtEl>
                                          <p:spTgt spid="2967693"/>
                                        </p:tgtEl>
                                        <p:attrNameLst>
                                          <p:attrName>ppt_x</p:attrName>
                                          <p:attrName>ppt_y</p:attrName>
                                        </p:attrNameLst>
                                      </p:cBhvr>
                                      <p:rCtr x="1962" y="0"/>
                                    </p:animMotion>
                                  </p:childTnLst>
                                </p:cTn>
                              </p:par>
                              <p:par>
                                <p:cTn id="10" presetID="63" presetClass="path" presetSubtype="0" accel="50000" decel="50000" fill="hold" grpId="0" nodeType="withEffect">
                                  <p:stCondLst>
                                    <p:cond delay="300"/>
                                  </p:stCondLst>
                                  <p:childTnLst>
                                    <p:animMotion origin="layout" path="M -4.44444E-6 3.33333E-6 L 0.03646 3.33333E-6 " pathEditMode="relative" rAng="0" ptsTypes="AA">
                                      <p:cBhvr>
                                        <p:cTn id="11" dur="500" fill="hold"/>
                                        <p:tgtEl>
                                          <p:spTgt spid="2967694"/>
                                        </p:tgtEl>
                                        <p:attrNameLst>
                                          <p:attrName>ppt_x</p:attrName>
                                          <p:attrName>ppt_y</p:attrName>
                                        </p:attrNameLst>
                                      </p:cBhvr>
                                      <p:rCtr x="1823" y="0"/>
                                    </p:animMotion>
                                  </p:childTnLst>
                                </p:cTn>
                              </p:par>
                            </p:childTnLst>
                          </p:cTn>
                        </p:par>
                        <p:par>
                          <p:cTn id="12" fill="hold" nodeType="afterGroup">
                            <p:stCondLst>
                              <p:cond delay="800"/>
                            </p:stCondLst>
                            <p:childTnLst>
                              <p:par>
                                <p:cTn id="13" presetID="10" presetClass="exit" presetSubtype="0" fill="hold" grpId="1" nodeType="afterEffect">
                                  <p:stCondLst>
                                    <p:cond delay="0"/>
                                  </p:stCondLst>
                                  <p:childTnLst>
                                    <p:animEffect transition="out" filter="fade">
                                      <p:cBhvr>
                                        <p:cTn id="14" dur="1000"/>
                                        <p:tgtEl>
                                          <p:spTgt spid="2967694"/>
                                        </p:tgtEl>
                                      </p:cBhvr>
                                    </p:animEffect>
                                    <p:set>
                                      <p:cBhvr>
                                        <p:cTn id="15" dur="1" fill="hold">
                                          <p:stCondLst>
                                            <p:cond delay="999"/>
                                          </p:stCondLst>
                                        </p:cTn>
                                        <p:tgtEl>
                                          <p:spTgt spid="296769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7693" grpId="0" animBg="1"/>
      <p:bldP spid="2967693" grpId="1" animBg="1"/>
      <p:bldP spid="2967694" grpId="0" animBg="1"/>
      <p:bldP spid="2967694" grpId="1"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02" name="Rectangle 2">
            <a:extLst>
              <a:ext uri="{FF2B5EF4-FFF2-40B4-BE49-F238E27FC236}">
                <a16:creationId xmlns:a16="http://schemas.microsoft.com/office/drawing/2014/main" id="{FF50FFC6-ACC4-6373-D64E-999BEDF89E5F}"/>
              </a:ext>
            </a:extLst>
          </p:cNvPr>
          <p:cNvSpPr>
            <a:spLocks noGrp="1" noChangeArrowheads="1"/>
          </p:cNvSpPr>
          <p:nvPr>
            <p:ph type="title"/>
          </p:nvPr>
        </p:nvSpPr>
        <p:spPr/>
        <p:txBody>
          <a:bodyPr rtlCol="0">
            <a:normAutofit fontScale="90000"/>
          </a:bodyPr>
          <a:lstStyle/>
          <a:p>
            <a:pPr eaLnBrk="1" fontAlgn="auto" hangingPunct="1">
              <a:spcAft>
                <a:spcPts val="0"/>
              </a:spcAft>
              <a:defRPr/>
            </a:pPr>
            <a:r>
              <a:rPr lang="en-US"/>
              <a:t>Cache Management: Watermarking</a:t>
            </a:r>
          </a:p>
        </p:txBody>
      </p:sp>
      <p:sp>
        <p:nvSpPr>
          <p:cNvPr id="27651" name="Rectangle 67" descr="2">
            <a:extLst>
              <a:ext uri="{FF2B5EF4-FFF2-40B4-BE49-F238E27FC236}">
                <a16:creationId xmlns:a16="http://schemas.microsoft.com/office/drawing/2014/main" id="{531098FA-8BAC-1FD2-DFCE-82C3D5893B85}"/>
              </a:ext>
            </a:extLst>
          </p:cNvPr>
          <p:cNvSpPr>
            <a:spLocks noChangeArrowheads="1"/>
          </p:cNvSpPr>
          <p:nvPr/>
        </p:nvSpPr>
        <p:spPr bwMode="auto">
          <a:xfrm>
            <a:off x="3886200" y="3732213"/>
            <a:ext cx="306388" cy="33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52" name="Rectangle 66" descr="3">
            <a:extLst>
              <a:ext uri="{FF2B5EF4-FFF2-40B4-BE49-F238E27FC236}">
                <a16:creationId xmlns:a16="http://schemas.microsoft.com/office/drawing/2014/main" id="{C557CFA6-1B60-07D3-749E-15C22CE57464}"/>
              </a:ext>
            </a:extLst>
          </p:cNvPr>
          <p:cNvSpPr>
            <a:spLocks noChangeArrowheads="1"/>
          </p:cNvSpPr>
          <p:nvPr/>
        </p:nvSpPr>
        <p:spPr bwMode="auto">
          <a:xfrm>
            <a:off x="4192588" y="3732213"/>
            <a:ext cx="303212" cy="33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53" name="Rectangle 65" descr="4">
            <a:extLst>
              <a:ext uri="{FF2B5EF4-FFF2-40B4-BE49-F238E27FC236}">
                <a16:creationId xmlns:a16="http://schemas.microsoft.com/office/drawing/2014/main" id="{9E590FB0-18F9-BA73-8C2E-DA5942E98FA4}"/>
              </a:ext>
            </a:extLst>
          </p:cNvPr>
          <p:cNvSpPr>
            <a:spLocks noChangeArrowheads="1"/>
          </p:cNvSpPr>
          <p:nvPr/>
        </p:nvSpPr>
        <p:spPr bwMode="auto">
          <a:xfrm>
            <a:off x="4495800" y="3732213"/>
            <a:ext cx="303213" cy="33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54" name="Rectangle 64" descr="5">
            <a:extLst>
              <a:ext uri="{FF2B5EF4-FFF2-40B4-BE49-F238E27FC236}">
                <a16:creationId xmlns:a16="http://schemas.microsoft.com/office/drawing/2014/main" id="{B7F4DED2-4A15-C61F-6646-38A3C71F151B}"/>
              </a:ext>
            </a:extLst>
          </p:cNvPr>
          <p:cNvSpPr>
            <a:spLocks noChangeArrowheads="1"/>
          </p:cNvSpPr>
          <p:nvPr/>
        </p:nvSpPr>
        <p:spPr bwMode="auto">
          <a:xfrm>
            <a:off x="4799013" y="3732213"/>
            <a:ext cx="306387" cy="33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55" name="Rectangle 63" descr="6">
            <a:extLst>
              <a:ext uri="{FF2B5EF4-FFF2-40B4-BE49-F238E27FC236}">
                <a16:creationId xmlns:a16="http://schemas.microsoft.com/office/drawing/2014/main" id="{485CEA1D-2439-E5B0-6590-7C5D854C3CB8}"/>
              </a:ext>
            </a:extLst>
          </p:cNvPr>
          <p:cNvSpPr>
            <a:spLocks noChangeArrowheads="1"/>
          </p:cNvSpPr>
          <p:nvPr/>
        </p:nvSpPr>
        <p:spPr bwMode="auto">
          <a:xfrm>
            <a:off x="5105400" y="3732213"/>
            <a:ext cx="306388" cy="33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56" name="Rectangle 62" descr="7">
            <a:extLst>
              <a:ext uri="{FF2B5EF4-FFF2-40B4-BE49-F238E27FC236}">
                <a16:creationId xmlns:a16="http://schemas.microsoft.com/office/drawing/2014/main" id="{D6EB7FB7-C73D-15A9-A5C5-8F467D2586D7}"/>
              </a:ext>
            </a:extLst>
          </p:cNvPr>
          <p:cNvSpPr>
            <a:spLocks noChangeArrowheads="1"/>
          </p:cNvSpPr>
          <p:nvPr/>
        </p:nvSpPr>
        <p:spPr bwMode="auto">
          <a:xfrm>
            <a:off x="5411788" y="3732213"/>
            <a:ext cx="303212" cy="33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57" name="Rectangle 61" descr="8">
            <a:extLst>
              <a:ext uri="{FF2B5EF4-FFF2-40B4-BE49-F238E27FC236}">
                <a16:creationId xmlns:a16="http://schemas.microsoft.com/office/drawing/2014/main" id="{10DD8835-1C57-EE61-E474-E038EF8F5A50}"/>
              </a:ext>
            </a:extLst>
          </p:cNvPr>
          <p:cNvSpPr>
            <a:spLocks noChangeArrowheads="1"/>
          </p:cNvSpPr>
          <p:nvPr/>
        </p:nvSpPr>
        <p:spPr bwMode="auto">
          <a:xfrm>
            <a:off x="5715000" y="3732213"/>
            <a:ext cx="303213" cy="33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58" name="Rectangle 60" descr="9">
            <a:extLst>
              <a:ext uri="{FF2B5EF4-FFF2-40B4-BE49-F238E27FC236}">
                <a16:creationId xmlns:a16="http://schemas.microsoft.com/office/drawing/2014/main" id="{CDDA09F3-7CB3-C353-E7DD-167B93B556B2}"/>
              </a:ext>
            </a:extLst>
          </p:cNvPr>
          <p:cNvSpPr>
            <a:spLocks noChangeArrowheads="1"/>
          </p:cNvSpPr>
          <p:nvPr/>
        </p:nvSpPr>
        <p:spPr bwMode="auto">
          <a:xfrm>
            <a:off x="6018213" y="3732213"/>
            <a:ext cx="306387" cy="33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59" name="Rectangle 59" descr="10">
            <a:extLst>
              <a:ext uri="{FF2B5EF4-FFF2-40B4-BE49-F238E27FC236}">
                <a16:creationId xmlns:a16="http://schemas.microsoft.com/office/drawing/2014/main" id="{2DBB4E0C-0B33-1D3B-0028-587D3A25983B}"/>
              </a:ext>
            </a:extLst>
          </p:cNvPr>
          <p:cNvSpPr>
            <a:spLocks noChangeArrowheads="1"/>
          </p:cNvSpPr>
          <p:nvPr/>
        </p:nvSpPr>
        <p:spPr bwMode="auto">
          <a:xfrm>
            <a:off x="3886200" y="4067175"/>
            <a:ext cx="306388"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60" name="Rectangle 58" descr="11">
            <a:extLst>
              <a:ext uri="{FF2B5EF4-FFF2-40B4-BE49-F238E27FC236}">
                <a16:creationId xmlns:a16="http://schemas.microsoft.com/office/drawing/2014/main" id="{414F5AF4-E036-B48E-22FB-9D0666D09A80}"/>
              </a:ext>
            </a:extLst>
          </p:cNvPr>
          <p:cNvSpPr>
            <a:spLocks noChangeArrowheads="1"/>
          </p:cNvSpPr>
          <p:nvPr/>
        </p:nvSpPr>
        <p:spPr bwMode="auto">
          <a:xfrm>
            <a:off x="4192588" y="4067175"/>
            <a:ext cx="303212"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61" name="Rectangle 57" descr="12">
            <a:extLst>
              <a:ext uri="{FF2B5EF4-FFF2-40B4-BE49-F238E27FC236}">
                <a16:creationId xmlns:a16="http://schemas.microsoft.com/office/drawing/2014/main" id="{11CC94D1-F850-8E3A-2972-1728138B1943}"/>
              </a:ext>
            </a:extLst>
          </p:cNvPr>
          <p:cNvSpPr>
            <a:spLocks noChangeArrowheads="1"/>
          </p:cNvSpPr>
          <p:nvPr/>
        </p:nvSpPr>
        <p:spPr bwMode="auto">
          <a:xfrm>
            <a:off x="4495800" y="4067175"/>
            <a:ext cx="303213"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62" name="Rectangle 56" descr="13">
            <a:extLst>
              <a:ext uri="{FF2B5EF4-FFF2-40B4-BE49-F238E27FC236}">
                <a16:creationId xmlns:a16="http://schemas.microsoft.com/office/drawing/2014/main" id="{FAF353AA-32B0-7708-019B-7EA305F87FF2}"/>
              </a:ext>
            </a:extLst>
          </p:cNvPr>
          <p:cNvSpPr>
            <a:spLocks noChangeArrowheads="1"/>
          </p:cNvSpPr>
          <p:nvPr/>
        </p:nvSpPr>
        <p:spPr bwMode="auto">
          <a:xfrm>
            <a:off x="4799013" y="4067175"/>
            <a:ext cx="306387"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63" name="Rectangle 55" descr="14">
            <a:extLst>
              <a:ext uri="{FF2B5EF4-FFF2-40B4-BE49-F238E27FC236}">
                <a16:creationId xmlns:a16="http://schemas.microsoft.com/office/drawing/2014/main" id="{93CE15B5-583C-70B7-43B5-7A9A7AFBE356}"/>
              </a:ext>
            </a:extLst>
          </p:cNvPr>
          <p:cNvSpPr>
            <a:spLocks noChangeArrowheads="1"/>
          </p:cNvSpPr>
          <p:nvPr/>
        </p:nvSpPr>
        <p:spPr bwMode="auto">
          <a:xfrm>
            <a:off x="5105400" y="4067175"/>
            <a:ext cx="306388"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64" name="Rectangle 54" descr="15">
            <a:extLst>
              <a:ext uri="{FF2B5EF4-FFF2-40B4-BE49-F238E27FC236}">
                <a16:creationId xmlns:a16="http://schemas.microsoft.com/office/drawing/2014/main" id="{9F7A07EB-2145-D31C-0ED6-4F166C876B61}"/>
              </a:ext>
            </a:extLst>
          </p:cNvPr>
          <p:cNvSpPr>
            <a:spLocks noChangeArrowheads="1"/>
          </p:cNvSpPr>
          <p:nvPr/>
        </p:nvSpPr>
        <p:spPr bwMode="auto">
          <a:xfrm>
            <a:off x="5411788" y="4067175"/>
            <a:ext cx="303212"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65" name="Rectangle 53" descr="16">
            <a:extLst>
              <a:ext uri="{FF2B5EF4-FFF2-40B4-BE49-F238E27FC236}">
                <a16:creationId xmlns:a16="http://schemas.microsoft.com/office/drawing/2014/main" id="{125658C9-2A6B-D5E2-79DB-AC15FC85AB75}"/>
              </a:ext>
            </a:extLst>
          </p:cNvPr>
          <p:cNvSpPr>
            <a:spLocks noChangeArrowheads="1"/>
          </p:cNvSpPr>
          <p:nvPr/>
        </p:nvSpPr>
        <p:spPr bwMode="auto">
          <a:xfrm>
            <a:off x="5715000" y="4067175"/>
            <a:ext cx="303213"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66" name="Rectangle 52" descr="17">
            <a:extLst>
              <a:ext uri="{FF2B5EF4-FFF2-40B4-BE49-F238E27FC236}">
                <a16:creationId xmlns:a16="http://schemas.microsoft.com/office/drawing/2014/main" id="{A9C88643-82BC-CA31-1B93-76E9BBAEAA86}"/>
              </a:ext>
            </a:extLst>
          </p:cNvPr>
          <p:cNvSpPr>
            <a:spLocks noChangeArrowheads="1"/>
          </p:cNvSpPr>
          <p:nvPr/>
        </p:nvSpPr>
        <p:spPr bwMode="auto">
          <a:xfrm>
            <a:off x="6018213" y="4067175"/>
            <a:ext cx="306387"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67" name="Rectangle 51" descr="18">
            <a:extLst>
              <a:ext uri="{FF2B5EF4-FFF2-40B4-BE49-F238E27FC236}">
                <a16:creationId xmlns:a16="http://schemas.microsoft.com/office/drawing/2014/main" id="{D58D9F38-FFA9-8F2B-0C05-4E85F9851102}"/>
              </a:ext>
            </a:extLst>
          </p:cNvPr>
          <p:cNvSpPr>
            <a:spLocks noChangeArrowheads="1"/>
          </p:cNvSpPr>
          <p:nvPr/>
        </p:nvSpPr>
        <p:spPr bwMode="auto">
          <a:xfrm>
            <a:off x="3886200" y="4402138"/>
            <a:ext cx="306388"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68" name="Rectangle 50" descr="19">
            <a:extLst>
              <a:ext uri="{FF2B5EF4-FFF2-40B4-BE49-F238E27FC236}">
                <a16:creationId xmlns:a16="http://schemas.microsoft.com/office/drawing/2014/main" id="{6B57B761-A5C4-0004-62F3-53A00693C2C2}"/>
              </a:ext>
            </a:extLst>
          </p:cNvPr>
          <p:cNvSpPr>
            <a:spLocks noChangeArrowheads="1"/>
          </p:cNvSpPr>
          <p:nvPr/>
        </p:nvSpPr>
        <p:spPr bwMode="auto">
          <a:xfrm>
            <a:off x="4192588" y="4402138"/>
            <a:ext cx="303212"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69" name="Rectangle 49" descr="20">
            <a:extLst>
              <a:ext uri="{FF2B5EF4-FFF2-40B4-BE49-F238E27FC236}">
                <a16:creationId xmlns:a16="http://schemas.microsoft.com/office/drawing/2014/main" id="{1C41EF7E-2C00-343D-405A-D12DB1E6E75A}"/>
              </a:ext>
            </a:extLst>
          </p:cNvPr>
          <p:cNvSpPr>
            <a:spLocks noChangeArrowheads="1"/>
          </p:cNvSpPr>
          <p:nvPr/>
        </p:nvSpPr>
        <p:spPr bwMode="auto">
          <a:xfrm>
            <a:off x="4495800" y="4402138"/>
            <a:ext cx="303213"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70" name="Rectangle 48" descr="21">
            <a:extLst>
              <a:ext uri="{FF2B5EF4-FFF2-40B4-BE49-F238E27FC236}">
                <a16:creationId xmlns:a16="http://schemas.microsoft.com/office/drawing/2014/main" id="{0D64472E-32AD-81FF-3E95-FC23C6F813ED}"/>
              </a:ext>
            </a:extLst>
          </p:cNvPr>
          <p:cNvSpPr>
            <a:spLocks noChangeArrowheads="1"/>
          </p:cNvSpPr>
          <p:nvPr/>
        </p:nvSpPr>
        <p:spPr bwMode="auto">
          <a:xfrm>
            <a:off x="4799013" y="4402138"/>
            <a:ext cx="306387"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71" name="Rectangle 47" descr="22">
            <a:extLst>
              <a:ext uri="{FF2B5EF4-FFF2-40B4-BE49-F238E27FC236}">
                <a16:creationId xmlns:a16="http://schemas.microsoft.com/office/drawing/2014/main" id="{5FE11CF3-8597-9738-7E4C-195728D42075}"/>
              </a:ext>
            </a:extLst>
          </p:cNvPr>
          <p:cNvSpPr>
            <a:spLocks noChangeArrowheads="1"/>
          </p:cNvSpPr>
          <p:nvPr/>
        </p:nvSpPr>
        <p:spPr bwMode="auto">
          <a:xfrm>
            <a:off x="5105400" y="4402138"/>
            <a:ext cx="306388"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72" name="Rectangle 46" descr="23">
            <a:extLst>
              <a:ext uri="{FF2B5EF4-FFF2-40B4-BE49-F238E27FC236}">
                <a16:creationId xmlns:a16="http://schemas.microsoft.com/office/drawing/2014/main" id="{45330263-EF6B-C23E-29CE-5E1A30824164}"/>
              </a:ext>
            </a:extLst>
          </p:cNvPr>
          <p:cNvSpPr>
            <a:spLocks noChangeArrowheads="1"/>
          </p:cNvSpPr>
          <p:nvPr/>
        </p:nvSpPr>
        <p:spPr bwMode="auto">
          <a:xfrm>
            <a:off x="5411788" y="4402138"/>
            <a:ext cx="303212"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73" name="Rectangle 45" descr="24">
            <a:extLst>
              <a:ext uri="{FF2B5EF4-FFF2-40B4-BE49-F238E27FC236}">
                <a16:creationId xmlns:a16="http://schemas.microsoft.com/office/drawing/2014/main" id="{8273866B-8A5C-255E-EF1B-3D71A2D8E657}"/>
              </a:ext>
            </a:extLst>
          </p:cNvPr>
          <p:cNvSpPr>
            <a:spLocks noChangeArrowheads="1"/>
          </p:cNvSpPr>
          <p:nvPr/>
        </p:nvSpPr>
        <p:spPr bwMode="auto">
          <a:xfrm>
            <a:off x="5715000" y="4402138"/>
            <a:ext cx="303213"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74" name="Rectangle 44" descr="25">
            <a:extLst>
              <a:ext uri="{FF2B5EF4-FFF2-40B4-BE49-F238E27FC236}">
                <a16:creationId xmlns:a16="http://schemas.microsoft.com/office/drawing/2014/main" id="{CA59A10E-A392-A426-A011-46F0F181952D}"/>
              </a:ext>
            </a:extLst>
          </p:cNvPr>
          <p:cNvSpPr>
            <a:spLocks noChangeArrowheads="1"/>
          </p:cNvSpPr>
          <p:nvPr/>
        </p:nvSpPr>
        <p:spPr bwMode="auto">
          <a:xfrm>
            <a:off x="6018213" y="4402138"/>
            <a:ext cx="306387"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75" name="Rectangle 43" descr="26">
            <a:extLst>
              <a:ext uri="{FF2B5EF4-FFF2-40B4-BE49-F238E27FC236}">
                <a16:creationId xmlns:a16="http://schemas.microsoft.com/office/drawing/2014/main" id="{99326A25-6B40-D0F6-F28D-57F54DD1236D}"/>
              </a:ext>
            </a:extLst>
          </p:cNvPr>
          <p:cNvSpPr>
            <a:spLocks noChangeArrowheads="1"/>
          </p:cNvSpPr>
          <p:nvPr/>
        </p:nvSpPr>
        <p:spPr bwMode="auto">
          <a:xfrm>
            <a:off x="3886200" y="4737100"/>
            <a:ext cx="306388"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76" name="Rectangle 42" descr="27">
            <a:extLst>
              <a:ext uri="{FF2B5EF4-FFF2-40B4-BE49-F238E27FC236}">
                <a16:creationId xmlns:a16="http://schemas.microsoft.com/office/drawing/2014/main" id="{97A09DEC-FC4E-6E58-11BB-B1879915F1F0}"/>
              </a:ext>
            </a:extLst>
          </p:cNvPr>
          <p:cNvSpPr>
            <a:spLocks noChangeArrowheads="1"/>
          </p:cNvSpPr>
          <p:nvPr/>
        </p:nvSpPr>
        <p:spPr bwMode="auto">
          <a:xfrm>
            <a:off x="4192588" y="4737100"/>
            <a:ext cx="303212"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77" name="Rectangle 41" descr="28">
            <a:extLst>
              <a:ext uri="{FF2B5EF4-FFF2-40B4-BE49-F238E27FC236}">
                <a16:creationId xmlns:a16="http://schemas.microsoft.com/office/drawing/2014/main" id="{C7F77B6C-163B-75F4-E313-6E2F2F63F5A1}"/>
              </a:ext>
            </a:extLst>
          </p:cNvPr>
          <p:cNvSpPr>
            <a:spLocks noChangeArrowheads="1"/>
          </p:cNvSpPr>
          <p:nvPr/>
        </p:nvSpPr>
        <p:spPr bwMode="auto">
          <a:xfrm>
            <a:off x="4495800" y="4737100"/>
            <a:ext cx="303213"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78" name="Rectangle 40" descr="29">
            <a:extLst>
              <a:ext uri="{FF2B5EF4-FFF2-40B4-BE49-F238E27FC236}">
                <a16:creationId xmlns:a16="http://schemas.microsoft.com/office/drawing/2014/main" id="{B1D2F0AF-CA53-FE16-D4BC-265D9E496CDA}"/>
              </a:ext>
            </a:extLst>
          </p:cNvPr>
          <p:cNvSpPr>
            <a:spLocks noChangeArrowheads="1"/>
          </p:cNvSpPr>
          <p:nvPr/>
        </p:nvSpPr>
        <p:spPr bwMode="auto">
          <a:xfrm>
            <a:off x="4799013" y="4737100"/>
            <a:ext cx="306387"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79" name="Rectangle 39" descr="30">
            <a:extLst>
              <a:ext uri="{FF2B5EF4-FFF2-40B4-BE49-F238E27FC236}">
                <a16:creationId xmlns:a16="http://schemas.microsoft.com/office/drawing/2014/main" id="{2CF916D1-5437-EA81-1BEB-AD2701C34FC3}"/>
              </a:ext>
            </a:extLst>
          </p:cNvPr>
          <p:cNvSpPr>
            <a:spLocks noChangeArrowheads="1"/>
          </p:cNvSpPr>
          <p:nvPr/>
        </p:nvSpPr>
        <p:spPr bwMode="auto">
          <a:xfrm>
            <a:off x="5105400" y="4737100"/>
            <a:ext cx="306388"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80" name="Rectangle 38" descr="31">
            <a:extLst>
              <a:ext uri="{FF2B5EF4-FFF2-40B4-BE49-F238E27FC236}">
                <a16:creationId xmlns:a16="http://schemas.microsoft.com/office/drawing/2014/main" id="{946FCD47-B34D-D715-3D1A-7CE788DB2E65}"/>
              </a:ext>
            </a:extLst>
          </p:cNvPr>
          <p:cNvSpPr>
            <a:spLocks noChangeArrowheads="1"/>
          </p:cNvSpPr>
          <p:nvPr/>
        </p:nvSpPr>
        <p:spPr bwMode="auto">
          <a:xfrm>
            <a:off x="5411788" y="4737100"/>
            <a:ext cx="303212"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81" name="Rectangle 37" descr="32">
            <a:extLst>
              <a:ext uri="{FF2B5EF4-FFF2-40B4-BE49-F238E27FC236}">
                <a16:creationId xmlns:a16="http://schemas.microsoft.com/office/drawing/2014/main" id="{D9AC0828-E894-D01E-9C88-0B53F58B38ED}"/>
              </a:ext>
            </a:extLst>
          </p:cNvPr>
          <p:cNvSpPr>
            <a:spLocks noChangeArrowheads="1"/>
          </p:cNvSpPr>
          <p:nvPr/>
        </p:nvSpPr>
        <p:spPr bwMode="auto">
          <a:xfrm>
            <a:off x="5715000" y="4737100"/>
            <a:ext cx="303213"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82" name="Rectangle 36" descr="33">
            <a:extLst>
              <a:ext uri="{FF2B5EF4-FFF2-40B4-BE49-F238E27FC236}">
                <a16:creationId xmlns:a16="http://schemas.microsoft.com/office/drawing/2014/main" id="{C5D94CB2-477A-35D9-69C8-E48C8729C67F}"/>
              </a:ext>
            </a:extLst>
          </p:cNvPr>
          <p:cNvSpPr>
            <a:spLocks noChangeArrowheads="1"/>
          </p:cNvSpPr>
          <p:nvPr/>
        </p:nvSpPr>
        <p:spPr bwMode="auto">
          <a:xfrm>
            <a:off x="6018213" y="4737100"/>
            <a:ext cx="306387"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83" name="Rectangle 35" descr="34">
            <a:extLst>
              <a:ext uri="{FF2B5EF4-FFF2-40B4-BE49-F238E27FC236}">
                <a16:creationId xmlns:a16="http://schemas.microsoft.com/office/drawing/2014/main" id="{0CD71553-11FB-57A0-37DC-615EF15E8C54}"/>
              </a:ext>
            </a:extLst>
          </p:cNvPr>
          <p:cNvSpPr>
            <a:spLocks noChangeArrowheads="1"/>
          </p:cNvSpPr>
          <p:nvPr/>
        </p:nvSpPr>
        <p:spPr bwMode="auto">
          <a:xfrm>
            <a:off x="3886200" y="5072063"/>
            <a:ext cx="306388"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84" name="Rectangle 34" descr="35">
            <a:extLst>
              <a:ext uri="{FF2B5EF4-FFF2-40B4-BE49-F238E27FC236}">
                <a16:creationId xmlns:a16="http://schemas.microsoft.com/office/drawing/2014/main" id="{20F7DCA4-352D-9882-692B-A07625E72409}"/>
              </a:ext>
            </a:extLst>
          </p:cNvPr>
          <p:cNvSpPr>
            <a:spLocks noChangeArrowheads="1"/>
          </p:cNvSpPr>
          <p:nvPr/>
        </p:nvSpPr>
        <p:spPr bwMode="auto">
          <a:xfrm>
            <a:off x="4192588" y="5072063"/>
            <a:ext cx="303212"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85" name="Rectangle 33" descr="36">
            <a:extLst>
              <a:ext uri="{FF2B5EF4-FFF2-40B4-BE49-F238E27FC236}">
                <a16:creationId xmlns:a16="http://schemas.microsoft.com/office/drawing/2014/main" id="{E8105714-A479-F701-0B52-6194A9A46A83}"/>
              </a:ext>
            </a:extLst>
          </p:cNvPr>
          <p:cNvSpPr>
            <a:spLocks noChangeArrowheads="1"/>
          </p:cNvSpPr>
          <p:nvPr/>
        </p:nvSpPr>
        <p:spPr bwMode="auto">
          <a:xfrm>
            <a:off x="4495800" y="5072063"/>
            <a:ext cx="303213"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86" name="Rectangle 32" descr="37">
            <a:extLst>
              <a:ext uri="{FF2B5EF4-FFF2-40B4-BE49-F238E27FC236}">
                <a16:creationId xmlns:a16="http://schemas.microsoft.com/office/drawing/2014/main" id="{549BEC79-B216-3AA3-5B36-3095B091C41B}"/>
              </a:ext>
            </a:extLst>
          </p:cNvPr>
          <p:cNvSpPr>
            <a:spLocks noChangeArrowheads="1"/>
          </p:cNvSpPr>
          <p:nvPr/>
        </p:nvSpPr>
        <p:spPr bwMode="auto">
          <a:xfrm>
            <a:off x="4799013" y="5072063"/>
            <a:ext cx="306387"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87" name="Rectangle 31" descr="38">
            <a:extLst>
              <a:ext uri="{FF2B5EF4-FFF2-40B4-BE49-F238E27FC236}">
                <a16:creationId xmlns:a16="http://schemas.microsoft.com/office/drawing/2014/main" id="{C896CFD6-CFC5-9A7E-CEBB-1CF1A394408B}"/>
              </a:ext>
            </a:extLst>
          </p:cNvPr>
          <p:cNvSpPr>
            <a:spLocks noChangeArrowheads="1"/>
          </p:cNvSpPr>
          <p:nvPr/>
        </p:nvSpPr>
        <p:spPr bwMode="auto">
          <a:xfrm>
            <a:off x="5105400" y="5072063"/>
            <a:ext cx="306388"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88" name="Rectangle 30" descr="39">
            <a:extLst>
              <a:ext uri="{FF2B5EF4-FFF2-40B4-BE49-F238E27FC236}">
                <a16:creationId xmlns:a16="http://schemas.microsoft.com/office/drawing/2014/main" id="{15650C4F-3BCC-05DF-B88B-13B55F96803C}"/>
              </a:ext>
            </a:extLst>
          </p:cNvPr>
          <p:cNvSpPr>
            <a:spLocks noChangeArrowheads="1"/>
          </p:cNvSpPr>
          <p:nvPr/>
        </p:nvSpPr>
        <p:spPr bwMode="auto">
          <a:xfrm>
            <a:off x="5411788" y="5072063"/>
            <a:ext cx="303212"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89" name="Rectangle 29" descr="40">
            <a:extLst>
              <a:ext uri="{FF2B5EF4-FFF2-40B4-BE49-F238E27FC236}">
                <a16:creationId xmlns:a16="http://schemas.microsoft.com/office/drawing/2014/main" id="{15B74496-B1CB-F689-22ED-27323FD1E277}"/>
              </a:ext>
            </a:extLst>
          </p:cNvPr>
          <p:cNvSpPr>
            <a:spLocks noChangeArrowheads="1"/>
          </p:cNvSpPr>
          <p:nvPr/>
        </p:nvSpPr>
        <p:spPr bwMode="auto">
          <a:xfrm>
            <a:off x="5715000" y="5072063"/>
            <a:ext cx="303213"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90" name="Rectangle 28" descr="41">
            <a:extLst>
              <a:ext uri="{FF2B5EF4-FFF2-40B4-BE49-F238E27FC236}">
                <a16:creationId xmlns:a16="http://schemas.microsoft.com/office/drawing/2014/main" id="{9FF4F4EF-A007-90E1-4076-B8D96F752477}"/>
              </a:ext>
            </a:extLst>
          </p:cNvPr>
          <p:cNvSpPr>
            <a:spLocks noChangeArrowheads="1"/>
          </p:cNvSpPr>
          <p:nvPr/>
        </p:nvSpPr>
        <p:spPr bwMode="auto">
          <a:xfrm>
            <a:off x="6018213" y="5072063"/>
            <a:ext cx="306387"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91" name="Rectangle 27" descr="42">
            <a:extLst>
              <a:ext uri="{FF2B5EF4-FFF2-40B4-BE49-F238E27FC236}">
                <a16:creationId xmlns:a16="http://schemas.microsoft.com/office/drawing/2014/main" id="{059D9737-6C4F-7366-8793-EDB20B29E756}"/>
              </a:ext>
            </a:extLst>
          </p:cNvPr>
          <p:cNvSpPr>
            <a:spLocks noChangeArrowheads="1"/>
          </p:cNvSpPr>
          <p:nvPr/>
        </p:nvSpPr>
        <p:spPr bwMode="auto">
          <a:xfrm>
            <a:off x="3886200" y="5407025"/>
            <a:ext cx="306388"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92" name="Rectangle 26" descr="43">
            <a:extLst>
              <a:ext uri="{FF2B5EF4-FFF2-40B4-BE49-F238E27FC236}">
                <a16:creationId xmlns:a16="http://schemas.microsoft.com/office/drawing/2014/main" id="{179C09F9-6E3F-9FDB-2C83-322328158994}"/>
              </a:ext>
            </a:extLst>
          </p:cNvPr>
          <p:cNvSpPr>
            <a:spLocks noChangeArrowheads="1"/>
          </p:cNvSpPr>
          <p:nvPr/>
        </p:nvSpPr>
        <p:spPr bwMode="auto">
          <a:xfrm>
            <a:off x="4192588" y="5407025"/>
            <a:ext cx="303212"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93" name="Rectangle 25" descr="44">
            <a:extLst>
              <a:ext uri="{FF2B5EF4-FFF2-40B4-BE49-F238E27FC236}">
                <a16:creationId xmlns:a16="http://schemas.microsoft.com/office/drawing/2014/main" id="{8C86BB67-FED2-743C-D445-DF3349C323B5}"/>
              </a:ext>
            </a:extLst>
          </p:cNvPr>
          <p:cNvSpPr>
            <a:spLocks noChangeArrowheads="1"/>
          </p:cNvSpPr>
          <p:nvPr/>
        </p:nvSpPr>
        <p:spPr bwMode="auto">
          <a:xfrm>
            <a:off x="4495800" y="5407025"/>
            <a:ext cx="303213"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94" name="Rectangle 24" descr="45">
            <a:extLst>
              <a:ext uri="{FF2B5EF4-FFF2-40B4-BE49-F238E27FC236}">
                <a16:creationId xmlns:a16="http://schemas.microsoft.com/office/drawing/2014/main" id="{C1DAC5F8-6DCD-BC51-A92E-721314FDE90D}"/>
              </a:ext>
            </a:extLst>
          </p:cNvPr>
          <p:cNvSpPr>
            <a:spLocks noChangeArrowheads="1"/>
          </p:cNvSpPr>
          <p:nvPr/>
        </p:nvSpPr>
        <p:spPr bwMode="auto">
          <a:xfrm>
            <a:off x="4799013" y="5407025"/>
            <a:ext cx="306387"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95" name="Rectangle 23" descr="46">
            <a:extLst>
              <a:ext uri="{FF2B5EF4-FFF2-40B4-BE49-F238E27FC236}">
                <a16:creationId xmlns:a16="http://schemas.microsoft.com/office/drawing/2014/main" id="{B8EDD45D-9C90-0835-4E24-971219DA832F}"/>
              </a:ext>
            </a:extLst>
          </p:cNvPr>
          <p:cNvSpPr>
            <a:spLocks noChangeArrowheads="1"/>
          </p:cNvSpPr>
          <p:nvPr/>
        </p:nvSpPr>
        <p:spPr bwMode="auto">
          <a:xfrm>
            <a:off x="5105400" y="5407025"/>
            <a:ext cx="306388"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96" name="Rectangle 22" descr="47">
            <a:extLst>
              <a:ext uri="{FF2B5EF4-FFF2-40B4-BE49-F238E27FC236}">
                <a16:creationId xmlns:a16="http://schemas.microsoft.com/office/drawing/2014/main" id="{BA30ABBE-87E5-07DB-6797-9D0C81228AEC}"/>
              </a:ext>
            </a:extLst>
          </p:cNvPr>
          <p:cNvSpPr>
            <a:spLocks noChangeArrowheads="1"/>
          </p:cNvSpPr>
          <p:nvPr/>
        </p:nvSpPr>
        <p:spPr bwMode="auto">
          <a:xfrm>
            <a:off x="5411788" y="5407025"/>
            <a:ext cx="303212"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97" name="Rectangle 21" descr="48">
            <a:extLst>
              <a:ext uri="{FF2B5EF4-FFF2-40B4-BE49-F238E27FC236}">
                <a16:creationId xmlns:a16="http://schemas.microsoft.com/office/drawing/2014/main" id="{7CC484E4-13E2-40BD-2FAA-2DFC532673FD}"/>
              </a:ext>
            </a:extLst>
          </p:cNvPr>
          <p:cNvSpPr>
            <a:spLocks noChangeArrowheads="1"/>
          </p:cNvSpPr>
          <p:nvPr/>
        </p:nvSpPr>
        <p:spPr bwMode="auto">
          <a:xfrm>
            <a:off x="5715000" y="5407025"/>
            <a:ext cx="303213"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98" name="Rectangle 20" descr="49">
            <a:extLst>
              <a:ext uri="{FF2B5EF4-FFF2-40B4-BE49-F238E27FC236}">
                <a16:creationId xmlns:a16="http://schemas.microsoft.com/office/drawing/2014/main" id="{17F45375-B73F-1134-8150-447C75C24C3B}"/>
              </a:ext>
            </a:extLst>
          </p:cNvPr>
          <p:cNvSpPr>
            <a:spLocks noChangeArrowheads="1"/>
          </p:cNvSpPr>
          <p:nvPr/>
        </p:nvSpPr>
        <p:spPr bwMode="auto">
          <a:xfrm>
            <a:off x="6018213" y="5407025"/>
            <a:ext cx="306387"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699" name="Rectangle 19" descr="50">
            <a:extLst>
              <a:ext uri="{FF2B5EF4-FFF2-40B4-BE49-F238E27FC236}">
                <a16:creationId xmlns:a16="http://schemas.microsoft.com/office/drawing/2014/main" id="{0817580F-9B38-9E6F-10CD-33A2835695AA}"/>
              </a:ext>
            </a:extLst>
          </p:cNvPr>
          <p:cNvSpPr>
            <a:spLocks noChangeArrowheads="1"/>
          </p:cNvSpPr>
          <p:nvPr/>
        </p:nvSpPr>
        <p:spPr bwMode="auto">
          <a:xfrm>
            <a:off x="3886200" y="5741988"/>
            <a:ext cx="306388"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00" name="Rectangle 18" descr="51">
            <a:extLst>
              <a:ext uri="{FF2B5EF4-FFF2-40B4-BE49-F238E27FC236}">
                <a16:creationId xmlns:a16="http://schemas.microsoft.com/office/drawing/2014/main" id="{31E6D969-FA6F-83FE-0FEF-566C60A28AEA}"/>
              </a:ext>
            </a:extLst>
          </p:cNvPr>
          <p:cNvSpPr>
            <a:spLocks noChangeArrowheads="1"/>
          </p:cNvSpPr>
          <p:nvPr/>
        </p:nvSpPr>
        <p:spPr bwMode="auto">
          <a:xfrm>
            <a:off x="4192588" y="5741988"/>
            <a:ext cx="303212"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01" name="Rectangle 17" descr="52">
            <a:extLst>
              <a:ext uri="{FF2B5EF4-FFF2-40B4-BE49-F238E27FC236}">
                <a16:creationId xmlns:a16="http://schemas.microsoft.com/office/drawing/2014/main" id="{EABEAB4A-CE3D-D2C9-B832-F5964826EB1B}"/>
              </a:ext>
            </a:extLst>
          </p:cNvPr>
          <p:cNvSpPr>
            <a:spLocks noChangeArrowheads="1"/>
          </p:cNvSpPr>
          <p:nvPr/>
        </p:nvSpPr>
        <p:spPr bwMode="auto">
          <a:xfrm>
            <a:off x="4495800" y="5741988"/>
            <a:ext cx="303213"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02" name="Rectangle 16" descr="53">
            <a:extLst>
              <a:ext uri="{FF2B5EF4-FFF2-40B4-BE49-F238E27FC236}">
                <a16:creationId xmlns:a16="http://schemas.microsoft.com/office/drawing/2014/main" id="{9BD42877-23D3-69D4-8876-7F3A578918F8}"/>
              </a:ext>
            </a:extLst>
          </p:cNvPr>
          <p:cNvSpPr>
            <a:spLocks noChangeArrowheads="1"/>
          </p:cNvSpPr>
          <p:nvPr/>
        </p:nvSpPr>
        <p:spPr bwMode="auto">
          <a:xfrm>
            <a:off x="4799013" y="5741988"/>
            <a:ext cx="306387"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03" name="Rectangle 15" descr="54">
            <a:extLst>
              <a:ext uri="{FF2B5EF4-FFF2-40B4-BE49-F238E27FC236}">
                <a16:creationId xmlns:a16="http://schemas.microsoft.com/office/drawing/2014/main" id="{17C7769E-FEAA-7EBC-5B3D-9A283649D3EA}"/>
              </a:ext>
            </a:extLst>
          </p:cNvPr>
          <p:cNvSpPr>
            <a:spLocks noChangeArrowheads="1"/>
          </p:cNvSpPr>
          <p:nvPr/>
        </p:nvSpPr>
        <p:spPr bwMode="auto">
          <a:xfrm>
            <a:off x="5105400" y="5741988"/>
            <a:ext cx="306388"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04" name="Rectangle 14" descr="55">
            <a:extLst>
              <a:ext uri="{FF2B5EF4-FFF2-40B4-BE49-F238E27FC236}">
                <a16:creationId xmlns:a16="http://schemas.microsoft.com/office/drawing/2014/main" id="{402B7009-F965-4566-9DCE-88DA2B1C0521}"/>
              </a:ext>
            </a:extLst>
          </p:cNvPr>
          <p:cNvSpPr>
            <a:spLocks noChangeArrowheads="1"/>
          </p:cNvSpPr>
          <p:nvPr/>
        </p:nvSpPr>
        <p:spPr bwMode="auto">
          <a:xfrm>
            <a:off x="5411788" y="5741988"/>
            <a:ext cx="303212"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05" name="Rectangle 13" descr="56">
            <a:extLst>
              <a:ext uri="{FF2B5EF4-FFF2-40B4-BE49-F238E27FC236}">
                <a16:creationId xmlns:a16="http://schemas.microsoft.com/office/drawing/2014/main" id="{372DFD71-103B-3818-9A51-71D2E4A2C8E0}"/>
              </a:ext>
            </a:extLst>
          </p:cNvPr>
          <p:cNvSpPr>
            <a:spLocks noChangeArrowheads="1"/>
          </p:cNvSpPr>
          <p:nvPr/>
        </p:nvSpPr>
        <p:spPr bwMode="auto">
          <a:xfrm>
            <a:off x="5715000" y="5741988"/>
            <a:ext cx="303213"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06" name="Rectangle 12" descr="57">
            <a:extLst>
              <a:ext uri="{FF2B5EF4-FFF2-40B4-BE49-F238E27FC236}">
                <a16:creationId xmlns:a16="http://schemas.microsoft.com/office/drawing/2014/main" id="{6ABEBC11-BAC7-3F64-CD62-667DE8F00C51}"/>
              </a:ext>
            </a:extLst>
          </p:cNvPr>
          <p:cNvSpPr>
            <a:spLocks noChangeArrowheads="1"/>
          </p:cNvSpPr>
          <p:nvPr/>
        </p:nvSpPr>
        <p:spPr bwMode="auto">
          <a:xfrm>
            <a:off x="6018213" y="5741988"/>
            <a:ext cx="306387"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07" name="Rectangle 11" descr="58">
            <a:extLst>
              <a:ext uri="{FF2B5EF4-FFF2-40B4-BE49-F238E27FC236}">
                <a16:creationId xmlns:a16="http://schemas.microsoft.com/office/drawing/2014/main" id="{171118C7-C438-958B-AFF3-D332609AE45A}"/>
              </a:ext>
            </a:extLst>
          </p:cNvPr>
          <p:cNvSpPr>
            <a:spLocks noChangeArrowheads="1"/>
          </p:cNvSpPr>
          <p:nvPr/>
        </p:nvSpPr>
        <p:spPr bwMode="auto">
          <a:xfrm>
            <a:off x="3886200" y="6076950"/>
            <a:ext cx="306388"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08" name="Rectangle 10" descr="59">
            <a:extLst>
              <a:ext uri="{FF2B5EF4-FFF2-40B4-BE49-F238E27FC236}">
                <a16:creationId xmlns:a16="http://schemas.microsoft.com/office/drawing/2014/main" id="{21FCA93D-6F07-2FB8-681E-E70E6BBB2637}"/>
              </a:ext>
            </a:extLst>
          </p:cNvPr>
          <p:cNvSpPr>
            <a:spLocks noChangeArrowheads="1"/>
          </p:cNvSpPr>
          <p:nvPr/>
        </p:nvSpPr>
        <p:spPr bwMode="auto">
          <a:xfrm>
            <a:off x="4192588" y="6076950"/>
            <a:ext cx="303212"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09" name="Rectangle 9" descr="60">
            <a:extLst>
              <a:ext uri="{FF2B5EF4-FFF2-40B4-BE49-F238E27FC236}">
                <a16:creationId xmlns:a16="http://schemas.microsoft.com/office/drawing/2014/main" id="{FAF3A8DB-0529-31C0-BDB1-8A50C0311999}"/>
              </a:ext>
            </a:extLst>
          </p:cNvPr>
          <p:cNvSpPr>
            <a:spLocks noChangeArrowheads="1"/>
          </p:cNvSpPr>
          <p:nvPr/>
        </p:nvSpPr>
        <p:spPr bwMode="auto">
          <a:xfrm>
            <a:off x="4495800" y="6076950"/>
            <a:ext cx="303213"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10" name="Rectangle 8" descr="61">
            <a:extLst>
              <a:ext uri="{FF2B5EF4-FFF2-40B4-BE49-F238E27FC236}">
                <a16:creationId xmlns:a16="http://schemas.microsoft.com/office/drawing/2014/main" id="{63F9FCC3-1BBF-A9A6-4F39-06775BC65AA1}"/>
              </a:ext>
            </a:extLst>
          </p:cNvPr>
          <p:cNvSpPr>
            <a:spLocks noChangeArrowheads="1"/>
          </p:cNvSpPr>
          <p:nvPr/>
        </p:nvSpPr>
        <p:spPr bwMode="auto">
          <a:xfrm>
            <a:off x="4799013" y="6076950"/>
            <a:ext cx="306387"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11" name="Rectangle 7" descr="62">
            <a:extLst>
              <a:ext uri="{FF2B5EF4-FFF2-40B4-BE49-F238E27FC236}">
                <a16:creationId xmlns:a16="http://schemas.microsoft.com/office/drawing/2014/main" id="{8E90D2C5-A22B-8B2B-B3B3-38E8B27B9FFC}"/>
              </a:ext>
            </a:extLst>
          </p:cNvPr>
          <p:cNvSpPr>
            <a:spLocks noChangeArrowheads="1"/>
          </p:cNvSpPr>
          <p:nvPr/>
        </p:nvSpPr>
        <p:spPr bwMode="auto">
          <a:xfrm>
            <a:off x="5105400" y="6076950"/>
            <a:ext cx="306388"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12" name="Rectangle 6" descr="63">
            <a:extLst>
              <a:ext uri="{FF2B5EF4-FFF2-40B4-BE49-F238E27FC236}">
                <a16:creationId xmlns:a16="http://schemas.microsoft.com/office/drawing/2014/main" id="{31B6C41B-2FC9-331E-7A3C-A1A5D3C5C967}"/>
              </a:ext>
            </a:extLst>
          </p:cNvPr>
          <p:cNvSpPr>
            <a:spLocks noChangeArrowheads="1"/>
          </p:cNvSpPr>
          <p:nvPr/>
        </p:nvSpPr>
        <p:spPr bwMode="auto">
          <a:xfrm>
            <a:off x="5411788" y="6076950"/>
            <a:ext cx="303212"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13" name="Rectangle 5" descr="64">
            <a:extLst>
              <a:ext uri="{FF2B5EF4-FFF2-40B4-BE49-F238E27FC236}">
                <a16:creationId xmlns:a16="http://schemas.microsoft.com/office/drawing/2014/main" id="{AF275FC4-D7CA-2EFF-1BC8-D051E82D2D7A}"/>
              </a:ext>
            </a:extLst>
          </p:cNvPr>
          <p:cNvSpPr>
            <a:spLocks noChangeArrowheads="1"/>
          </p:cNvSpPr>
          <p:nvPr/>
        </p:nvSpPr>
        <p:spPr bwMode="auto">
          <a:xfrm>
            <a:off x="5715000" y="6076950"/>
            <a:ext cx="303213"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14" name="Rectangle 4" descr="65">
            <a:extLst>
              <a:ext uri="{FF2B5EF4-FFF2-40B4-BE49-F238E27FC236}">
                <a16:creationId xmlns:a16="http://schemas.microsoft.com/office/drawing/2014/main" id="{FC70B64A-BB28-F00D-2A34-3127BCF0EF34}"/>
              </a:ext>
            </a:extLst>
          </p:cNvPr>
          <p:cNvSpPr>
            <a:spLocks noChangeArrowheads="1"/>
          </p:cNvSpPr>
          <p:nvPr/>
        </p:nvSpPr>
        <p:spPr bwMode="auto">
          <a:xfrm>
            <a:off x="6018213" y="6076950"/>
            <a:ext cx="306387"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15" name="Line 68">
            <a:extLst>
              <a:ext uri="{FF2B5EF4-FFF2-40B4-BE49-F238E27FC236}">
                <a16:creationId xmlns:a16="http://schemas.microsoft.com/office/drawing/2014/main" id="{E0AA0716-9898-AE20-9B58-984EEBD5148D}"/>
              </a:ext>
            </a:extLst>
          </p:cNvPr>
          <p:cNvSpPr>
            <a:spLocks noChangeShapeType="1"/>
          </p:cNvSpPr>
          <p:nvPr/>
        </p:nvSpPr>
        <p:spPr bwMode="auto">
          <a:xfrm>
            <a:off x="3886200" y="3732213"/>
            <a:ext cx="2438400" cy="0"/>
          </a:xfrm>
          <a:prstGeom prst="line">
            <a:avLst/>
          </a:prstGeom>
          <a:noFill/>
          <a:ln w="28575" cap="sq">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716" name="Line 69">
            <a:extLst>
              <a:ext uri="{FF2B5EF4-FFF2-40B4-BE49-F238E27FC236}">
                <a16:creationId xmlns:a16="http://schemas.microsoft.com/office/drawing/2014/main" id="{398DF640-9AB1-925B-9783-BD5E8034F55C}"/>
              </a:ext>
            </a:extLst>
          </p:cNvPr>
          <p:cNvSpPr>
            <a:spLocks noChangeShapeType="1"/>
          </p:cNvSpPr>
          <p:nvPr/>
        </p:nvSpPr>
        <p:spPr bwMode="auto">
          <a:xfrm>
            <a:off x="3886200" y="4067175"/>
            <a:ext cx="2438400" cy="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717" name="Line 70">
            <a:extLst>
              <a:ext uri="{FF2B5EF4-FFF2-40B4-BE49-F238E27FC236}">
                <a16:creationId xmlns:a16="http://schemas.microsoft.com/office/drawing/2014/main" id="{01B239FF-DBE0-479D-A43A-050E4D3DB063}"/>
              </a:ext>
            </a:extLst>
          </p:cNvPr>
          <p:cNvSpPr>
            <a:spLocks noChangeShapeType="1"/>
          </p:cNvSpPr>
          <p:nvPr/>
        </p:nvSpPr>
        <p:spPr bwMode="auto">
          <a:xfrm>
            <a:off x="3886200" y="4402138"/>
            <a:ext cx="2438400" cy="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718" name="Line 71">
            <a:extLst>
              <a:ext uri="{FF2B5EF4-FFF2-40B4-BE49-F238E27FC236}">
                <a16:creationId xmlns:a16="http://schemas.microsoft.com/office/drawing/2014/main" id="{489BA4BC-8D0F-B7CA-754D-58664456B171}"/>
              </a:ext>
            </a:extLst>
          </p:cNvPr>
          <p:cNvSpPr>
            <a:spLocks noChangeShapeType="1"/>
          </p:cNvSpPr>
          <p:nvPr/>
        </p:nvSpPr>
        <p:spPr bwMode="auto">
          <a:xfrm>
            <a:off x="3886200" y="4737100"/>
            <a:ext cx="2438400" cy="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719" name="Line 72">
            <a:extLst>
              <a:ext uri="{FF2B5EF4-FFF2-40B4-BE49-F238E27FC236}">
                <a16:creationId xmlns:a16="http://schemas.microsoft.com/office/drawing/2014/main" id="{238B2C8C-CA37-F7C7-FCE8-2AE0BCA97169}"/>
              </a:ext>
            </a:extLst>
          </p:cNvPr>
          <p:cNvSpPr>
            <a:spLocks noChangeShapeType="1"/>
          </p:cNvSpPr>
          <p:nvPr/>
        </p:nvSpPr>
        <p:spPr bwMode="auto">
          <a:xfrm>
            <a:off x="3886200" y="5072063"/>
            <a:ext cx="2438400" cy="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720" name="Line 73">
            <a:extLst>
              <a:ext uri="{FF2B5EF4-FFF2-40B4-BE49-F238E27FC236}">
                <a16:creationId xmlns:a16="http://schemas.microsoft.com/office/drawing/2014/main" id="{FD9A9AAD-07E6-887E-35D2-DBE0322A68B0}"/>
              </a:ext>
            </a:extLst>
          </p:cNvPr>
          <p:cNvSpPr>
            <a:spLocks noChangeShapeType="1"/>
          </p:cNvSpPr>
          <p:nvPr/>
        </p:nvSpPr>
        <p:spPr bwMode="auto">
          <a:xfrm>
            <a:off x="3886200" y="5407025"/>
            <a:ext cx="2438400" cy="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721" name="Line 74">
            <a:extLst>
              <a:ext uri="{FF2B5EF4-FFF2-40B4-BE49-F238E27FC236}">
                <a16:creationId xmlns:a16="http://schemas.microsoft.com/office/drawing/2014/main" id="{B68C5E24-7428-048E-143D-7686C950F709}"/>
              </a:ext>
            </a:extLst>
          </p:cNvPr>
          <p:cNvSpPr>
            <a:spLocks noChangeShapeType="1"/>
          </p:cNvSpPr>
          <p:nvPr/>
        </p:nvSpPr>
        <p:spPr bwMode="auto">
          <a:xfrm>
            <a:off x="3886200" y="5741988"/>
            <a:ext cx="2438400" cy="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722" name="Line 75">
            <a:extLst>
              <a:ext uri="{FF2B5EF4-FFF2-40B4-BE49-F238E27FC236}">
                <a16:creationId xmlns:a16="http://schemas.microsoft.com/office/drawing/2014/main" id="{C89D64D0-2731-7095-2CF5-50E0D59810DB}"/>
              </a:ext>
            </a:extLst>
          </p:cNvPr>
          <p:cNvSpPr>
            <a:spLocks noChangeShapeType="1"/>
          </p:cNvSpPr>
          <p:nvPr/>
        </p:nvSpPr>
        <p:spPr bwMode="auto">
          <a:xfrm>
            <a:off x="3886200" y="6076950"/>
            <a:ext cx="2438400" cy="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723" name="Line 76">
            <a:extLst>
              <a:ext uri="{FF2B5EF4-FFF2-40B4-BE49-F238E27FC236}">
                <a16:creationId xmlns:a16="http://schemas.microsoft.com/office/drawing/2014/main" id="{FA5F5177-F2D5-DA7E-D966-A06249170882}"/>
              </a:ext>
            </a:extLst>
          </p:cNvPr>
          <p:cNvSpPr>
            <a:spLocks noChangeShapeType="1"/>
          </p:cNvSpPr>
          <p:nvPr/>
        </p:nvSpPr>
        <p:spPr bwMode="auto">
          <a:xfrm>
            <a:off x="3886200" y="6411913"/>
            <a:ext cx="2438400" cy="0"/>
          </a:xfrm>
          <a:prstGeom prst="line">
            <a:avLst/>
          </a:prstGeom>
          <a:noFill/>
          <a:ln w="28575" cap="sq">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724" name="Line 77">
            <a:extLst>
              <a:ext uri="{FF2B5EF4-FFF2-40B4-BE49-F238E27FC236}">
                <a16:creationId xmlns:a16="http://schemas.microsoft.com/office/drawing/2014/main" id="{BC2E6736-32B4-EF91-D1C6-ED7BCD96D425}"/>
              </a:ext>
            </a:extLst>
          </p:cNvPr>
          <p:cNvSpPr>
            <a:spLocks noChangeShapeType="1"/>
          </p:cNvSpPr>
          <p:nvPr/>
        </p:nvSpPr>
        <p:spPr bwMode="auto">
          <a:xfrm>
            <a:off x="3886200" y="3732213"/>
            <a:ext cx="0" cy="2679700"/>
          </a:xfrm>
          <a:prstGeom prst="line">
            <a:avLst/>
          </a:prstGeom>
          <a:noFill/>
          <a:ln w="28575" cap="sq">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725" name="Line 78">
            <a:extLst>
              <a:ext uri="{FF2B5EF4-FFF2-40B4-BE49-F238E27FC236}">
                <a16:creationId xmlns:a16="http://schemas.microsoft.com/office/drawing/2014/main" id="{E5CEFF1D-5EF5-BF06-D971-EC5AD16C9849}"/>
              </a:ext>
            </a:extLst>
          </p:cNvPr>
          <p:cNvSpPr>
            <a:spLocks noChangeShapeType="1"/>
          </p:cNvSpPr>
          <p:nvPr/>
        </p:nvSpPr>
        <p:spPr bwMode="auto">
          <a:xfrm>
            <a:off x="4192588" y="3732213"/>
            <a:ext cx="0" cy="267970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726" name="Line 79">
            <a:extLst>
              <a:ext uri="{FF2B5EF4-FFF2-40B4-BE49-F238E27FC236}">
                <a16:creationId xmlns:a16="http://schemas.microsoft.com/office/drawing/2014/main" id="{6ED45D2D-47D4-D046-633F-5B93394BF7B4}"/>
              </a:ext>
            </a:extLst>
          </p:cNvPr>
          <p:cNvSpPr>
            <a:spLocks noChangeShapeType="1"/>
          </p:cNvSpPr>
          <p:nvPr/>
        </p:nvSpPr>
        <p:spPr bwMode="auto">
          <a:xfrm>
            <a:off x="4495800" y="3732213"/>
            <a:ext cx="0" cy="267970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727" name="Line 80">
            <a:extLst>
              <a:ext uri="{FF2B5EF4-FFF2-40B4-BE49-F238E27FC236}">
                <a16:creationId xmlns:a16="http://schemas.microsoft.com/office/drawing/2014/main" id="{701AE652-903C-B5C6-97EC-CCDF0EB7DE36}"/>
              </a:ext>
            </a:extLst>
          </p:cNvPr>
          <p:cNvSpPr>
            <a:spLocks noChangeShapeType="1"/>
          </p:cNvSpPr>
          <p:nvPr/>
        </p:nvSpPr>
        <p:spPr bwMode="auto">
          <a:xfrm>
            <a:off x="4799013" y="3732213"/>
            <a:ext cx="0" cy="267970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728" name="Line 81">
            <a:extLst>
              <a:ext uri="{FF2B5EF4-FFF2-40B4-BE49-F238E27FC236}">
                <a16:creationId xmlns:a16="http://schemas.microsoft.com/office/drawing/2014/main" id="{D698941C-C019-8719-745E-D840F9BAC592}"/>
              </a:ext>
            </a:extLst>
          </p:cNvPr>
          <p:cNvSpPr>
            <a:spLocks noChangeShapeType="1"/>
          </p:cNvSpPr>
          <p:nvPr/>
        </p:nvSpPr>
        <p:spPr bwMode="auto">
          <a:xfrm>
            <a:off x="5105400" y="3732213"/>
            <a:ext cx="0" cy="267970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729" name="Line 82">
            <a:extLst>
              <a:ext uri="{FF2B5EF4-FFF2-40B4-BE49-F238E27FC236}">
                <a16:creationId xmlns:a16="http://schemas.microsoft.com/office/drawing/2014/main" id="{E3DCE62B-C98E-8272-E6C8-A2B9A53A77F4}"/>
              </a:ext>
            </a:extLst>
          </p:cNvPr>
          <p:cNvSpPr>
            <a:spLocks noChangeShapeType="1"/>
          </p:cNvSpPr>
          <p:nvPr/>
        </p:nvSpPr>
        <p:spPr bwMode="auto">
          <a:xfrm>
            <a:off x="5411788" y="3732213"/>
            <a:ext cx="0" cy="267970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730" name="Line 83">
            <a:extLst>
              <a:ext uri="{FF2B5EF4-FFF2-40B4-BE49-F238E27FC236}">
                <a16:creationId xmlns:a16="http://schemas.microsoft.com/office/drawing/2014/main" id="{5AA78BAA-6C93-AB17-6115-86CA3B004110}"/>
              </a:ext>
            </a:extLst>
          </p:cNvPr>
          <p:cNvSpPr>
            <a:spLocks noChangeShapeType="1"/>
          </p:cNvSpPr>
          <p:nvPr/>
        </p:nvSpPr>
        <p:spPr bwMode="auto">
          <a:xfrm>
            <a:off x="5715000" y="3732213"/>
            <a:ext cx="0" cy="267970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731" name="Line 84">
            <a:extLst>
              <a:ext uri="{FF2B5EF4-FFF2-40B4-BE49-F238E27FC236}">
                <a16:creationId xmlns:a16="http://schemas.microsoft.com/office/drawing/2014/main" id="{E8CAF5DB-6BE2-E6BE-ECCD-A935D3BBE9B5}"/>
              </a:ext>
            </a:extLst>
          </p:cNvPr>
          <p:cNvSpPr>
            <a:spLocks noChangeShapeType="1"/>
          </p:cNvSpPr>
          <p:nvPr/>
        </p:nvSpPr>
        <p:spPr bwMode="auto">
          <a:xfrm>
            <a:off x="6018213" y="3732213"/>
            <a:ext cx="0" cy="267970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732" name="Line 85">
            <a:extLst>
              <a:ext uri="{FF2B5EF4-FFF2-40B4-BE49-F238E27FC236}">
                <a16:creationId xmlns:a16="http://schemas.microsoft.com/office/drawing/2014/main" id="{D569A2FA-8127-744F-51B5-6480D8150298}"/>
              </a:ext>
            </a:extLst>
          </p:cNvPr>
          <p:cNvSpPr>
            <a:spLocks noChangeShapeType="1"/>
          </p:cNvSpPr>
          <p:nvPr/>
        </p:nvSpPr>
        <p:spPr bwMode="auto">
          <a:xfrm>
            <a:off x="6324600" y="3732213"/>
            <a:ext cx="0" cy="2679700"/>
          </a:xfrm>
          <a:prstGeom prst="line">
            <a:avLst/>
          </a:prstGeom>
          <a:noFill/>
          <a:ln w="28575" cap="sq">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733" name="Rectangle 150" descr="84">
            <a:extLst>
              <a:ext uri="{FF2B5EF4-FFF2-40B4-BE49-F238E27FC236}">
                <a16:creationId xmlns:a16="http://schemas.microsoft.com/office/drawing/2014/main" id="{34B32529-0E84-38CD-26B6-52E60C6F5DEA}"/>
              </a:ext>
            </a:extLst>
          </p:cNvPr>
          <p:cNvSpPr>
            <a:spLocks noChangeArrowheads="1"/>
          </p:cNvSpPr>
          <p:nvPr/>
        </p:nvSpPr>
        <p:spPr bwMode="auto">
          <a:xfrm>
            <a:off x="6553200" y="3732213"/>
            <a:ext cx="306388"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34" name="Rectangle 149" descr="85">
            <a:extLst>
              <a:ext uri="{FF2B5EF4-FFF2-40B4-BE49-F238E27FC236}">
                <a16:creationId xmlns:a16="http://schemas.microsoft.com/office/drawing/2014/main" id="{F8E5CE2D-0AA0-FCBE-1FDE-4D595874F6B0}"/>
              </a:ext>
            </a:extLst>
          </p:cNvPr>
          <p:cNvSpPr>
            <a:spLocks noChangeArrowheads="1"/>
          </p:cNvSpPr>
          <p:nvPr/>
        </p:nvSpPr>
        <p:spPr bwMode="auto">
          <a:xfrm>
            <a:off x="6859588" y="3732213"/>
            <a:ext cx="303212"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35" name="Rectangle 148" descr="86">
            <a:extLst>
              <a:ext uri="{FF2B5EF4-FFF2-40B4-BE49-F238E27FC236}">
                <a16:creationId xmlns:a16="http://schemas.microsoft.com/office/drawing/2014/main" id="{080E5A8B-E8E9-837D-F0A3-9610831A6CEF}"/>
              </a:ext>
            </a:extLst>
          </p:cNvPr>
          <p:cNvSpPr>
            <a:spLocks noChangeArrowheads="1"/>
          </p:cNvSpPr>
          <p:nvPr/>
        </p:nvSpPr>
        <p:spPr bwMode="auto">
          <a:xfrm>
            <a:off x="7162800" y="3732213"/>
            <a:ext cx="303213"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36" name="Rectangle 147" descr="87">
            <a:extLst>
              <a:ext uri="{FF2B5EF4-FFF2-40B4-BE49-F238E27FC236}">
                <a16:creationId xmlns:a16="http://schemas.microsoft.com/office/drawing/2014/main" id="{24F4F084-54B3-4AC5-B4F8-96593D5B0F30}"/>
              </a:ext>
            </a:extLst>
          </p:cNvPr>
          <p:cNvSpPr>
            <a:spLocks noChangeArrowheads="1"/>
          </p:cNvSpPr>
          <p:nvPr/>
        </p:nvSpPr>
        <p:spPr bwMode="auto">
          <a:xfrm>
            <a:off x="7466013" y="3732213"/>
            <a:ext cx="306387"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37" name="Rectangle 146" descr="88">
            <a:extLst>
              <a:ext uri="{FF2B5EF4-FFF2-40B4-BE49-F238E27FC236}">
                <a16:creationId xmlns:a16="http://schemas.microsoft.com/office/drawing/2014/main" id="{1E5A202B-DCF3-5838-5E64-5CE2D2700434}"/>
              </a:ext>
            </a:extLst>
          </p:cNvPr>
          <p:cNvSpPr>
            <a:spLocks noChangeArrowheads="1"/>
          </p:cNvSpPr>
          <p:nvPr/>
        </p:nvSpPr>
        <p:spPr bwMode="auto">
          <a:xfrm>
            <a:off x="7772400" y="3732213"/>
            <a:ext cx="306388"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38" name="Rectangle 145" descr="89">
            <a:extLst>
              <a:ext uri="{FF2B5EF4-FFF2-40B4-BE49-F238E27FC236}">
                <a16:creationId xmlns:a16="http://schemas.microsoft.com/office/drawing/2014/main" id="{6FECD527-DE47-A65B-8CF9-1F7D877BA941}"/>
              </a:ext>
            </a:extLst>
          </p:cNvPr>
          <p:cNvSpPr>
            <a:spLocks noChangeArrowheads="1"/>
          </p:cNvSpPr>
          <p:nvPr/>
        </p:nvSpPr>
        <p:spPr bwMode="auto">
          <a:xfrm>
            <a:off x="8078788" y="3732213"/>
            <a:ext cx="303212"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39" name="Rectangle 144" descr="90">
            <a:extLst>
              <a:ext uri="{FF2B5EF4-FFF2-40B4-BE49-F238E27FC236}">
                <a16:creationId xmlns:a16="http://schemas.microsoft.com/office/drawing/2014/main" id="{C2206F43-3E65-ED0B-F68D-941148B578D4}"/>
              </a:ext>
            </a:extLst>
          </p:cNvPr>
          <p:cNvSpPr>
            <a:spLocks noChangeArrowheads="1"/>
          </p:cNvSpPr>
          <p:nvPr/>
        </p:nvSpPr>
        <p:spPr bwMode="auto">
          <a:xfrm>
            <a:off x="8382000" y="3732213"/>
            <a:ext cx="303213"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40" name="Rectangle 143" descr="91">
            <a:extLst>
              <a:ext uri="{FF2B5EF4-FFF2-40B4-BE49-F238E27FC236}">
                <a16:creationId xmlns:a16="http://schemas.microsoft.com/office/drawing/2014/main" id="{FD4892E5-F2A8-4F73-EC23-B9012BBDC024}"/>
              </a:ext>
            </a:extLst>
          </p:cNvPr>
          <p:cNvSpPr>
            <a:spLocks noChangeArrowheads="1"/>
          </p:cNvSpPr>
          <p:nvPr/>
        </p:nvSpPr>
        <p:spPr bwMode="auto">
          <a:xfrm>
            <a:off x="8685213" y="3732213"/>
            <a:ext cx="306387"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41" name="Rectangle 142" descr="92">
            <a:extLst>
              <a:ext uri="{FF2B5EF4-FFF2-40B4-BE49-F238E27FC236}">
                <a16:creationId xmlns:a16="http://schemas.microsoft.com/office/drawing/2014/main" id="{76C4AF16-59A8-AC25-674C-621048B9BF00}"/>
              </a:ext>
            </a:extLst>
          </p:cNvPr>
          <p:cNvSpPr>
            <a:spLocks noChangeArrowheads="1"/>
          </p:cNvSpPr>
          <p:nvPr/>
        </p:nvSpPr>
        <p:spPr bwMode="auto">
          <a:xfrm>
            <a:off x="6553200" y="4067175"/>
            <a:ext cx="306388"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42" name="Rectangle 141" descr="93">
            <a:extLst>
              <a:ext uri="{FF2B5EF4-FFF2-40B4-BE49-F238E27FC236}">
                <a16:creationId xmlns:a16="http://schemas.microsoft.com/office/drawing/2014/main" id="{673F7F98-402D-BAAB-6713-5DBA8A46140B}"/>
              </a:ext>
            </a:extLst>
          </p:cNvPr>
          <p:cNvSpPr>
            <a:spLocks noChangeArrowheads="1"/>
          </p:cNvSpPr>
          <p:nvPr/>
        </p:nvSpPr>
        <p:spPr bwMode="auto">
          <a:xfrm>
            <a:off x="6859588" y="4067175"/>
            <a:ext cx="303212"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43" name="Rectangle 140" descr="94">
            <a:extLst>
              <a:ext uri="{FF2B5EF4-FFF2-40B4-BE49-F238E27FC236}">
                <a16:creationId xmlns:a16="http://schemas.microsoft.com/office/drawing/2014/main" id="{323A78D4-FBD2-FB31-597B-B562031EEADB}"/>
              </a:ext>
            </a:extLst>
          </p:cNvPr>
          <p:cNvSpPr>
            <a:spLocks noChangeArrowheads="1"/>
          </p:cNvSpPr>
          <p:nvPr/>
        </p:nvSpPr>
        <p:spPr bwMode="auto">
          <a:xfrm>
            <a:off x="7162800" y="4067175"/>
            <a:ext cx="303213"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44" name="Rectangle 139" descr="95">
            <a:extLst>
              <a:ext uri="{FF2B5EF4-FFF2-40B4-BE49-F238E27FC236}">
                <a16:creationId xmlns:a16="http://schemas.microsoft.com/office/drawing/2014/main" id="{4287B528-6838-4DEE-BC80-F626A9E51D40}"/>
              </a:ext>
            </a:extLst>
          </p:cNvPr>
          <p:cNvSpPr>
            <a:spLocks noChangeArrowheads="1"/>
          </p:cNvSpPr>
          <p:nvPr/>
        </p:nvSpPr>
        <p:spPr bwMode="auto">
          <a:xfrm>
            <a:off x="7466013" y="4067175"/>
            <a:ext cx="306387"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45" name="Rectangle 138" descr="96">
            <a:extLst>
              <a:ext uri="{FF2B5EF4-FFF2-40B4-BE49-F238E27FC236}">
                <a16:creationId xmlns:a16="http://schemas.microsoft.com/office/drawing/2014/main" id="{0D58609B-6896-425A-161F-EF530A3683CC}"/>
              </a:ext>
            </a:extLst>
          </p:cNvPr>
          <p:cNvSpPr>
            <a:spLocks noChangeArrowheads="1"/>
          </p:cNvSpPr>
          <p:nvPr/>
        </p:nvSpPr>
        <p:spPr bwMode="auto">
          <a:xfrm>
            <a:off x="7772400" y="4067175"/>
            <a:ext cx="306388"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46" name="Rectangle 137" descr="97">
            <a:extLst>
              <a:ext uri="{FF2B5EF4-FFF2-40B4-BE49-F238E27FC236}">
                <a16:creationId xmlns:a16="http://schemas.microsoft.com/office/drawing/2014/main" id="{140BAC99-B6A5-D3CD-1491-2CB260B6A1C4}"/>
              </a:ext>
            </a:extLst>
          </p:cNvPr>
          <p:cNvSpPr>
            <a:spLocks noChangeArrowheads="1"/>
          </p:cNvSpPr>
          <p:nvPr/>
        </p:nvSpPr>
        <p:spPr bwMode="auto">
          <a:xfrm>
            <a:off x="8078788" y="4067175"/>
            <a:ext cx="303212"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47" name="Rectangle 136" descr="98">
            <a:extLst>
              <a:ext uri="{FF2B5EF4-FFF2-40B4-BE49-F238E27FC236}">
                <a16:creationId xmlns:a16="http://schemas.microsoft.com/office/drawing/2014/main" id="{B6B3014F-5296-1E09-8CEF-FDB2106854C2}"/>
              </a:ext>
            </a:extLst>
          </p:cNvPr>
          <p:cNvSpPr>
            <a:spLocks noChangeArrowheads="1"/>
          </p:cNvSpPr>
          <p:nvPr/>
        </p:nvSpPr>
        <p:spPr bwMode="auto">
          <a:xfrm>
            <a:off x="8382000" y="4067175"/>
            <a:ext cx="303213"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48" name="Rectangle 135" descr="99">
            <a:extLst>
              <a:ext uri="{FF2B5EF4-FFF2-40B4-BE49-F238E27FC236}">
                <a16:creationId xmlns:a16="http://schemas.microsoft.com/office/drawing/2014/main" id="{28A618B6-C386-1D35-CAA1-97BC52E736DD}"/>
              </a:ext>
            </a:extLst>
          </p:cNvPr>
          <p:cNvSpPr>
            <a:spLocks noChangeArrowheads="1"/>
          </p:cNvSpPr>
          <p:nvPr/>
        </p:nvSpPr>
        <p:spPr bwMode="auto">
          <a:xfrm>
            <a:off x="8685213" y="4067175"/>
            <a:ext cx="306387"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49" name="Rectangle 134" descr="100">
            <a:extLst>
              <a:ext uri="{FF2B5EF4-FFF2-40B4-BE49-F238E27FC236}">
                <a16:creationId xmlns:a16="http://schemas.microsoft.com/office/drawing/2014/main" id="{014E11F0-6B14-EE19-1779-8C8E40055FF4}"/>
              </a:ext>
            </a:extLst>
          </p:cNvPr>
          <p:cNvSpPr>
            <a:spLocks noChangeArrowheads="1"/>
          </p:cNvSpPr>
          <p:nvPr/>
        </p:nvSpPr>
        <p:spPr bwMode="auto">
          <a:xfrm>
            <a:off x="6553200" y="4402138"/>
            <a:ext cx="306388"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50" name="Rectangle 133" descr="101">
            <a:extLst>
              <a:ext uri="{FF2B5EF4-FFF2-40B4-BE49-F238E27FC236}">
                <a16:creationId xmlns:a16="http://schemas.microsoft.com/office/drawing/2014/main" id="{67D2D499-AF69-8C9C-E3F0-4FAA62181B5B}"/>
              </a:ext>
            </a:extLst>
          </p:cNvPr>
          <p:cNvSpPr>
            <a:spLocks noChangeArrowheads="1"/>
          </p:cNvSpPr>
          <p:nvPr/>
        </p:nvSpPr>
        <p:spPr bwMode="auto">
          <a:xfrm>
            <a:off x="6859588" y="4402138"/>
            <a:ext cx="303212"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51" name="Rectangle 132" descr="102">
            <a:extLst>
              <a:ext uri="{FF2B5EF4-FFF2-40B4-BE49-F238E27FC236}">
                <a16:creationId xmlns:a16="http://schemas.microsoft.com/office/drawing/2014/main" id="{C79B80CC-2A0F-BD68-78B8-7A756EF675A8}"/>
              </a:ext>
            </a:extLst>
          </p:cNvPr>
          <p:cNvSpPr>
            <a:spLocks noChangeArrowheads="1"/>
          </p:cNvSpPr>
          <p:nvPr/>
        </p:nvSpPr>
        <p:spPr bwMode="auto">
          <a:xfrm>
            <a:off x="7162800" y="4402138"/>
            <a:ext cx="303213"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52" name="Rectangle 131" descr="103">
            <a:extLst>
              <a:ext uri="{FF2B5EF4-FFF2-40B4-BE49-F238E27FC236}">
                <a16:creationId xmlns:a16="http://schemas.microsoft.com/office/drawing/2014/main" id="{251F23F2-D217-3177-BA85-273570B084AA}"/>
              </a:ext>
            </a:extLst>
          </p:cNvPr>
          <p:cNvSpPr>
            <a:spLocks noChangeArrowheads="1"/>
          </p:cNvSpPr>
          <p:nvPr/>
        </p:nvSpPr>
        <p:spPr bwMode="auto">
          <a:xfrm>
            <a:off x="7466013" y="4402138"/>
            <a:ext cx="306387"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53" name="Rectangle 130" descr="104">
            <a:extLst>
              <a:ext uri="{FF2B5EF4-FFF2-40B4-BE49-F238E27FC236}">
                <a16:creationId xmlns:a16="http://schemas.microsoft.com/office/drawing/2014/main" id="{EB6BF485-09E6-DD0A-B7C1-268B030B3B04}"/>
              </a:ext>
            </a:extLst>
          </p:cNvPr>
          <p:cNvSpPr>
            <a:spLocks noChangeArrowheads="1"/>
          </p:cNvSpPr>
          <p:nvPr/>
        </p:nvSpPr>
        <p:spPr bwMode="auto">
          <a:xfrm>
            <a:off x="7772400" y="4402138"/>
            <a:ext cx="306388"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54" name="Rectangle 129" descr="105">
            <a:extLst>
              <a:ext uri="{FF2B5EF4-FFF2-40B4-BE49-F238E27FC236}">
                <a16:creationId xmlns:a16="http://schemas.microsoft.com/office/drawing/2014/main" id="{A0221988-996B-5FA6-72F8-993301D83BEC}"/>
              </a:ext>
            </a:extLst>
          </p:cNvPr>
          <p:cNvSpPr>
            <a:spLocks noChangeArrowheads="1"/>
          </p:cNvSpPr>
          <p:nvPr/>
        </p:nvSpPr>
        <p:spPr bwMode="auto">
          <a:xfrm>
            <a:off x="8078788" y="4402138"/>
            <a:ext cx="303212"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55" name="Rectangle 128" descr="106">
            <a:extLst>
              <a:ext uri="{FF2B5EF4-FFF2-40B4-BE49-F238E27FC236}">
                <a16:creationId xmlns:a16="http://schemas.microsoft.com/office/drawing/2014/main" id="{52777FD0-20F1-F741-3E47-7205D523FB2C}"/>
              </a:ext>
            </a:extLst>
          </p:cNvPr>
          <p:cNvSpPr>
            <a:spLocks noChangeArrowheads="1"/>
          </p:cNvSpPr>
          <p:nvPr/>
        </p:nvSpPr>
        <p:spPr bwMode="auto">
          <a:xfrm>
            <a:off x="8382000" y="4402138"/>
            <a:ext cx="303213"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56" name="Rectangle 127" descr="107">
            <a:extLst>
              <a:ext uri="{FF2B5EF4-FFF2-40B4-BE49-F238E27FC236}">
                <a16:creationId xmlns:a16="http://schemas.microsoft.com/office/drawing/2014/main" id="{E9A4E0EF-1C80-7186-EBF6-284CF214F037}"/>
              </a:ext>
            </a:extLst>
          </p:cNvPr>
          <p:cNvSpPr>
            <a:spLocks noChangeArrowheads="1"/>
          </p:cNvSpPr>
          <p:nvPr/>
        </p:nvSpPr>
        <p:spPr bwMode="auto">
          <a:xfrm>
            <a:off x="8685213" y="4402138"/>
            <a:ext cx="306387"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57" name="Rectangle 126" descr="108">
            <a:extLst>
              <a:ext uri="{FF2B5EF4-FFF2-40B4-BE49-F238E27FC236}">
                <a16:creationId xmlns:a16="http://schemas.microsoft.com/office/drawing/2014/main" id="{7126CEF7-191D-165A-5D28-FDD1CAD80CD9}"/>
              </a:ext>
            </a:extLst>
          </p:cNvPr>
          <p:cNvSpPr>
            <a:spLocks noChangeArrowheads="1"/>
          </p:cNvSpPr>
          <p:nvPr/>
        </p:nvSpPr>
        <p:spPr bwMode="auto">
          <a:xfrm>
            <a:off x="6553200" y="4737100"/>
            <a:ext cx="306388"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58" name="Rectangle 125" descr="109">
            <a:extLst>
              <a:ext uri="{FF2B5EF4-FFF2-40B4-BE49-F238E27FC236}">
                <a16:creationId xmlns:a16="http://schemas.microsoft.com/office/drawing/2014/main" id="{80492B06-B6AC-A403-AB84-1A3F467FEBEA}"/>
              </a:ext>
            </a:extLst>
          </p:cNvPr>
          <p:cNvSpPr>
            <a:spLocks noChangeArrowheads="1"/>
          </p:cNvSpPr>
          <p:nvPr/>
        </p:nvSpPr>
        <p:spPr bwMode="auto">
          <a:xfrm>
            <a:off x="6859588" y="4737100"/>
            <a:ext cx="303212"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59" name="Rectangle 124" descr="110">
            <a:extLst>
              <a:ext uri="{FF2B5EF4-FFF2-40B4-BE49-F238E27FC236}">
                <a16:creationId xmlns:a16="http://schemas.microsoft.com/office/drawing/2014/main" id="{6BC0C04E-2B10-EDB2-BF1E-5F3F882792E3}"/>
              </a:ext>
            </a:extLst>
          </p:cNvPr>
          <p:cNvSpPr>
            <a:spLocks noChangeArrowheads="1"/>
          </p:cNvSpPr>
          <p:nvPr/>
        </p:nvSpPr>
        <p:spPr bwMode="auto">
          <a:xfrm>
            <a:off x="7162800" y="4737100"/>
            <a:ext cx="303213"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60" name="Rectangle 123" descr="111">
            <a:extLst>
              <a:ext uri="{FF2B5EF4-FFF2-40B4-BE49-F238E27FC236}">
                <a16:creationId xmlns:a16="http://schemas.microsoft.com/office/drawing/2014/main" id="{240671DD-EBC0-5EA1-764D-084D3B8DF452}"/>
              </a:ext>
            </a:extLst>
          </p:cNvPr>
          <p:cNvSpPr>
            <a:spLocks noChangeArrowheads="1"/>
          </p:cNvSpPr>
          <p:nvPr/>
        </p:nvSpPr>
        <p:spPr bwMode="auto">
          <a:xfrm>
            <a:off x="7466013" y="4737100"/>
            <a:ext cx="306387"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61" name="Rectangle 122" descr="112">
            <a:extLst>
              <a:ext uri="{FF2B5EF4-FFF2-40B4-BE49-F238E27FC236}">
                <a16:creationId xmlns:a16="http://schemas.microsoft.com/office/drawing/2014/main" id="{5FF9A789-2B03-AE57-BB9C-0471B584A75C}"/>
              </a:ext>
            </a:extLst>
          </p:cNvPr>
          <p:cNvSpPr>
            <a:spLocks noChangeArrowheads="1"/>
          </p:cNvSpPr>
          <p:nvPr/>
        </p:nvSpPr>
        <p:spPr bwMode="auto">
          <a:xfrm>
            <a:off x="7772400" y="4737100"/>
            <a:ext cx="306388"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62" name="Rectangle 121" descr="113">
            <a:extLst>
              <a:ext uri="{FF2B5EF4-FFF2-40B4-BE49-F238E27FC236}">
                <a16:creationId xmlns:a16="http://schemas.microsoft.com/office/drawing/2014/main" id="{00EAE25F-8139-825D-769B-4537D6A61C4E}"/>
              </a:ext>
            </a:extLst>
          </p:cNvPr>
          <p:cNvSpPr>
            <a:spLocks noChangeArrowheads="1"/>
          </p:cNvSpPr>
          <p:nvPr/>
        </p:nvSpPr>
        <p:spPr bwMode="auto">
          <a:xfrm>
            <a:off x="8078788" y="4737100"/>
            <a:ext cx="303212"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63" name="Rectangle 120" descr="114">
            <a:extLst>
              <a:ext uri="{FF2B5EF4-FFF2-40B4-BE49-F238E27FC236}">
                <a16:creationId xmlns:a16="http://schemas.microsoft.com/office/drawing/2014/main" id="{FC64FB63-D2AE-BE61-589E-1508E84DB946}"/>
              </a:ext>
            </a:extLst>
          </p:cNvPr>
          <p:cNvSpPr>
            <a:spLocks noChangeArrowheads="1"/>
          </p:cNvSpPr>
          <p:nvPr/>
        </p:nvSpPr>
        <p:spPr bwMode="auto">
          <a:xfrm>
            <a:off x="8382000" y="4737100"/>
            <a:ext cx="303213"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64" name="Rectangle 119" descr="115">
            <a:extLst>
              <a:ext uri="{FF2B5EF4-FFF2-40B4-BE49-F238E27FC236}">
                <a16:creationId xmlns:a16="http://schemas.microsoft.com/office/drawing/2014/main" id="{29C94E15-E09A-C652-678C-362FDB4700CD}"/>
              </a:ext>
            </a:extLst>
          </p:cNvPr>
          <p:cNvSpPr>
            <a:spLocks noChangeArrowheads="1"/>
          </p:cNvSpPr>
          <p:nvPr/>
        </p:nvSpPr>
        <p:spPr bwMode="auto">
          <a:xfrm>
            <a:off x="8685213" y="4737100"/>
            <a:ext cx="306387"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65" name="Rectangle 118" descr="116">
            <a:extLst>
              <a:ext uri="{FF2B5EF4-FFF2-40B4-BE49-F238E27FC236}">
                <a16:creationId xmlns:a16="http://schemas.microsoft.com/office/drawing/2014/main" id="{B7FBDE04-7491-C2F8-80DB-6F1F9347F3A8}"/>
              </a:ext>
            </a:extLst>
          </p:cNvPr>
          <p:cNvSpPr>
            <a:spLocks noChangeArrowheads="1"/>
          </p:cNvSpPr>
          <p:nvPr/>
        </p:nvSpPr>
        <p:spPr bwMode="auto">
          <a:xfrm>
            <a:off x="6553200" y="5072063"/>
            <a:ext cx="306388"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66" name="Rectangle 117" descr="117">
            <a:extLst>
              <a:ext uri="{FF2B5EF4-FFF2-40B4-BE49-F238E27FC236}">
                <a16:creationId xmlns:a16="http://schemas.microsoft.com/office/drawing/2014/main" id="{90401246-AED2-E4E8-1E6C-B2BB6D1A9B01}"/>
              </a:ext>
            </a:extLst>
          </p:cNvPr>
          <p:cNvSpPr>
            <a:spLocks noChangeArrowheads="1"/>
          </p:cNvSpPr>
          <p:nvPr/>
        </p:nvSpPr>
        <p:spPr bwMode="auto">
          <a:xfrm>
            <a:off x="6859588" y="5072063"/>
            <a:ext cx="303212"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67" name="Rectangle 116" descr="118">
            <a:extLst>
              <a:ext uri="{FF2B5EF4-FFF2-40B4-BE49-F238E27FC236}">
                <a16:creationId xmlns:a16="http://schemas.microsoft.com/office/drawing/2014/main" id="{9DF46525-3536-C3B9-BB51-90375F125195}"/>
              </a:ext>
            </a:extLst>
          </p:cNvPr>
          <p:cNvSpPr>
            <a:spLocks noChangeArrowheads="1"/>
          </p:cNvSpPr>
          <p:nvPr/>
        </p:nvSpPr>
        <p:spPr bwMode="auto">
          <a:xfrm>
            <a:off x="7162800" y="5072063"/>
            <a:ext cx="303213"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68" name="Rectangle 115" descr="119">
            <a:extLst>
              <a:ext uri="{FF2B5EF4-FFF2-40B4-BE49-F238E27FC236}">
                <a16:creationId xmlns:a16="http://schemas.microsoft.com/office/drawing/2014/main" id="{A48795A3-30BE-A2DB-5913-4AD604BE559F}"/>
              </a:ext>
            </a:extLst>
          </p:cNvPr>
          <p:cNvSpPr>
            <a:spLocks noChangeArrowheads="1"/>
          </p:cNvSpPr>
          <p:nvPr/>
        </p:nvSpPr>
        <p:spPr bwMode="auto">
          <a:xfrm>
            <a:off x="7466013" y="5072063"/>
            <a:ext cx="306387"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69" name="Rectangle 114" descr="120">
            <a:extLst>
              <a:ext uri="{FF2B5EF4-FFF2-40B4-BE49-F238E27FC236}">
                <a16:creationId xmlns:a16="http://schemas.microsoft.com/office/drawing/2014/main" id="{E3C1CFC7-5328-A7D4-CFEC-FB4D2E229D5C}"/>
              </a:ext>
            </a:extLst>
          </p:cNvPr>
          <p:cNvSpPr>
            <a:spLocks noChangeArrowheads="1"/>
          </p:cNvSpPr>
          <p:nvPr/>
        </p:nvSpPr>
        <p:spPr bwMode="auto">
          <a:xfrm>
            <a:off x="7772400" y="5072063"/>
            <a:ext cx="306388"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70" name="Rectangle 113" descr="121">
            <a:extLst>
              <a:ext uri="{FF2B5EF4-FFF2-40B4-BE49-F238E27FC236}">
                <a16:creationId xmlns:a16="http://schemas.microsoft.com/office/drawing/2014/main" id="{270DD3CA-6F3D-B788-D843-DD4AFD105218}"/>
              </a:ext>
            </a:extLst>
          </p:cNvPr>
          <p:cNvSpPr>
            <a:spLocks noChangeArrowheads="1"/>
          </p:cNvSpPr>
          <p:nvPr/>
        </p:nvSpPr>
        <p:spPr bwMode="auto">
          <a:xfrm>
            <a:off x="8078788" y="5072063"/>
            <a:ext cx="303212"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71" name="Rectangle 112" descr="122">
            <a:extLst>
              <a:ext uri="{FF2B5EF4-FFF2-40B4-BE49-F238E27FC236}">
                <a16:creationId xmlns:a16="http://schemas.microsoft.com/office/drawing/2014/main" id="{41A1BFD4-4392-FA6B-F666-3DA6C767D670}"/>
              </a:ext>
            </a:extLst>
          </p:cNvPr>
          <p:cNvSpPr>
            <a:spLocks noChangeArrowheads="1"/>
          </p:cNvSpPr>
          <p:nvPr/>
        </p:nvSpPr>
        <p:spPr bwMode="auto">
          <a:xfrm>
            <a:off x="8382000" y="5072063"/>
            <a:ext cx="303213"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72" name="Rectangle 111" descr="123">
            <a:extLst>
              <a:ext uri="{FF2B5EF4-FFF2-40B4-BE49-F238E27FC236}">
                <a16:creationId xmlns:a16="http://schemas.microsoft.com/office/drawing/2014/main" id="{2833080A-F8BD-C1C5-A0CE-40ABABAC5C78}"/>
              </a:ext>
            </a:extLst>
          </p:cNvPr>
          <p:cNvSpPr>
            <a:spLocks noChangeArrowheads="1"/>
          </p:cNvSpPr>
          <p:nvPr/>
        </p:nvSpPr>
        <p:spPr bwMode="auto">
          <a:xfrm>
            <a:off x="8685213" y="5072063"/>
            <a:ext cx="306387"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73" name="Rectangle 110" descr="124">
            <a:extLst>
              <a:ext uri="{FF2B5EF4-FFF2-40B4-BE49-F238E27FC236}">
                <a16:creationId xmlns:a16="http://schemas.microsoft.com/office/drawing/2014/main" id="{4602407F-E0A5-A670-BC80-974134DF524B}"/>
              </a:ext>
            </a:extLst>
          </p:cNvPr>
          <p:cNvSpPr>
            <a:spLocks noChangeArrowheads="1"/>
          </p:cNvSpPr>
          <p:nvPr/>
        </p:nvSpPr>
        <p:spPr bwMode="auto">
          <a:xfrm>
            <a:off x="6553200" y="5407025"/>
            <a:ext cx="306388"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74" name="Rectangle 109" descr="125">
            <a:extLst>
              <a:ext uri="{FF2B5EF4-FFF2-40B4-BE49-F238E27FC236}">
                <a16:creationId xmlns:a16="http://schemas.microsoft.com/office/drawing/2014/main" id="{691802FF-38C2-C47D-1D0C-F2A16959561E}"/>
              </a:ext>
            </a:extLst>
          </p:cNvPr>
          <p:cNvSpPr>
            <a:spLocks noChangeArrowheads="1"/>
          </p:cNvSpPr>
          <p:nvPr/>
        </p:nvSpPr>
        <p:spPr bwMode="auto">
          <a:xfrm>
            <a:off x="6859588" y="5407025"/>
            <a:ext cx="303212"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75" name="Rectangle 108" descr="126">
            <a:extLst>
              <a:ext uri="{FF2B5EF4-FFF2-40B4-BE49-F238E27FC236}">
                <a16:creationId xmlns:a16="http://schemas.microsoft.com/office/drawing/2014/main" id="{842435F3-0032-7D90-38F5-E27680A1F18B}"/>
              </a:ext>
            </a:extLst>
          </p:cNvPr>
          <p:cNvSpPr>
            <a:spLocks noChangeArrowheads="1"/>
          </p:cNvSpPr>
          <p:nvPr/>
        </p:nvSpPr>
        <p:spPr bwMode="auto">
          <a:xfrm>
            <a:off x="7162800" y="5407025"/>
            <a:ext cx="303213"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76" name="Rectangle 107" descr="127">
            <a:extLst>
              <a:ext uri="{FF2B5EF4-FFF2-40B4-BE49-F238E27FC236}">
                <a16:creationId xmlns:a16="http://schemas.microsoft.com/office/drawing/2014/main" id="{3173DDE1-A447-7669-56BF-3588A103AB8F}"/>
              </a:ext>
            </a:extLst>
          </p:cNvPr>
          <p:cNvSpPr>
            <a:spLocks noChangeArrowheads="1"/>
          </p:cNvSpPr>
          <p:nvPr/>
        </p:nvSpPr>
        <p:spPr bwMode="auto">
          <a:xfrm>
            <a:off x="7466013" y="5407025"/>
            <a:ext cx="306387"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77" name="Rectangle 106" descr="128">
            <a:extLst>
              <a:ext uri="{FF2B5EF4-FFF2-40B4-BE49-F238E27FC236}">
                <a16:creationId xmlns:a16="http://schemas.microsoft.com/office/drawing/2014/main" id="{B5EF2B7D-455F-A66A-9A9E-3AF77298DB6C}"/>
              </a:ext>
            </a:extLst>
          </p:cNvPr>
          <p:cNvSpPr>
            <a:spLocks noChangeArrowheads="1"/>
          </p:cNvSpPr>
          <p:nvPr/>
        </p:nvSpPr>
        <p:spPr bwMode="auto">
          <a:xfrm>
            <a:off x="7772400" y="5407025"/>
            <a:ext cx="306388"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78" name="Rectangle 105" descr="129">
            <a:extLst>
              <a:ext uri="{FF2B5EF4-FFF2-40B4-BE49-F238E27FC236}">
                <a16:creationId xmlns:a16="http://schemas.microsoft.com/office/drawing/2014/main" id="{1E828C76-84B4-D71F-6A97-5A713EA481BB}"/>
              </a:ext>
            </a:extLst>
          </p:cNvPr>
          <p:cNvSpPr>
            <a:spLocks noChangeArrowheads="1"/>
          </p:cNvSpPr>
          <p:nvPr/>
        </p:nvSpPr>
        <p:spPr bwMode="auto">
          <a:xfrm>
            <a:off x="8078788" y="5407025"/>
            <a:ext cx="303212"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79" name="Rectangle 104" descr="130">
            <a:extLst>
              <a:ext uri="{FF2B5EF4-FFF2-40B4-BE49-F238E27FC236}">
                <a16:creationId xmlns:a16="http://schemas.microsoft.com/office/drawing/2014/main" id="{0123006E-6779-562E-F6E7-788F6EB697AD}"/>
              </a:ext>
            </a:extLst>
          </p:cNvPr>
          <p:cNvSpPr>
            <a:spLocks noChangeArrowheads="1"/>
          </p:cNvSpPr>
          <p:nvPr/>
        </p:nvSpPr>
        <p:spPr bwMode="auto">
          <a:xfrm>
            <a:off x="8382000" y="5407025"/>
            <a:ext cx="303213"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80" name="Rectangle 103" descr="131">
            <a:extLst>
              <a:ext uri="{FF2B5EF4-FFF2-40B4-BE49-F238E27FC236}">
                <a16:creationId xmlns:a16="http://schemas.microsoft.com/office/drawing/2014/main" id="{F45AB1E4-E344-D3F0-2DE3-91B73E00B2EC}"/>
              </a:ext>
            </a:extLst>
          </p:cNvPr>
          <p:cNvSpPr>
            <a:spLocks noChangeArrowheads="1"/>
          </p:cNvSpPr>
          <p:nvPr/>
        </p:nvSpPr>
        <p:spPr bwMode="auto">
          <a:xfrm>
            <a:off x="8685213" y="5407025"/>
            <a:ext cx="306387"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81" name="Rectangle 102" descr="132">
            <a:extLst>
              <a:ext uri="{FF2B5EF4-FFF2-40B4-BE49-F238E27FC236}">
                <a16:creationId xmlns:a16="http://schemas.microsoft.com/office/drawing/2014/main" id="{55490BF2-63C6-7BB5-EDE8-AB15BE2ADD7E}"/>
              </a:ext>
            </a:extLst>
          </p:cNvPr>
          <p:cNvSpPr>
            <a:spLocks noChangeArrowheads="1"/>
          </p:cNvSpPr>
          <p:nvPr/>
        </p:nvSpPr>
        <p:spPr bwMode="auto">
          <a:xfrm>
            <a:off x="6553200" y="5741988"/>
            <a:ext cx="306388"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82" name="Rectangle 101" descr="133">
            <a:extLst>
              <a:ext uri="{FF2B5EF4-FFF2-40B4-BE49-F238E27FC236}">
                <a16:creationId xmlns:a16="http://schemas.microsoft.com/office/drawing/2014/main" id="{324F8751-55CF-45CE-C371-DEBA1125C6C1}"/>
              </a:ext>
            </a:extLst>
          </p:cNvPr>
          <p:cNvSpPr>
            <a:spLocks noChangeArrowheads="1"/>
          </p:cNvSpPr>
          <p:nvPr/>
        </p:nvSpPr>
        <p:spPr bwMode="auto">
          <a:xfrm>
            <a:off x="6859588" y="5741988"/>
            <a:ext cx="303212"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83" name="Rectangle 100" descr="134">
            <a:extLst>
              <a:ext uri="{FF2B5EF4-FFF2-40B4-BE49-F238E27FC236}">
                <a16:creationId xmlns:a16="http://schemas.microsoft.com/office/drawing/2014/main" id="{0B99A5BB-6B87-EC8D-E205-C808CE7C9F64}"/>
              </a:ext>
            </a:extLst>
          </p:cNvPr>
          <p:cNvSpPr>
            <a:spLocks noChangeArrowheads="1"/>
          </p:cNvSpPr>
          <p:nvPr/>
        </p:nvSpPr>
        <p:spPr bwMode="auto">
          <a:xfrm>
            <a:off x="7162800" y="5741988"/>
            <a:ext cx="303213"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84" name="Rectangle 99" descr="135">
            <a:extLst>
              <a:ext uri="{FF2B5EF4-FFF2-40B4-BE49-F238E27FC236}">
                <a16:creationId xmlns:a16="http://schemas.microsoft.com/office/drawing/2014/main" id="{37332A13-C7B7-F20C-2F8D-2ADDA0CBA7FD}"/>
              </a:ext>
            </a:extLst>
          </p:cNvPr>
          <p:cNvSpPr>
            <a:spLocks noChangeArrowheads="1"/>
          </p:cNvSpPr>
          <p:nvPr/>
        </p:nvSpPr>
        <p:spPr bwMode="auto">
          <a:xfrm>
            <a:off x="7466013" y="5741988"/>
            <a:ext cx="306387"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85" name="Rectangle 98" descr="136">
            <a:extLst>
              <a:ext uri="{FF2B5EF4-FFF2-40B4-BE49-F238E27FC236}">
                <a16:creationId xmlns:a16="http://schemas.microsoft.com/office/drawing/2014/main" id="{28E825B6-0C76-BC8C-1A0A-D7563CA61CBD}"/>
              </a:ext>
            </a:extLst>
          </p:cNvPr>
          <p:cNvSpPr>
            <a:spLocks noChangeArrowheads="1"/>
          </p:cNvSpPr>
          <p:nvPr/>
        </p:nvSpPr>
        <p:spPr bwMode="auto">
          <a:xfrm>
            <a:off x="7772400" y="5741988"/>
            <a:ext cx="306388"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86" name="Rectangle 97" descr="137">
            <a:extLst>
              <a:ext uri="{FF2B5EF4-FFF2-40B4-BE49-F238E27FC236}">
                <a16:creationId xmlns:a16="http://schemas.microsoft.com/office/drawing/2014/main" id="{F6875D62-F774-7183-229E-3B46E184820F}"/>
              </a:ext>
            </a:extLst>
          </p:cNvPr>
          <p:cNvSpPr>
            <a:spLocks noChangeArrowheads="1"/>
          </p:cNvSpPr>
          <p:nvPr/>
        </p:nvSpPr>
        <p:spPr bwMode="auto">
          <a:xfrm>
            <a:off x="8078788" y="5741988"/>
            <a:ext cx="303212"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87" name="Rectangle 96" descr="138">
            <a:extLst>
              <a:ext uri="{FF2B5EF4-FFF2-40B4-BE49-F238E27FC236}">
                <a16:creationId xmlns:a16="http://schemas.microsoft.com/office/drawing/2014/main" id="{A37C2356-9790-7D79-3BE3-65F9C5AA1006}"/>
              </a:ext>
            </a:extLst>
          </p:cNvPr>
          <p:cNvSpPr>
            <a:spLocks noChangeArrowheads="1"/>
          </p:cNvSpPr>
          <p:nvPr/>
        </p:nvSpPr>
        <p:spPr bwMode="auto">
          <a:xfrm>
            <a:off x="8382000" y="5741988"/>
            <a:ext cx="303213"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88" name="Rectangle 95" descr="139">
            <a:extLst>
              <a:ext uri="{FF2B5EF4-FFF2-40B4-BE49-F238E27FC236}">
                <a16:creationId xmlns:a16="http://schemas.microsoft.com/office/drawing/2014/main" id="{68E1A49E-60D7-2014-F9FF-7C0F1E8BDC40}"/>
              </a:ext>
            </a:extLst>
          </p:cNvPr>
          <p:cNvSpPr>
            <a:spLocks noChangeArrowheads="1"/>
          </p:cNvSpPr>
          <p:nvPr/>
        </p:nvSpPr>
        <p:spPr bwMode="auto">
          <a:xfrm>
            <a:off x="8685213" y="5741988"/>
            <a:ext cx="306387"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89" name="Rectangle 94" descr="140">
            <a:extLst>
              <a:ext uri="{FF2B5EF4-FFF2-40B4-BE49-F238E27FC236}">
                <a16:creationId xmlns:a16="http://schemas.microsoft.com/office/drawing/2014/main" id="{CB87549C-7DDD-4535-5FAF-394FFB7DBB59}"/>
              </a:ext>
            </a:extLst>
          </p:cNvPr>
          <p:cNvSpPr>
            <a:spLocks noChangeArrowheads="1"/>
          </p:cNvSpPr>
          <p:nvPr/>
        </p:nvSpPr>
        <p:spPr bwMode="auto">
          <a:xfrm>
            <a:off x="6553200" y="6076950"/>
            <a:ext cx="306388"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90" name="Rectangle 93" descr="141">
            <a:extLst>
              <a:ext uri="{FF2B5EF4-FFF2-40B4-BE49-F238E27FC236}">
                <a16:creationId xmlns:a16="http://schemas.microsoft.com/office/drawing/2014/main" id="{3D6009D0-8D13-E48D-CFAD-C759C2DA3209}"/>
              </a:ext>
            </a:extLst>
          </p:cNvPr>
          <p:cNvSpPr>
            <a:spLocks noChangeArrowheads="1"/>
          </p:cNvSpPr>
          <p:nvPr/>
        </p:nvSpPr>
        <p:spPr bwMode="auto">
          <a:xfrm>
            <a:off x="6859588" y="6076950"/>
            <a:ext cx="303212"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91" name="Rectangle 92" descr="142">
            <a:extLst>
              <a:ext uri="{FF2B5EF4-FFF2-40B4-BE49-F238E27FC236}">
                <a16:creationId xmlns:a16="http://schemas.microsoft.com/office/drawing/2014/main" id="{A05FC4EE-5C33-B409-1F56-5FDFBF5393E0}"/>
              </a:ext>
            </a:extLst>
          </p:cNvPr>
          <p:cNvSpPr>
            <a:spLocks noChangeArrowheads="1"/>
          </p:cNvSpPr>
          <p:nvPr/>
        </p:nvSpPr>
        <p:spPr bwMode="auto">
          <a:xfrm>
            <a:off x="7162800" y="6076950"/>
            <a:ext cx="303213"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92" name="Rectangle 91" descr="143">
            <a:extLst>
              <a:ext uri="{FF2B5EF4-FFF2-40B4-BE49-F238E27FC236}">
                <a16:creationId xmlns:a16="http://schemas.microsoft.com/office/drawing/2014/main" id="{53412BB6-0DB5-F07A-C981-7E041AFA48AC}"/>
              </a:ext>
            </a:extLst>
          </p:cNvPr>
          <p:cNvSpPr>
            <a:spLocks noChangeArrowheads="1"/>
          </p:cNvSpPr>
          <p:nvPr/>
        </p:nvSpPr>
        <p:spPr bwMode="auto">
          <a:xfrm>
            <a:off x="7466013" y="6076950"/>
            <a:ext cx="306387"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93" name="Rectangle 90" descr="144">
            <a:extLst>
              <a:ext uri="{FF2B5EF4-FFF2-40B4-BE49-F238E27FC236}">
                <a16:creationId xmlns:a16="http://schemas.microsoft.com/office/drawing/2014/main" id="{C2902B5F-AEBE-E9E6-BF51-43D511D6A4D3}"/>
              </a:ext>
            </a:extLst>
          </p:cNvPr>
          <p:cNvSpPr>
            <a:spLocks noChangeArrowheads="1"/>
          </p:cNvSpPr>
          <p:nvPr/>
        </p:nvSpPr>
        <p:spPr bwMode="auto">
          <a:xfrm>
            <a:off x="7772400" y="6076950"/>
            <a:ext cx="306388"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94" name="Rectangle 89" descr="145">
            <a:extLst>
              <a:ext uri="{FF2B5EF4-FFF2-40B4-BE49-F238E27FC236}">
                <a16:creationId xmlns:a16="http://schemas.microsoft.com/office/drawing/2014/main" id="{CD6DD525-3C0C-754B-9CAD-637AAF572DCF}"/>
              </a:ext>
            </a:extLst>
          </p:cNvPr>
          <p:cNvSpPr>
            <a:spLocks noChangeArrowheads="1"/>
          </p:cNvSpPr>
          <p:nvPr/>
        </p:nvSpPr>
        <p:spPr bwMode="auto">
          <a:xfrm>
            <a:off x="8078788" y="6076950"/>
            <a:ext cx="303212"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95" name="Rectangle 88" descr="146">
            <a:extLst>
              <a:ext uri="{FF2B5EF4-FFF2-40B4-BE49-F238E27FC236}">
                <a16:creationId xmlns:a16="http://schemas.microsoft.com/office/drawing/2014/main" id="{1AB3F15C-F305-347E-B53E-7C5456D9A536}"/>
              </a:ext>
            </a:extLst>
          </p:cNvPr>
          <p:cNvSpPr>
            <a:spLocks noChangeArrowheads="1"/>
          </p:cNvSpPr>
          <p:nvPr/>
        </p:nvSpPr>
        <p:spPr bwMode="auto">
          <a:xfrm>
            <a:off x="8382000" y="6076950"/>
            <a:ext cx="303213"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96" name="Rectangle 87" descr="147">
            <a:extLst>
              <a:ext uri="{FF2B5EF4-FFF2-40B4-BE49-F238E27FC236}">
                <a16:creationId xmlns:a16="http://schemas.microsoft.com/office/drawing/2014/main" id="{3C5E8DE9-C0F2-3B5F-C1AF-D018E75D80EF}"/>
              </a:ext>
            </a:extLst>
          </p:cNvPr>
          <p:cNvSpPr>
            <a:spLocks noChangeArrowheads="1"/>
          </p:cNvSpPr>
          <p:nvPr/>
        </p:nvSpPr>
        <p:spPr bwMode="auto">
          <a:xfrm>
            <a:off x="8685213" y="6076950"/>
            <a:ext cx="306387"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797" name="Line 151">
            <a:extLst>
              <a:ext uri="{FF2B5EF4-FFF2-40B4-BE49-F238E27FC236}">
                <a16:creationId xmlns:a16="http://schemas.microsoft.com/office/drawing/2014/main" id="{DBB71B86-903C-4EB5-1D72-203F96FBCD32}"/>
              </a:ext>
            </a:extLst>
          </p:cNvPr>
          <p:cNvSpPr>
            <a:spLocks noChangeShapeType="1"/>
          </p:cNvSpPr>
          <p:nvPr/>
        </p:nvSpPr>
        <p:spPr bwMode="auto">
          <a:xfrm>
            <a:off x="6553200" y="3732213"/>
            <a:ext cx="2438400" cy="0"/>
          </a:xfrm>
          <a:prstGeom prst="line">
            <a:avLst/>
          </a:prstGeom>
          <a:noFill/>
          <a:ln w="28575" cap="sq">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798" name="Line 152">
            <a:extLst>
              <a:ext uri="{FF2B5EF4-FFF2-40B4-BE49-F238E27FC236}">
                <a16:creationId xmlns:a16="http://schemas.microsoft.com/office/drawing/2014/main" id="{C49C1E50-70B7-E721-CBFA-8C90B57379EF}"/>
              </a:ext>
            </a:extLst>
          </p:cNvPr>
          <p:cNvSpPr>
            <a:spLocks noChangeShapeType="1"/>
          </p:cNvSpPr>
          <p:nvPr/>
        </p:nvSpPr>
        <p:spPr bwMode="auto">
          <a:xfrm>
            <a:off x="6553200" y="4067175"/>
            <a:ext cx="2438400" cy="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799" name="Line 153">
            <a:extLst>
              <a:ext uri="{FF2B5EF4-FFF2-40B4-BE49-F238E27FC236}">
                <a16:creationId xmlns:a16="http://schemas.microsoft.com/office/drawing/2014/main" id="{AD0A466B-2C50-6E7A-4775-49AAC04368E5}"/>
              </a:ext>
            </a:extLst>
          </p:cNvPr>
          <p:cNvSpPr>
            <a:spLocks noChangeShapeType="1"/>
          </p:cNvSpPr>
          <p:nvPr/>
        </p:nvSpPr>
        <p:spPr bwMode="auto">
          <a:xfrm>
            <a:off x="6553200" y="4402138"/>
            <a:ext cx="2438400" cy="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800" name="Line 154">
            <a:extLst>
              <a:ext uri="{FF2B5EF4-FFF2-40B4-BE49-F238E27FC236}">
                <a16:creationId xmlns:a16="http://schemas.microsoft.com/office/drawing/2014/main" id="{C45278BF-99FC-B828-3D9D-E1FC48F31CBB}"/>
              </a:ext>
            </a:extLst>
          </p:cNvPr>
          <p:cNvSpPr>
            <a:spLocks noChangeShapeType="1"/>
          </p:cNvSpPr>
          <p:nvPr/>
        </p:nvSpPr>
        <p:spPr bwMode="auto">
          <a:xfrm>
            <a:off x="6553200" y="4737100"/>
            <a:ext cx="2438400" cy="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801" name="Line 155">
            <a:extLst>
              <a:ext uri="{FF2B5EF4-FFF2-40B4-BE49-F238E27FC236}">
                <a16:creationId xmlns:a16="http://schemas.microsoft.com/office/drawing/2014/main" id="{20930BC3-D28A-EA04-12FC-4DD54245A528}"/>
              </a:ext>
            </a:extLst>
          </p:cNvPr>
          <p:cNvSpPr>
            <a:spLocks noChangeShapeType="1"/>
          </p:cNvSpPr>
          <p:nvPr/>
        </p:nvSpPr>
        <p:spPr bwMode="auto">
          <a:xfrm>
            <a:off x="6553200" y="5072063"/>
            <a:ext cx="2438400" cy="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802" name="Line 156">
            <a:extLst>
              <a:ext uri="{FF2B5EF4-FFF2-40B4-BE49-F238E27FC236}">
                <a16:creationId xmlns:a16="http://schemas.microsoft.com/office/drawing/2014/main" id="{229037CE-50B3-DBE5-8823-4808F17F8334}"/>
              </a:ext>
            </a:extLst>
          </p:cNvPr>
          <p:cNvSpPr>
            <a:spLocks noChangeShapeType="1"/>
          </p:cNvSpPr>
          <p:nvPr/>
        </p:nvSpPr>
        <p:spPr bwMode="auto">
          <a:xfrm>
            <a:off x="6553200" y="5407025"/>
            <a:ext cx="2438400" cy="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803" name="Line 157">
            <a:extLst>
              <a:ext uri="{FF2B5EF4-FFF2-40B4-BE49-F238E27FC236}">
                <a16:creationId xmlns:a16="http://schemas.microsoft.com/office/drawing/2014/main" id="{9662660C-F2F0-6893-1027-52F4DD3E511A}"/>
              </a:ext>
            </a:extLst>
          </p:cNvPr>
          <p:cNvSpPr>
            <a:spLocks noChangeShapeType="1"/>
          </p:cNvSpPr>
          <p:nvPr/>
        </p:nvSpPr>
        <p:spPr bwMode="auto">
          <a:xfrm>
            <a:off x="6553200" y="5741988"/>
            <a:ext cx="2438400" cy="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804" name="Line 158">
            <a:extLst>
              <a:ext uri="{FF2B5EF4-FFF2-40B4-BE49-F238E27FC236}">
                <a16:creationId xmlns:a16="http://schemas.microsoft.com/office/drawing/2014/main" id="{FAD90F50-E3CB-3814-1221-C12CF65B2C59}"/>
              </a:ext>
            </a:extLst>
          </p:cNvPr>
          <p:cNvSpPr>
            <a:spLocks noChangeShapeType="1"/>
          </p:cNvSpPr>
          <p:nvPr/>
        </p:nvSpPr>
        <p:spPr bwMode="auto">
          <a:xfrm>
            <a:off x="6553200" y="6076950"/>
            <a:ext cx="2438400" cy="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805" name="Line 159">
            <a:extLst>
              <a:ext uri="{FF2B5EF4-FFF2-40B4-BE49-F238E27FC236}">
                <a16:creationId xmlns:a16="http://schemas.microsoft.com/office/drawing/2014/main" id="{9F1CAFE9-91F3-2380-E99B-A6F5724FEFD9}"/>
              </a:ext>
            </a:extLst>
          </p:cNvPr>
          <p:cNvSpPr>
            <a:spLocks noChangeShapeType="1"/>
          </p:cNvSpPr>
          <p:nvPr/>
        </p:nvSpPr>
        <p:spPr bwMode="auto">
          <a:xfrm>
            <a:off x="6553200" y="6411913"/>
            <a:ext cx="2438400" cy="0"/>
          </a:xfrm>
          <a:prstGeom prst="line">
            <a:avLst/>
          </a:prstGeom>
          <a:noFill/>
          <a:ln w="28575" cap="sq">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806" name="Line 160">
            <a:extLst>
              <a:ext uri="{FF2B5EF4-FFF2-40B4-BE49-F238E27FC236}">
                <a16:creationId xmlns:a16="http://schemas.microsoft.com/office/drawing/2014/main" id="{D09FEBC7-0FA0-4927-0BA7-D1805AF3C3A9}"/>
              </a:ext>
            </a:extLst>
          </p:cNvPr>
          <p:cNvSpPr>
            <a:spLocks noChangeShapeType="1"/>
          </p:cNvSpPr>
          <p:nvPr/>
        </p:nvSpPr>
        <p:spPr bwMode="auto">
          <a:xfrm>
            <a:off x="6553200" y="3732213"/>
            <a:ext cx="0" cy="2679700"/>
          </a:xfrm>
          <a:prstGeom prst="line">
            <a:avLst/>
          </a:prstGeom>
          <a:noFill/>
          <a:ln w="28575" cap="sq">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807" name="Line 161">
            <a:extLst>
              <a:ext uri="{FF2B5EF4-FFF2-40B4-BE49-F238E27FC236}">
                <a16:creationId xmlns:a16="http://schemas.microsoft.com/office/drawing/2014/main" id="{7AACB48E-914A-7DF5-AC2C-CD847AB919B0}"/>
              </a:ext>
            </a:extLst>
          </p:cNvPr>
          <p:cNvSpPr>
            <a:spLocks noChangeShapeType="1"/>
          </p:cNvSpPr>
          <p:nvPr/>
        </p:nvSpPr>
        <p:spPr bwMode="auto">
          <a:xfrm>
            <a:off x="6859588" y="3732213"/>
            <a:ext cx="0" cy="267970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808" name="Line 162">
            <a:extLst>
              <a:ext uri="{FF2B5EF4-FFF2-40B4-BE49-F238E27FC236}">
                <a16:creationId xmlns:a16="http://schemas.microsoft.com/office/drawing/2014/main" id="{E5E5EA12-8A1C-8213-8C9A-774A92D813FE}"/>
              </a:ext>
            </a:extLst>
          </p:cNvPr>
          <p:cNvSpPr>
            <a:spLocks noChangeShapeType="1"/>
          </p:cNvSpPr>
          <p:nvPr/>
        </p:nvSpPr>
        <p:spPr bwMode="auto">
          <a:xfrm>
            <a:off x="7162800" y="3732213"/>
            <a:ext cx="0" cy="267970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809" name="Line 163">
            <a:extLst>
              <a:ext uri="{FF2B5EF4-FFF2-40B4-BE49-F238E27FC236}">
                <a16:creationId xmlns:a16="http://schemas.microsoft.com/office/drawing/2014/main" id="{9126E762-A643-ED00-025D-D7F1B8649C96}"/>
              </a:ext>
            </a:extLst>
          </p:cNvPr>
          <p:cNvSpPr>
            <a:spLocks noChangeShapeType="1"/>
          </p:cNvSpPr>
          <p:nvPr/>
        </p:nvSpPr>
        <p:spPr bwMode="auto">
          <a:xfrm>
            <a:off x="7466013" y="3732213"/>
            <a:ext cx="0" cy="267970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810" name="Line 164">
            <a:extLst>
              <a:ext uri="{FF2B5EF4-FFF2-40B4-BE49-F238E27FC236}">
                <a16:creationId xmlns:a16="http://schemas.microsoft.com/office/drawing/2014/main" id="{4BCBB21B-9FB5-DB67-13EA-22366AF9F48F}"/>
              </a:ext>
            </a:extLst>
          </p:cNvPr>
          <p:cNvSpPr>
            <a:spLocks noChangeShapeType="1"/>
          </p:cNvSpPr>
          <p:nvPr/>
        </p:nvSpPr>
        <p:spPr bwMode="auto">
          <a:xfrm>
            <a:off x="7772400" y="3732213"/>
            <a:ext cx="0" cy="267970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811" name="Line 165">
            <a:extLst>
              <a:ext uri="{FF2B5EF4-FFF2-40B4-BE49-F238E27FC236}">
                <a16:creationId xmlns:a16="http://schemas.microsoft.com/office/drawing/2014/main" id="{DA047B5D-5849-FC70-A485-078342A0DFC4}"/>
              </a:ext>
            </a:extLst>
          </p:cNvPr>
          <p:cNvSpPr>
            <a:spLocks noChangeShapeType="1"/>
          </p:cNvSpPr>
          <p:nvPr/>
        </p:nvSpPr>
        <p:spPr bwMode="auto">
          <a:xfrm>
            <a:off x="8078788" y="3732213"/>
            <a:ext cx="0" cy="267970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812" name="Line 166">
            <a:extLst>
              <a:ext uri="{FF2B5EF4-FFF2-40B4-BE49-F238E27FC236}">
                <a16:creationId xmlns:a16="http://schemas.microsoft.com/office/drawing/2014/main" id="{EE495890-961D-F781-6CF8-CBC7A7C8F25E}"/>
              </a:ext>
            </a:extLst>
          </p:cNvPr>
          <p:cNvSpPr>
            <a:spLocks noChangeShapeType="1"/>
          </p:cNvSpPr>
          <p:nvPr/>
        </p:nvSpPr>
        <p:spPr bwMode="auto">
          <a:xfrm>
            <a:off x="8382000" y="3732213"/>
            <a:ext cx="0" cy="267970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813" name="Line 167">
            <a:extLst>
              <a:ext uri="{FF2B5EF4-FFF2-40B4-BE49-F238E27FC236}">
                <a16:creationId xmlns:a16="http://schemas.microsoft.com/office/drawing/2014/main" id="{CFD65165-7F73-C18F-B4BA-5A521EFE1D4C}"/>
              </a:ext>
            </a:extLst>
          </p:cNvPr>
          <p:cNvSpPr>
            <a:spLocks noChangeShapeType="1"/>
          </p:cNvSpPr>
          <p:nvPr/>
        </p:nvSpPr>
        <p:spPr bwMode="auto">
          <a:xfrm>
            <a:off x="8685213" y="3732213"/>
            <a:ext cx="0" cy="267970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814" name="Line 168">
            <a:extLst>
              <a:ext uri="{FF2B5EF4-FFF2-40B4-BE49-F238E27FC236}">
                <a16:creationId xmlns:a16="http://schemas.microsoft.com/office/drawing/2014/main" id="{4096490F-B430-70FA-AA33-C6C12EE8E906}"/>
              </a:ext>
            </a:extLst>
          </p:cNvPr>
          <p:cNvSpPr>
            <a:spLocks noChangeShapeType="1"/>
          </p:cNvSpPr>
          <p:nvPr/>
        </p:nvSpPr>
        <p:spPr bwMode="auto">
          <a:xfrm>
            <a:off x="8991600" y="3732213"/>
            <a:ext cx="0" cy="2679700"/>
          </a:xfrm>
          <a:prstGeom prst="line">
            <a:avLst/>
          </a:prstGeom>
          <a:noFill/>
          <a:ln w="28575" cap="sq">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815" name="Rectangle 233" descr="166">
            <a:extLst>
              <a:ext uri="{FF2B5EF4-FFF2-40B4-BE49-F238E27FC236}">
                <a16:creationId xmlns:a16="http://schemas.microsoft.com/office/drawing/2014/main" id="{A1F614DB-F35C-A5E6-2197-CB7DFE7658F0}"/>
              </a:ext>
            </a:extLst>
          </p:cNvPr>
          <p:cNvSpPr>
            <a:spLocks noChangeArrowheads="1"/>
          </p:cNvSpPr>
          <p:nvPr/>
        </p:nvSpPr>
        <p:spPr bwMode="auto">
          <a:xfrm>
            <a:off x="1219200" y="3732213"/>
            <a:ext cx="306388" cy="33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16" name="Rectangle 232" descr="167">
            <a:extLst>
              <a:ext uri="{FF2B5EF4-FFF2-40B4-BE49-F238E27FC236}">
                <a16:creationId xmlns:a16="http://schemas.microsoft.com/office/drawing/2014/main" id="{316F87A9-C74A-949C-F990-932B686545FC}"/>
              </a:ext>
            </a:extLst>
          </p:cNvPr>
          <p:cNvSpPr>
            <a:spLocks noChangeArrowheads="1"/>
          </p:cNvSpPr>
          <p:nvPr/>
        </p:nvSpPr>
        <p:spPr bwMode="auto">
          <a:xfrm>
            <a:off x="1525588" y="3732213"/>
            <a:ext cx="303212" cy="33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17" name="Rectangle 231" descr="168">
            <a:extLst>
              <a:ext uri="{FF2B5EF4-FFF2-40B4-BE49-F238E27FC236}">
                <a16:creationId xmlns:a16="http://schemas.microsoft.com/office/drawing/2014/main" id="{27EC3F93-B4A9-6241-AB18-4C072C101F1A}"/>
              </a:ext>
            </a:extLst>
          </p:cNvPr>
          <p:cNvSpPr>
            <a:spLocks noChangeArrowheads="1"/>
          </p:cNvSpPr>
          <p:nvPr/>
        </p:nvSpPr>
        <p:spPr bwMode="auto">
          <a:xfrm>
            <a:off x="1828800" y="3732213"/>
            <a:ext cx="303213" cy="33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18" name="Rectangle 230" descr="169">
            <a:extLst>
              <a:ext uri="{FF2B5EF4-FFF2-40B4-BE49-F238E27FC236}">
                <a16:creationId xmlns:a16="http://schemas.microsoft.com/office/drawing/2014/main" id="{7A635BF9-2732-D053-E7FA-83B71335DF51}"/>
              </a:ext>
            </a:extLst>
          </p:cNvPr>
          <p:cNvSpPr>
            <a:spLocks noChangeArrowheads="1"/>
          </p:cNvSpPr>
          <p:nvPr/>
        </p:nvSpPr>
        <p:spPr bwMode="auto">
          <a:xfrm>
            <a:off x="2132013" y="3732213"/>
            <a:ext cx="306387" cy="33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19" name="Rectangle 229" descr="170">
            <a:extLst>
              <a:ext uri="{FF2B5EF4-FFF2-40B4-BE49-F238E27FC236}">
                <a16:creationId xmlns:a16="http://schemas.microsoft.com/office/drawing/2014/main" id="{685C83BF-0887-6519-1A9D-3B45D6A7F069}"/>
              </a:ext>
            </a:extLst>
          </p:cNvPr>
          <p:cNvSpPr>
            <a:spLocks noChangeArrowheads="1"/>
          </p:cNvSpPr>
          <p:nvPr/>
        </p:nvSpPr>
        <p:spPr bwMode="auto">
          <a:xfrm>
            <a:off x="2438400" y="3732213"/>
            <a:ext cx="306388" cy="33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20" name="Rectangle 228" descr="171">
            <a:extLst>
              <a:ext uri="{FF2B5EF4-FFF2-40B4-BE49-F238E27FC236}">
                <a16:creationId xmlns:a16="http://schemas.microsoft.com/office/drawing/2014/main" id="{72219846-D171-1673-8990-E3D90F17FBE6}"/>
              </a:ext>
            </a:extLst>
          </p:cNvPr>
          <p:cNvSpPr>
            <a:spLocks noChangeArrowheads="1"/>
          </p:cNvSpPr>
          <p:nvPr/>
        </p:nvSpPr>
        <p:spPr bwMode="auto">
          <a:xfrm>
            <a:off x="2744788" y="3732213"/>
            <a:ext cx="303212" cy="33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21" name="Rectangle 227" descr="172">
            <a:extLst>
              <a:ext uri="{FF2B5EF4-FFF2-40B4-BE49-F238E27FC236}">
                <a16:creationId xmlns:a16="http://schemas.microsoft.com/office/drawing/2014/main" id="{F6A86CE8-1B68-F1E8-01D7-CE0B3D8D7D7C}"/>
              </a:ext>
            </a:extLst>
          </p:cNvPr>
          <p:cNvSpPr>
            <a:spLocks noChangeArrowheads="1"/>
          </p:cNvSpPr>
          <p:nvPr/>
        </p:nvSpPr>
        <p:spPr bwMode="auto">
          <a:xfrm>
            <a:off x="3048000" y="3732213"/>
            <a:ext cx="303213" cy="33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22" name="Rectangle 226" descr="173">
            <a:extLst>
              <a:ext uri="{FF2B5EF4-FFF2-40B4-BE49-F238E27FC236}">
                <a16:creationId xmlns:a16="http://schemas.microsoft.com/office/drawing/2014/main" id="{50CF2B02-61BE-C909-C6E8-EC93CE6016FB}"/>
              </a:ext>
            </a:extLst>
          </p:cNvPr>
          <p:cNvSpPr>
            <a:spLocks noChangeArrowheads="1"/>
          </p:cNvSpPr>
          <p:nvPr/>
        </p:nvSpPr>
        <p:spPr bwMode="auto">
          <a:xfrm>
            <a:off x="3351213" y="3732213"/>
            <a:ext cx="306387" cy="33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23" name="Rectangle 225" descr="174">
            <a:extLst>
              <a:ext uri="{FF2B5EF4-FFF2-40B4-BE49-F238E27FC236}">
                <a16:creationId xmlns:a16="http://schemas.microsoft.com/office/drawing/2014/main" id="{B8A240A6-174F-0A68-6F48-AB19AEB721FF}"/>
              </a:ext>
            </a:extLst>
          </p:cNvPr>
          <p:cNvSpPr>
            <a:spLocks noChangeArrowheads="1"/>
          </p:cNvSpPr>
          <p:nvPr/>
        </p:nvSpPr>
        <p:spPr bwMode="auto">
          <a:xfrm>
            <a:off x="1219200" y="4067175"/>
            <a:ext cx="306388" cy="33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24" name="Rectangle 224" descr="175">
            <a:extLst>
              <a:ext uri="{FF2B5EF4-FFF2-40B4-BE49-F238E27FC236}">
                <a16:creationId xmlns:a16="http://schemas.microsoft.com/office/drawing/2014/main" id="{2BFF1C87-F868-0747-8311-F5C652CCA656}"/>
              </a:ext>
            </a:extLst>
          </p:cNvPr>
          <p:cNvSpPr>
            <a:spLocks noChangeArrowheads="1"/>
          </p:cNvSpPr>
          <p:nvPr/>
        </p:nvSpPr>
        <p:spPr bwMode="auto">
          <a:xfrm>
            <a:off x="1525588" y="4067175"/>
            <a:ext cx="303212" cy="33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25" name="Rectangle 223" descr="176">
            <a:extLst>
              <a:ext uri="{FF2B5EF4-FFF2-40B4-BE49-F238E27FC236}">
                <a16:creationId xmlns:a16="http://schemas.microsoft.com/office/drawing/2014/main" id="{3AF2F979-A11B-5DD5-FA8A-89C84DA91DF9}"/>
              </a:ext>
            </a:extLst>
          </p:cNvPr>
          <p:cNvSpPr>
            <a:spLocks noChangeArrowheads="1"/>
          </p:cNvSpPr>
          <p:nvPr/>
        </p:nvSpPr>
        <p:spPr bwMode="auto">
          <a:xfrm>
            <a:off x="1828800" y="4067175"/>
            <a:ext cx="303213" cy="33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26" name="Rectangle 222" descr="177">
            <a:extLst>
              <a:ext uri="{FF2B5EF4-FFF2-40B4-BE49-F238E27FC236}">
                <a16:creationId xmlns:a16="http://schemas.microsoft.com/office/drawing/2014/main" id="{6BC5D9F8-AF5B-4DC4-E902-F0AD79B25CE1}"/>
              </a:ext>
            </a:extLst>
          </p:cNvPr>
          <p:cNvSpPr>
            <a:spLocks noChangeArrowheads="1"/>
          </p:cNvSpPr>
          <p:nvPr/>
        </p:nvSpPr>
        <p:spPr bwMode="auto">
          <a:xfrm>
            <a:off x="2132013" y="4067175"/>
            <a:ext cx="306387" cy="33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27" name="Rectangle 221" descr="178">
            <a:extLst>
              <a:ext uri="{FF2B5EF4-FFF2-40B4-BE49-F238E27FC236}">
                <a16:creationId xmlns:a16="http://schemas.microsoft.com/office/drawing/2014/main" id="{9081C373-2E7A-3201-CF70-DBFEBF5D25DB}"/>
              </a:ext>
            </a:extLst>
          </p:cNvPr>
          <p:cNvSpPr>
            <a:spLocks noChangeArrowheads="1"/>
          </p:cNvSpPr>
          <p:nvPr/>
        </p:nvSpPr>
        <p:spPr bwMode="auto">
          <a:xfrm>
            <a:off x="2438400" y="4067175"/>
            <a:ext cx="306388" cy="33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28" name="Rectangle 220" descr="179">
            <a:extLst>
              <a:ext uri="{FF2B5EF4-FFF2-40B4-BE49-F238E27FC236}">
                <a16:creationId xmlns:a16="http://schemas.microsoft.com/office/drawing/2014/main" id="{3DECCBDC-03C7-D0EA-850E-91665782E005}"/>
              </a:ext>
            </a:extLst>
          </p:cNvPr>
          <p:cNvSpPr>
            <a:spLocks noChangeArrowheads="1"/>
          </p:cNvSpPr>
          <p:nvPr/>
        </p:nvSpPr>
        <p:spPr bwMode="auto">
          <a:xfrm>
            <a:off x="2744788" y="4067175"/>
            <a:ext cx="303212" cy="33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29" name="Rectangle 219" descr="180">
            <a:extLst>
              <a:ext uri="{FF2B5EF4-FFF2-40B4-BE49-F238E27FC236}">
                <a16:creationId xmlns:a16="http://schemas.microsoft.com/office/drawing/2014/main" id="{FC8171D6-8308-0EBE-DBD2-43BE0892E9F4}"/>
              </a:ext>
            </a:extLst>
          </p:cNvPr>
          <p:cNvSpPr>
            <a:spLocks noChangeArrowheads="1"/>
          </p:cNvSpPr>
          <p:nvPr/>
        </p:nvSpPr>
        <p:spPr bwMode="auto">
          <a:xfrm>
            <a:off x="3048000" y="4067175"/>
            <a:ext cx="303213" cy="33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30" name="Rectangle 218" descr="181">
            <a:extLst>
              <a:ext uri="{FF2B5EF4-FFF2-40B4-BE49-F238E27FC236}">
                <a16:creationId xmlns:a16="http://schemas.microsoft.com/office/drawing/2014/main" id="{D443AD0D-6586-E3B9-DF79-5E7A57CFA283}"/>
              </a:ext>
            </a:extLst>
          </p:cNvPr>
          <p:cNvSpPr>
            <a:spLocks noChangeArrowheads="1"/>
          </p:cNvSpPr>
          <p:nvPr/>
        </p:nvSpPr>
        <p:spPr bwMode="auto">
          <a:xfrm>
            <a:off x="3351213" y="4067175"/>
            <a:ext cx="306387" cy="33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31" name="Rectangle 217" descr="182">
            <a:extLst>
              <a:ext uri="{FF2B5EF4-FFF2-40B4-BE49-F238E27FC236}">
                <a16:creationId xmlns:a16="http://schemas.microsoft.com/office/drawing/2014/main" id="{195B0C78-E4BB-5FA9-B3BC-02B2DE3968FF}"/>
              </a:ext>
            </a:extLst>
          </p:cNvPr>
          <p:cNvSpPr>
            <a:spLocks noChangeArrowheads="1"/>
          </p:cNvSpPr>
          <p:nvPr/>
        </p:nvSpPr>
        <p:spPr bwMode="auto">
          <a:xfrm>
            <a:off x="1219200" y="4402138"/>
            <a:ext cx="306388" cy="33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32" name="Rectangle 216" descr="183">
            <a:extLst>
              <a:ext uri="{FF2B5EF4-FFF2-40B4-BE49-F238E27FC236}">
                <a16:creationId xmlns:a16="http://schemas.microsoft.com/office/drawing/2014/main" id="{48CCAF35-081B-6602-581A-3DD6D873C2EA}"/>
              </a:ext>
            </a:extLst>
          </p:cNvPr>
          <p:cNvSpPr>
            <a:spLocks noChangeArrowheads="1"/>
          </p:cNvSpPr>
          <p:nvPr/>
        </p:nvSpPr>
        <p:spPr bwMode="auto">
          <a:xfrm>
            <a:off x="1525588" y="4402138"/>
            <a:ext cx="303212" cy="33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33" name="Rectangle 215" descr="184">
            <a:extLst>
              <a:ext uri="{FF2B5EF4-FFF2-40B4-BE49-F238E27FC236}">
                <a16:creationId xmlns:a16="http://schemas.microsoft.com/office/drawing/2014/main" id="{B48EA1E6-5C5E-4E48-A243-8B82452BE0E6}"/>
              </a:ext>
            </a:extLst>
          </p:cNvPr>
          <p:cNvSpPr>
            <a:spLocks noChangeArrowheads="1"/>
          </p:cNvSpPr>
          <p:nvPr/>
        </p:nvSpPr>
        <p:spPr bwMode="auto">
          <a:xfrm>
            <a:off x="1828800" y="4402138"/>
            <a:ext cx="303213" cy="33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34" name="Rectangle 214" descr="185">
            <a:extLst>
              <a:ext uri="{FF2B5EF4-FFF2-40B4-BE49-F238E27FC236}">
                <a16:creationId xmlns:a16="http://schemas.microsoft.com/office/drawing/2014/main" id="{05206F4D-3EAC-3069-839A-4D9B3CE42146}"/>
              </a:ext>
            </a:extLst>
          </p:cNvPr>
          <p:cNvSpPr>
            <a:spLocks noChangeArrowheads="1"/>
          </p:cNvSpPr>
          <p:nvPr/>
        </p:nvSpPr>
        <p:spPr bwMode="auto">
          <a:xfrm>
            <a:off x="2132013" y="4402138"/>
            <a:ext cx="306387" cy="33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35" name="Rectangle 213" descr="186">
            <a:extLst>
              <a:ext uri="{FF2B5EF4-FFF2-40B4-BE49-F238E27FC236}">
                <a16:creationId xmlns:a16="http://schemas.microsoft.com/office/drawing/2014/main" id="{6A3369D4-E4DC-E4B4-1127-12519B0B84C5}"/>
              </a:ext>
            </a:extLst>
          </p:cNvPr>
          <p:cNvSpPr>
            <a:spLocks noChangeArrowheads="1"/>
          </p:cNvSpPr>
          <p:nvPr/>
        </p:nvSpPr>
        <p:spPr bwMode="auto">
          <a:xfrm>
            <a:off x="2438400" y="4402138"/>
            <a:ext cx="306388" cy="33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36" name="Rectangle 212" descr="187">
            <a:extLst>
              <a:ext uri="{FF2B5EF4-FFF2-40B4-BE49-F238E27FC236}">
                <a16:creationId xmlns:a16="http://schemas.microsoft.com/office/drawing/2014/main" id="{914DA684-8721-BA6C-60FD-A5FD61605A49}"/>
              </a:ext>
            </a:extLst>
          </p:cNvPr>
          <p:cNvSpPr>
            <a:spLocks noChangeArrowheads="1"/>
          </p:cNvSpPr>
          <p:nvPr/>
        </p:nvSpPr>
        <p:spPr bwMode="auto">
          <a:xfrm>
            <a:off x="2744788" y="4402138"/>
            <a:ext cx="303212" cy="33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37" name="Rectangle 211" descr="188">
            <a:extLst>
              <a:ext uri="{FF2B5EF4-FFF2-40B4-BE49-F238E27FC236}">
                <a16:creationId xmlns:a16="http://schemas.microsoft.com/office/drawing/2014/main" id="{F5E601B1-8887-3F8C-C693-E11694C73908}"/>
              </a:ext>
            </a:extLst>
          </p:cNvPr>
          <p:cNvSpPr>
            <a:spLocks noChangeArrowheads="1"/>
          </p:cNvSpPr>
          <p:nvPr/>
        </p:nvSpPr>
        <p:spPr bwMode="auto">
          <a:xfrm>
            <a:off x="3048000" y="4402138"/>
            <a:ext cx="303213" cy="33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38" name="Rectangle 210" descr="189">
            <a:extLst>
              <a:ext uri="{FF2B5EF4-FFF2-40B4-BE49-F238E27FC236}">
                <a16:creationId xmlns:a16="http://schemas.microsoft.com/office/drawing/2014/main" id="{71FE0B9E-503A-38F1-9FA1-C4C9B27E48BC}"/>
              </a:ext>
            </a:extLst>
          </p:cNvPr>
          <p:cNvSpPr>
            <a:spLocks noChangeArrowheads="1"/>
          </p:cNvSpPr>
          <p:nvPr/>
        </p:nvSpPr>
        <p:spPr bwMode="auto">
          <a:xfrm>
            <a:off x="3351213" y="4402138"/>
            <a:ext cx="306387" cy="33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39" name="Rectangle 209" descr="190">
            <a:extLst>
              <a:ext uri="{FF2B5EF4-FFF2-40B4-BE49-F238E27FC236}">
                <a16:creationId xmlns:a16="http://schemas.microsoft.com/office/drawing/2014/main" id="{E1A6BCD9-66DE-07AA-B82A-9A5552024225}"/>
              </a:ext>
            </a:extLst>
          </p:cNvPr>
          <p:cNvSpPr>
            <a:spLocks noChangeArrowheads="1"/>
          </p:cNvSpPr>
          <p:nvPr/>
        </p:nvSpPr>
        <p:spPr bwMode="auto">
          <a:xfrm>
            <a:off x="1219200" y="4737100"/>
            <a:ext cx="306388" cy="33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40" name="Rectangle 208" descr="191">
            <a:extLst>
              <a:ext uri="{FF2B5EF4-FFF2-40B4-BE49-F238E27FC236}">
                <a16:creationId xmlns:a16="http://schemas.microsoft.com/office/drawing/2014/main" id="{DCAE22E8-FC1E-2C19-7B2E-08E690DCF69B}"/>
              </a:ext>
            </a:extLst>
          </p:cNvPr>
          <p:cNvSpPr>
            <a:spLocks noChangeArrowheads="1"/>
          </p:cNvSpPr>
          <p:nvPr/>
        </p:nvSpPr>
        <p:spPr bwMode="auto">
          <a:xfrm>
            <a:off x="1525588" y="4737100"/>
            <a:ext cx="303212" cy="33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41" name="Rectangle 207" descr="192">
            <a:extLst>
              <a:ext uri="{FF2B5EF4-FFF2-40B4-BE49-F238E27FC236}">
                <a16:creationId xmlns:a16="http://schemas.microsoft.com/office/drawing/2014/main" id="{6D43C55E-425B-2004-FC32-B66375028FD6}"/>
              </a:ext>
            </a:extLst>
          </p:cNvPr>
          <p:cNvSpPr>
            <a:spLocks noChangeArrowheads="1"/>
          </p:cNvSpPr>
          <p:nvPr/>
        </p:nvSpPr>
        <p:spPr bwMode="auto">
          <a:xfrm>
            <a:off x="1828800" y="4737100"/>
            <a:ext cx="303213" cy="33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42" name="Rectangle 206" descr="193">
            <a:extLst>
              <a:ext uri="{FF2B5EF4-FFF2-40B4-BE49-F238E27FC236}">
                <a16:creationId xmlns:a16="http://schemas.microsoft.com/office/drawing/2014/main" id="{8785E4DD-05C6-342D-1AC0-F4D63ADE6268}"/>
              </a:ext>
            </a:extLst>
          </p:cNvPr>
          <p:cNvSpPr>
            <a:spLocks noChangeArrowheads="1"/>
          </p:cNvSpPr>
          <p:nvPr/>
        </p:nvSpPr>
        <p:spPr bwMode="auto">
          <a:xfrm>
            <a:off x="2132013" y="4737100"/>
            <a:ext cx="306387" cy="33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43" name="Rectangle 205" descr="194">
            <a:extLst>
              <a:ext uri="{FF2B5EF4-FFF2-40B4-BE49-F238E27FC236}">
                <a16:creationId xmlns:a16="http://schemas.microsoft.com/office/drawing/2014/main" id="{287A5398-7ED5-4E04-574F-FA91A6F80C28}"/>
              </a:ext>
            </a:extLst>
          </p:cNvPr>
          <p:cNvSpPr>
            <a:spLocks noChangeArrowheads="1"/>
          </p:cNvSpPr>
          <p:nvPr/>
        </p:nvSpPr>
        <p:spPr bwMode="auto">
          <a:xfrm>
            <a:off x="2438400" y="4737100"/>
            <a:ext cx="306388" cy="33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44" name="Rectangle 204" descr="195">
            <a:extLst>
              <a:ext uri="{FF2B5EF4-FFF2-40B4-BE49-F238E27FC236}">
                <a16:creationId xmlns:a16="http://schemas.microsoft.com/office/drawing/2014/main" id="{A4AAD460-19C9-6742-83AC-C410413B8302}"/>
              </a:ext>
            </a:extLst>
          </p:cNvPr>
          <p:cNvSpPr>
            <a:spLocks noChangeArrowheads="1"/>
          </p:cNvSpPr>
          <p:nvPr/>
        </p:nvSpPr>
        <p:spPr bwMode="auto">
          <a:xfrm>
            <a:off x="2744788" y="4737100"/>
            <a:ext cx="303212" cy="33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45" name="Rectangle 203" descr="196">
            <a:extLst>
              <a:ext uri="{FF2B5EF4-FFF2-40B4-BE49-F238E27FC236}">
                <a16:creationId xmlns:a16="http://schemas.microsoft.com/office/drawing/2014/main" id="{FA77D7FF-3072-683F-6D80-82378A3BD929}"/>
              </a:ext>
            </a:extLst>
          </p:cNvPr>
          <p:cNvSpPr>
            <a:spLocks noChangeArrowheads="1"/>
          </p:cNvSpPr>
          <p:nvPr/>
        </p:nvSpPr>
        <p:spPr bwMode="auto">
          <a:xfrm>
            <a:off x="3048000" y="4737100"/>
            <a:ext cx="303213" cy="33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46" name="Rectangle 202" descr="197">
            <a:extLst>
              <a:ext uri="{FF2B5EF4-FFF2-40B4-BE49-F238E27FC236}">
                <a16:creationId xmlns:a16="http://schemas.microsoft.com/office/drawing/2014/main" id="{5AEDE382-9051-1E5E-02F1-459C1FA3FDF6}"/>
              </a:ext>
            </a:extLst>
          </p:cNvPr>
          <p:cNvSpPr>
            <a:spLocks noChangeArrowheads="1"/>
          </p:cNvSpPr>
          <p:nvPr/>
        </p:nvSpPr>
        <p:spPr bwMode="auto">
          <a:xfrm>
            <a:off x="3351213" y="4737100"/>
            <a:ext cx="306387" cy="33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47" name="Rectangle 201" descr="198">
            <a:extLst>
              <a:ext uri="{FF2B5EF4-FFF2-40B4-BE49-F238E27FC236}">
                <a16:creationId xmlns:a16="http://schemas.microsoft.com/office/drawing/2014/main" id="{DDC49734-2C56-A467-BB25-B989AD8F5A86}"/>
              </a:ext>
            </a:extLst>
          </p:cNvPr>
          <p:cNvSpPr>
            <a:spLocks noChangeArrowheads="1"/>
          </p:cNvSpPr>
          <p:nvPr/>
        </p:nvSpPr>
        <p:spPr bwMode="auto">
          <a:xfrm>
            <a:off x="1219200" y="5072063"/>
            <a:ext cx="306388"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48" name="Rectangle 200" descr="199">
            <a:extLst>
              <a:ext uri="{FF2B5EF4-FFF2-40B4-BE49-F238E27FC236}">
                <a16:creationId xmlns:a16="http://schemas.microsoft.com/office/drawing/2014/main" id="{E4E02A8C-A231-E45D-0BCF-3728E0BE9EF1}"/>
              </a:ext>
            </a:extLst>
          </p:cNvPr>
          <p:cNvSpPr>
            <a:spLocks noChangeArrowheads="1"/>
          </p:cNvSpPr>
          <p:nvPr/>
        </p:nvSpPr>
        <p:spPr bwMode="auto">
          <a:xfrm>
            <a:off x="1525588" y="5072063"/>
            <a:ext cx="303212"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49" name="Rectangle 199" descr="200">
            <a:extLst>
              <a:ext uri="{FF2B5EF4-FFF2-40B4-BE49-F238E27FC236}">
                <a16:creationId xmlns:a16="http://schemas.microsoft.com/office/drawing/2014/main" id="{DCB0C397-19E0-9E44-2B85-A9CE58D2A48E}"/>
              </a:ext>
            </a:extLst>
          </p:cNvPr>
          <p:cNvSpPr>
            <a:spLocks noChangeArrowheads="1"/>
          </p:cNvSpPr>
          <p:nvPr/>
        </p:nvSpPr>
        <p:spPr bwMode="auto">
          <a:xfrm>
            <a:off x="1828800" y="5072063"/>
            <a:ext cx="303213"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50" name="Rectangle 198" descr="201">
            <a:extLst>
              <a:ext uri="{FF2B5EF4-FFF2-40B4-BE49-F238E27FC236}">
                <a16:creationId xmlns:a16="http://schemas.microsoft.com/office/drawing/2014/main" id="{48E7E674-B3D0-3A96-6F81-4D386E12407C}"/>
              </a:ext>
            </a:extLst>
          </p:cNvPr>
          <p:cNvSpPr>
            <a:spLocks noChangeArrowheads="1"/>
          </p:cNvSpPr>
          <p:nvPr/>
        </p:nvSpPr>
        <p:spPr bwMode="auto">
          <a:xfrm>
            <a:off x="2132013" y="5072063"/>
            <a:ext cx="306387"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51" name="Rectangle 197" descr="202">
            <a:extLst>
              <a:ext uri="{FF2B5EF4-FFF2-40B4-BE49-F238E27FC236}">
                <a16:creationId xmlns:a16="http://schemas.microsoft.com/office/drawing/2014/main" id="{02127342-2845-A93D-F815-F3B0AD816E5A}"/>
              </a:ext>
            </a:extLst>
          </p:cNvPr>
          <p:cNvSpPr>
            <a:spLocks noChangeArrowheads="1"/>
          </p:cNvSpPr>
          <p:nvPr/>
        </p:nvSpPr>
        <p:spPr bwMode="auto">
          <a:xfrm>
            <a:off x="2438400" y="5072063"/>
            <a:ext cx="306388"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52" name="Rectangle 196" descr="203">
            <a:extLst>
              <a:ext uri="{FF2B5EF4-FFF2-40B4-BE49-F238E27FC236}">
                <a16:creationId xmlns:a16="http://schemas.microsoft.com/office/drawing/2014/main" id="{7E6D62AD-CC50-9B12-EAFF-BE313AB29C6A}"/>
              </a:ext>
            </a:extLst>
          </p:cNvPr>
          <p:cNvSpPr>
            <a:spLocks noChangeArrowheads="1"/>
          </p:cNvSpPr>
          <p:nvPr/>
        </p:nvSpPr>
        <p:spPr bwMode="auto">
          <a:xfrm>
            <a:off x="2744788" y="5072063"/>
            <a:ext cx="303212"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53" name="Rectangle 195" descr="204">
            <a:extLst>
              <a:ext uri="{FF2B5EF4-FFF2-40B4-BE49-F238E27FC236}">
                <a16:creationId xmlns:a16="http://schemas.microsoft.com/office/drawing/2014/main" id="{7A6F3FE9-7C8E-D109-03D7-76902D272C42}"/>
              </a:ext>
            </a:extLst>
          </p:cNvPr>
          <p:cNvSpPr>
            <a:spLocks noChangeArrowheads="1"/>
          </p:cNvSpPr>
          <p:nvPr/>
        </p:nvSpPr>
        <p:spPr bwMode="auto">
          <a:xfrm>
            <a:off x="3048000" y="5072063"/>
            <a:ext cx="303213"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54" name="Rectangle 194" descr="205">
            <a:extLst>
              <a:ext uri="{FF2B5EF4-FFF2-40B4-BE49-F238E27FC236}">
                <a16:creationId xmlns:a16="http://schemas.microsoft.com/office/drawing/2014/main" id="{84C4D9C0-CD60-7892-FD5C-F0C7135A0205}"/>
              </a:ext>
            </a:extLst>
          </p:cNvPr>
          <p:cNvSpPr>
            <a:spLocks noChangeArrowheads="1"/>
          </p:cNvSpPr>
          <p:nvPr/>
        </p:nvSpPr>
        <p:spPr bwMode="auto">
          <a:xfrm>
            <a:off x="3351213" y="5072063"/>
            <a:ext cx="306387"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55" name="Rectangle 193" descr="206">
            <a:extLst>
              <a:ext uri="{FF2B5EF4-FFF2-40B4-BE49-F238E27FC236}">
                <a16:creationId xmlns:a16="http://schemas.microsoft.com/office/drawing/2014/main" id="{42E22729-65DF-61E3-9CE9-56D946A8F7AD}"/>
              </a:ext>
            </a:extLst>
          </p:cNvPr>
          <p:cNvSpPr>
            <a:spLocks noChangeArrowheads="1"/>
          </p:cNvSpPr>
          <p:nvPr/>
        </p:nvSpPr>
        <p:spPr bwMode="auto">
          <a:xfrm>
            <a:off x="1219200" y="5407025"/>
            <a:ext cx="306388"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56" name="Rectangle 192" descr="207">
            <a:extLst>
              <a:ext uri="{FF2B5EF4-FFF2-40B4-BE49-F238E27FC236}">
                <a16:creationId xmlns:a16="http://schemas.microsoft.com/office/drawing/2014/main" id="{9EA5891C-B6C5-40B0-408D-F9F143F96D39}"/>
              </a:ext>
            </a:extLst>
          </p:cNvPr>
          <p:cNvSpPr>
            <a:spLocks noChangeArrowheads="1"/>
          </p:cNvSpPr>
          <p:nvPr/>
        </p:nvSpPr>
        <p:spPr bwMode="auto">
          <a:xfrm>
            <a:off x="1525588" y="5407025"/>
            <a:ext cx="303212"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57" name="Rectangle 191" descr="208">
            <a:extLst>
              <a:ext uri="{FF2B5EF4-FFF2-40B4-BE49-F238E27FC236}">
                <a16:creationId xmlns:a16="http://schemas.microsoft.com/office/drawing/2014/main" id="{389AF425-86B3-C698-289C-D8373B46ACD4}"/>
              </a:ext>
            </a:extLst>
          </p:cNvPr>
          <p:cNvSpPr>
            <a:spLocks noChangeArrowheads="1"/>
          </p:cNvSpPr>
          <p:nvPr/>
        </p:nvSpPr>
        <p:spPr bwMode="auto">
          <a:xfrm>
            <a:off x="1828800" y="5407025"/>
            <a:ext cx="303213"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58" name="Rectangle 190" descr="209">
            <a:extLst>
              <a:ext uri="{FF2B5EF4-FFF2-40B4-BE49-F238E27FC236}">
                <a16:creationId xmlns:a16="http://schemas.microsoft.com/office/drawing/2014/main" id="{7711D776-C8A0-E9F1-B6DE-D64B46E677BA}"/>
              </a:ext>
            </a:extLst>
          </p:cNvPr>
          <p:cNvSpPr>
            <a:spLocks noChangeArrowheads="1"/>
          </p:cNvSpPr>
          <p:nvPr/>
        </p:nvSpPr>
        <p:spPr bwMode="auto">
          <a:xfrm>
            <a:off x="2132013" y="5407025"/>
            <a:ext cx="306387"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59" name="Rectangle 189" descr="210">
            <a:extLst>
              <a:ext uri="{FF2B5EF4-FFF2-40B4-BE49-F238E27FC236}">
                <a16:creationId xmlns:a16="http://schemas.microsoft.com/office/drawing/2014/main" id="{64B6EB1B-41E9-3702-85FF-3A94F53332ED}"/>
              </a:ext>
            </a:extLst>
          </p:cNvPr>
          <p:cNvSpPr>
            <a:spLocks noChangeArrowheads="1"/>
          </p:cNvSpPr>
          <p:nvPr/>
        </p:nvSpPr>
        <p:spPr bwMode="auto">
          <a:xfrm>
            <a:off x="2438400" y="5407025"/>
            <a:ext cx="306388"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60" name="Rectangle 188" descr="211">
            <a:extLst>
              <a:ext uri="{FF2B5EF4-FFF2-40B4-BE49-F238E27FC236}">
                <a16:creationId xmlns:a16="http://schemas.microsoft.com/office/drawing/2014/main" id="{D35F5104-2E25-CD96-C161-BB0356119755}"/>
              </a:ext>
            </a:extLst>
          </p:cNvPr>
          <p:cNvSpPr>
            <a:spLocks noChangeArrowheads="1"/>
          </p:cNvSpPr>
          <p:nvPr/>
        </p:nvSpPr>
        <p:spPr bwMode="auto">
          <a:xfrm>
            <a:off x="2744788" y="5407025"/>
            <a:ext cx="303212"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61" name="Rectangle 187" descr="212">
            <a:extLst>
              <a:ext uri="{FF2B5EF4-FFF2-40B4-BE49-F238E27FC236}">
                <a16:creationId xmlns:a16="http://schemas.microsoft.com/office/drawing/2014/main" id="{245F8E68-3E5D-A03C-793C-ED50493C6DB4}"/>
              </a:ext>
            </a:extLst>
          </p:cNvPr>
          <p:cNvSpPr>
            <a:spLocks noChangeArrowheads="1"/>
          </p:cNvSpPr>
          <p:nvPr/>
        </p:nvSpPr>
        <p:spPr bwMode="auto">
          <a:xfrm>
            <a:off x="3048000" y="5407025"/>
            <a:ext cx="303213"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62" name="Rectangle 186" descr="213">
            <a:extLst>
              <a:ext uri="{FF2B5EF4-FFF2-40B4-BE49-F238E27FC236}">
                <a16:creationId xmlns:a16="http://schemas.microsoft.com/office/drawing/2014/main" id="{1700E377-2362-8836-6953-9DAEBAA13545}"/>
              </a:ext>
            </a:extLst>
          </p:cNvPr>
          <p:cNvSpPr>
            <a:spLocks noChangeArrowheads="1"/>
          </p:cNvSpPr>
          <p:nvPr/>
        </p:nvSpPr>
        <p:spPr bwMode="auto">
          <a:xfrm>
            <a:off x="3351213" y="5407025"/>
            <a:ext cx="306387"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63" name="Rectangle 185" descr="214">
            <a:extLst>
              <a:ext uri="{FF2B5EF4-FFF2-40B4-BE49-F238E27FC236}">
                <a16:creationId xmlns:a16="http://schemas.microsoft.com/office/drawing/2014/main" id="{918661A0-11D0-72C4-02AE-7D4A63892A39}"/>
              </a:ext>
            </a:extLst>
          </p:cNvPr>
          <p:cNvSpPr>
            <a:spLocks noChangeArrowheads="1"/>
          </p:cNvSpPr>
          <p:nvPr/>
        </p:nvSpPr>
        <p:spPr bwMode="auto">
          <a:xfrm>
            <a:off x="1219200" y="5741988"/>
            <a:ext cx="306388"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64" name="Rectangle 184" descr="215">
            <a:extLst>
              <a:ext uri="{FF2B5EF4-FFF2-40B4-BE49-F238E27FC236}">
                <a16:creationId xmlns:a16="http://schemas.microsoft.com/office/drawing/2014/main" id="{80EACF2A-AF54-64B7-43F8-D5AB3D951491}"/>
              </a:ext>
            </a:extLst>
          </p:cNvPr>
          <p:cNvSpPr>
            <a:spLocks noChangeArrowheads="1"/>
          </p:cNvSpPr>
          <p:nvPr/>
        </p:nvSpPr>
        <p:spPr bwMode="auto">
          <a:xfrm>
            <a:off x="1525588" y="5741988"/>
            <a:ext cx="303212"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65" name="Rectangle 183" descr="216">
            <a:extLst>
              <a:ext uri="{FF2B5EF4-FFF2-40B4-BE49-F238E27FC236}">
                <a16:creationId xmlns:a16="http://schemas.microsoft.com/office/drawing/2014/main" id="{F8E2997B-1005-DD8F-C335-545038E8168B}"/>
              </a:ext>
            </a:extLst>
          </p:cNvPr>
          <p:cNvSpPr>
            <a:spLocks noChangeArrowheads="1"/>
          </p:cNvSpPr>
          <p:nvPr/>
        </p:nvSpPr>
        <p:spPr bwMode="auto">
          <a:xfrm>
            <a:off x="1828800" y="5741988"/>
            <a:ext cx="303213"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66" name="Rectangle 182" descr="217">
            <a:extLst>
              <a:ext uri="{FF2B5EF4-FFF2-40B4-BE49-F238E27FC236}">
                <a16:creationId xmlns:a16="http://schemas.microsoft.com/office/drawing/2014/main" id="{83909E58-0BC4-A63F-A456-A565318C710F}"/>
              </a:ext>
            </a:extLst>
          </p:cNvPr>
          <p:cNvSpPr>
            <a:spLocks noChangeArrowheads="1"/>
          </p:cNvSpPr>
          <p:nvPr/>
        </p:nvSpPr>
        <p:spPr bwMode="auto">
          <a:xfrm>
            <a:off x="2132013" y="5741988"/>
            <a:ext cx="306387"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67" name="Rectangle 181" descr="218">
            <a:extLst>
              <a:ext uri="{FF2B5EF4-FFF2-40B4-BE49-F238E27FC236}">
                <a16:creationId xmlns:a16="http://schemas.microsoft.com/office/drawing/2014/main" id="{E4E96543-9FA1-7515-8EF2-7A3F4C186F4A}"/>
              </a:ext>
            </a:extLst>
          </p:cNvPr>
          <p:cNvSpPr>
            <a:spLocks noChangeArrowheads="1"/>
          </p:cNvSpPr>
          <p:nvPr/>
        </p:nvSpPr>
        <p:spPr bwMode="auto">
          <a:xfrm>
            <a:off x="2438400" y="5741988"/>
            <a:ext cx="306388"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68" name="Rectangle 180" descr="219">
            <a:extLst>
              <a:ext uri="{FF2B5EF4-FFF2-40B4-BE49-F238E27FC236}">
                <a16:creationId xmlns:a16="http://schemas.microsoft.com/office/drawing/2014/main" id="{BA7E254F-2CFC-3662-FB98-C7BC22E21377}"/>
              </a:ext>
            </a:extLst>
          </p:cNvPr>
          <p:cNvSpPr>
            <a:spLocks noChangeArrowheads="1"/>
          </p:cNvSpPr>
          <p:nvPr/>
        </p:nvSpPr>
        <p:spPr bwMode="auto">
          <a:xfrm>
            <a:off x="2744788" y="5741988"/>
            <a:ext cx="303212"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69" name="Rectangle 179" descr="220">
            <a:extLst>
              <a:ext uri="{FF2B5EF4-FFF2-40B4-BE49-F238E27FC236}">
                <a16:creationId xmlns:a16="http://schemas.microsoft.com/office/drawing/2014/main" id="{5E1A26E9-E22F-AD5B-1408-0389C89E1D98}"/>
              </a:ext>
            </a:extLst>
          </p:cNvPr>
          <p:cNvSpPr>
            <a:spLocks noChangeArrowheads="1"/>
          </p:cNvSpPr>
          <p:nvPr/>
        </p:nvSpPr>
        <p:spPr bwMode="auto">
          <a:xfrm>
            <a:off x="3048000" y="5741988"/>
            <a:ext cx="303213"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70" name="Rectangle 178" descr="221">
            <a:extLst>
              <a:ext uri="{FF2B5EF4-FFF2-40B4-BE49-F238E27FC236}">
                <a16:creationId xmlns:a16="http://schemas.microsoft.com/office/drawing/2014/main" id="{8D38A769-11CC-180F-177E-1B1DF1FEDFE8}"/>
              </a:ext>
            </a:extLst>
          </p:cNvPr>
          <p:cNvSpPr>
            <a:spLocks noChangeArrowheads="1"/>
          </p:cNvSpPr>
          <p:nvPr/>
        </p:nvSpPr>
        <p:spPr bwMode="auto">
          <a:xfrm>
            <a:off x="3351213" y="5741988"/>
            <a:ext cx="306387" cy="3349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71" name="Rectangle 177" descr="222">
            <a:extLst>
              <a:ext uri="{FF2B5EF4-FFF2-40B4-BE49-F238E27FC236}">
                <a16:creationId xmlns:a16="http://schemas.microsoft.com/office/drawing/2014/main" id="{46532F63-9E2B-9417-86EE-7AF6A3A5836E}"/>
              </a:ext>
            </a:extLst>
          </p:cNvPr>
          <p:cNvSpPr>
            <a:spLocks noChangeArrowheads="1"/>
          </p:cNvSpPr>
          <p:nvPr/>
        </p:nvSpPr>
        <p:spPr bwMode="auto">
          <a:xfrm>
            <a:off x="1219200" y="6076950"/>
            <a:ext cx="306388"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72" name="Rectangle 176" descr="223">
            <a:extLst>
              <a:ext uri="{FF2B5EF4-FFF2-40B4-BE49-F238E27FC236}">
                <a16:creationId xmlns:a16="http://schemas.microsoft.com/office/drawing/2014/main" id="{65102DD2-2356-6131-8029-23B0C93F1652}"/>
              </a:ext>
            </a:extLst>
          </p:cNvPr>
          <p:cNvSpPr>
            <a:spLocks noChangeArrowheads="1"/>
          </p:cNvSpPr>
          <p:nvPr/>
        </p:nvSpPr>
        <p:spPr bwMode="auto">
          <a:xfrm>
            <a:off x="1525588" y="6076950"/>
            <a:ext cx="303212"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73" name="Rectangle 175" descr="224">
            <a:extLst>
              <a:ext uri="{FF2B5EF4-FFF2-40B4-BE49-F238E27FC236}">
                <a16:creationId xmlns:a16="http://schemas.microsoft.com/office/drawing/2014/main" id="{AD35DD0A-799F-9DEF-1CB7-1B7F1436B59E}"/>
              </a:ext>
            </a:extLst>
          </p:cNvPr>
          <p:cNvSpPr>
            <a:spLocks noChangeArrowheads="1"/>
          </p:cNvSpPr>
          <p:nvPr/>
        </p:nvSpPr>
        <p:spPr bwMode="auto">
          <a:xfrm>
            <a:off x="1828800" y="6076950"/>
            <a:ext cx="303213"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74" name="Rectangle 174" descr="225">
            <a:extLst>
              <a:ext uri="{FF2B5EF4-FFF2-40B4-BE49-F238E27FC236}">
                <a16:creationId xmlns:a16="http://schemas.microsoft.com/office/drawing/2014/main" id="{CF07D374-4E58-6935-AD63-40CC150ABB9F}"/>
              </a:ext>
            </a:extLst>
          </p:cNvPr>
          <p:cNvSpPr>
            <a:spLocks noChangeArrowheads="1"/>
          </p:cNvSpPr>
          <p:nvPr/>
        </p:nvSpPr>
        <p:spPr bwMode="auto">
          <a:xfrm>
            <a:off x="2132013" y="6076950"/>
            <a:ext cx="306387"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75" name="Rectangle 173" descr="226">
            <a:extLst>
              <a:ext uri="{FF2B5EF4-FFF2-40B4-BE49-F238E27FC236}">
                <a16:creationId xmlns:a16="http://schemas.microsoft.com/office/drawing/2014/main" id="{C306DFD6-25D5-1D9C-8008-788FFF987043}"/>
              </a:ext>
            </a:extLst>
          </p:cNvPr>
          <p:cNvSpPr>
            <a:spLocks noChangeArrowheads="1"/>
          </p:cNvSpPr>
          <p:nvPr/>
        </p:nvSpPr>
        <p:spPr bwMode="auto">
          <a:xfrm>
            <a:off x="2438400" y="6076950"/>
            <a:ext cx="306388"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76" name="Rectangle 172" descr="227">
            <a:extLst>
              <a:ext uri="{FF2B5EF4-FFF2-40B4-BE49-F238E27FC236}">
                <a16:creationId xmlns:a16="http://schemas.microsoft.com/office/drawing/2014/main" id="{A22F2E00-821E-0AE4-0E86-B814CE105A9A}"/>
              </a:ext>
            </a:extLst>
          </p:cNvPr>
          <p:cNvSpPr>
            <a:spLocks noChangeArrowheads="1"/>
          </p:cNvSpPr>
          <p:nvPr/>
        </p:nvSpPr>
        <p:spPr bwMode="auto">
          <a:xfrm>
            <a:off x="2744788" y="6076950"/>
            <a:ext cx="303212"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77" name="Rectangle 171" descr="228">
            <a:extLst>
              <a:ext uri="{FF2B5EF4-FFF2-40B4-BE49-F238E27FC236}">
                <a16:creationId xmlns:a16="http://schemas.microsoft.com/office/drawing/2014/main" id="{B1587F5B-F680-5DA9-5EB4-1D08F081E904}"/>
              </a:ext>
            </a:extLst>
          </p:cNvPr>
          <p:cNvSpPr>
            <a:spLocks noChangeArrowheads="1"/>
          </p:cNvSpPr>
          <p:nvPr/>
        </p:nvSpPr>
        <p:spPr bwMode="auto">
          <a:xfrm>
            <a:off x="3048000" y="6076950"/>
            <a:ext cx="303213"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78" name="Rectangle 170" descr="229">
            <a:extLst>
              <a:ext uri="{FF2B5EF4-FFF2-40B4-BE49-F238E27FC236}">
                <a16:creationId xmlns:a16="http://schemas.microsoft.com/office/drawing/2014/main" id="{A06A04AA-CE1D-DC5B-EF42-C09B1CEBE391}"/>
              </a:ext>
            </a:extLst>
          </p:cNvPr>
          <p:cNvSpPr>
            <a:spLocks noChangeArrowheads="1"/>
          </p:cNvSpPr>
          <p:nvPr/>
        </p:nvSpPr>
        <p:spPr bwMode="auto">
          <a:xfrm>
            <a:off x="3351213" y="6076950"/>
            <a:ext cx="306387" cy="3349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742950" indent="-285750"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0" marR="0" lvl="0" indent="0" algn="l" defTabSz="890588" rtl="0" eaLnBrk="0" fontAlgn="base" latinLnBrk="0" hangingPunct="0">
              <a:lnSpc>
                <a:spcPct val="100000"/>
              </a:lnSpc>
              <a:spcBef>
                <a:spcPct val="0"/>
              </a:spcBef>
              <a:spcAft>
                <a:spcPct val="0"/>
              </a:spcAft>
              <a:buClrTx/>
              <a:buSzTx/>
              <a:buFontTx/>
              <a:buNone/>
              <a:tabLst>
                <a:tab pos="6985000" algn="l"/>
                <a:tab pos="7185025" algn="l"/>
                <a:tab pos="7837488" algn="l"/>
              </a:tabLst>
              <a:defRPr/>
            </a:pPr>
            <a:endParaRPr kumimoji="0" lang="en-IN" altLang="en-US" sz="2100" b="0" i="0" u="none" strike="noStrike" kern="1200" cap="none" spc="0" normalizeH="0" baseline="0" noProof="0">
              <a:ln>
                <a:noFill/>
              </a:ln>
              <a:solidFill>
                <a:srgbClr val="1F497D"/>
              </a:solidFill>
              <a:effectLst/>
              <a:uLnTx/>
              <a:uFillTx/>
              <a:latin typeface="Calibri" panose="020F0502020204030204" pitchFamily="34" charset="0"/>
              <a:ea typeface="+mn-ea"/>
              <a:cs typeface="Arial" panose="020B0604020202020204" pitchFamily="34" charset="0"/>
            </a:endParaRPr>
          </a:p>
        </p:txBody>
      </p:sp>
      <p:sp>
        <p:nvSpPr>
          <p:cNvPr id="27879" name="Line 234">
            <a:extLst>
              <a:ext uri="{FF2B5EF4-FFF2-40B4-BE49-F238E27FC236}">
                <a16:creationId xmlns:a16="http://schemas.microsoft.com/office/drawing/2014/main" id="{E605B909-909F-AF9B-84AA-66000EE12595}"/>
              </a:ext>
            </a:extLst>
          </p:cNvPr>
          <p:cNvSpPr>
            <a:spLocks noChangeShapeType="1"/>
          </p:cNvSpPr>
          <p:nvPr/>
        </p:nvSpPr>
        <p:spPr bwMode="auto">
          <a:xfrm>
            <a:off x="1219200" y="3732213"/>
            <a:ext cx="2438400" cy="0"/>
          </a:xfrm>
          <a:prstGeom prst="line">
            <a:avLst/>
          </a:prstGeom>
          <a:noFill/>
          <a:ln w="28575" cap="sq">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880" name="Line 235">
            <a:extLst>
              <a:ext uri="{FF2B5EF4-FFF2-40B4-BE49-F238E27FC236}">
                <a16:creationId xmlns:a16="http://schemas.microsoft.com/office/drawing/2014/main" id="{BB2B417A-4F43-4B53-CDC5-31FF5CCAEB4C}"/>
              </a:ext>
            </a:extLst>
          </p:cNvPr>
          <p:cNvSpPr>
            <a:spLocks noChangeShapeType="1"/>
          </p:cNvSpPr>
          <p:nvPr/>
        </p:nvSpPr>
        <p:spPr bwMode="auto">
          <a:xfrm>
            <a:off x="1219200" y="4067175"/>
            <a:ext cx="2438400" cy="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881" name="Line 236">
            <a:extLst>
              <a:ext uri="{FF2B5EF4-FFF2-40B4-BE49-F238E27FC236}">
                <a16:creationId xmlns:a16="http://schemas.microsoft.com/office/drawing/2014/main" id="{8B0581E9-D9FF-33EC-D3AD-FDD636EB9125}"/>
              </a:ext>
            </a:extLst>
          </p:cNvPr>
          <p:cNvSpPr>
            <a:spLocks noChangeShapeType="1"/>
          </p:cNvSpPr>
          <p:nvPr/>
        </p:nvSpPr>
        <p:spPr bwMode="auto">
          <a:xfrm>
            <a:off x="1219200" y="4402138"/>
            <a:ext cx="2438400" cy="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882" name="Line 237">
            <a:extLst>
              <a:ext uri="{FF2B5EF4-FFF2-40B4-BE49-F238E27FC236}">
                <a16:creationId xmlns:a16="http://schemas.microsoft.com/office/drawing/2014/main" id="{07C3116C-B4E8-D4C3-6D01-1E493D485CD2}"/>
              </a:ext>
            </a:extLst>
          </p:cNvPr>
          <p:cNvSpPr>
            <a:spLocks noChangeShapeType="1"/>
          </p:cNvSpPr>
          <p:nvPr/>
        </p:nvSpPr>
        <p:spPr bwMode="auto">
          <a:xfrm>
            <a:off x="1219200" y="4737100"/>
            <a:ext cx="2438400" cy="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883" name="Line 238">
            <a:extLst>
              <a:ext uri="{FF2B5EF4-FFF2-40B4-BE49-F238E27FC236}">
                <a16:creationId xmlns:a16="http://schemas.microsoft.com/office/drawing/2014/main" id="{E5E492B1-397A-43B8-3112-E811DD68BFF2}"/>
              </a:ext>
            </a:extLst>
          </p:cNvPr>
          <p:cNvSpPr>
            <a:spLocks noChangeShapeType="1"/>
          </p:cNvSpPr>
          <p:nvPr/>
        </p:nvSpPr>
        <p:spPr bwMode="auto">
          <a:xfrm>
            <a:off x="1219200" y="5072063"/>
            <a:ext cx="2438400" cy="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884" name="Line 239">
            <a:extLst>
              <a:ext uri="{FF2B5EF4-FFF2-40B4-BE49-F238E27FC236}">
                <a16:creationId xmlns:a16="http://schemas.microsoft.com/office/drawing/2014/main" id="{7287AB65-4C27-10BB-2E6D-FFAC453C99B2}"/>
              </a:ext>
            </a:extLst>
          </p:cNvPr>
          <p:cNvSpPr>
            <a:spLocks noChangeShapeType="1"/>
          </p:cNvSpPr>
          <p:nvPr/>
        </p:nvSpPr>
        <p:spPr bwMode="auto">
          <a:xfrm>
            <a:off x="1219200" y="5407025"/>
            <a:ext cx="2438400" cy="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885" name="Line 240">
            <a:extLst>
              <a:ext uri="{FF2B5EF4-FFF2-40B4-BE49-F238E27FC236}">
                <a16:creationId xmlns:a16="http://schemas.microsoft.com/office/drawing/2014/main" id="{4D62919D-D629-7C43-D135-AB614232C3B2}"/>
              </a:ext>
            </a:extLst>
          </p:cNvPr>
          <p:cNvSpPr>
            <a:spLocks noChangeShapeType="1"/>
          </p:cNvSpPr>
          <p:nvPr/>
        </p:nvSpPr>
        <p:spPr bwMode="auto">
          <a:xfrm>
            <a:off x="1219200" y="5741988"/>
            <a:ext cx="2438400" cy="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886" name="Line 241">
            <a:extLst>
              <a:ext uri="{FF2B5EF4-FFF2-40B4-BE49-F238E27FC236}">
                <a16:creationId xmlns:a16="http://schemas.microsoft.com/office/drawing/2014/main" id="{287EC360-00F2-5DFE-84FB-02CE6BED35CB}"/>
              </a:ext>
            </a:extLst>
          </p:cNvPr>
          <p:cNvSpPr>
            <a:spLocks noChangeShapeType="1"/>
          </p:cNvSpPr>
          <p:nvPr/>
        </p:nvSpPr>
        <p:spPr bwMode="auto">
          <a:xfrm>
            <a:off x="1219200" y="6076950"/>
            <a:ext cx="2438400" cy="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887" name="Line 242">
            <a:extLst>
              <a:ext uri="{FF2B5EF4-FFF2-40B4-BE49-F238E27FC236}">
                <a16:creationId xmlns:a16="http://schemas.microsoft.com/office/drawing/2014/main" id="{AF7D9E65-910C-BF12-FAB1-CC751429DFFD}"/>
              </a:ext>
            </a:extLst>
          </p:cNvPr>
          <p:cNvSpPr>
            <a:spLocks noChangeShapeType="1"/>
          </p:cNvSpPr>
          <p:nvPr/>
        </p:nvSpPr>
        <p:spPr bwMode="auto">
          <a:xfrm>
            <a:off x="1219200" y="6411913"/>
            <a:ext cx="2438400" cy="0"/>
          </a:xfrm>
          <a:prstGeom prst="line">
            <a:avLst/>
          </a:prstGeom>
          <a:noFill/>
          <a:ln w="28575" cap="sq">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888" name="Line 243">
            <a:extLst>
              <a:ext uri="{FF2B5EF4-FFF2-40B4-BE49-F238E27FC236}">
                <a16:creationId xmlns:a16="http://schemas.microsoft.com/office/drawing/2014/main" id="{62980340-BCD3-2A76-4FEC-336107A4B018}"/>
              </a:ext>
            </a:extLst>
          </p:cNvPr>
          <p:cNvSpPr>
            <a:spLocks noChangeShapeType="1"/>
          </p:cNvSpPr>
          <p:nvPr/>
        </p:nvSpPr>
        <p:spPr bwMode="auto">
          <a:xfrm>
            <a:off x="1219200" y="3732213"/>
            <a:ext cx="0" cy="2679700"/>
          </a:xfrm>
          <a:prstGeom prst="line">
            <a:avLst/>
          </a:prstGeom>
          <a:noFill/>
          <a:ln w="28575" cap="sq">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889" name="Line 244">
            <a:extLst>
              <a:ext uri="{FF2B5EF4-FFF2-40B4-BE49-F238E27FC236}">
                <a16:creationId xmlns:a16="http://schemas.microsoft.com/office/drawing/2014/main" id="{3CAD0253-D7B7-DA25-93BF-42B0D5E74B5E}"/>
              </a:ext>
            </a:extLst>
          </p:cNvPr>
          <p:cNvSpPr>
            <a:spLocks noChangeShapeType="1"/>
          </p:cNvSpPr>
          <p:nvPr/>
        </p:nvSpPr>
        <p:spPr bwMode="auto">
          <a:xfrm>
            <a:off x="1525588" y="3732213"/>
            <a:ext cx="0" cy="267970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890" name="Line 245">
            <a:extLst>
              <a:ext uri="{FF2B5EF4-FFF2-40B4-BE49-F238E27FC236}">
                <a16:creationId xmlns:a16="http://schemas.microsoft.com/office/drawing/2014/main" id="{2A95DCD3-EDC2-A8F5-44AE-FEA70710976B}"/>
              </a:ext>
            </a:extLst>
          </p:cNvPr>
          <p:cNvSpPr>
            <a:spLocks noChangeShapeType="1"/>
          </p:cNvSpPr>
          <p:nvPr/>
        </p:nvSpPr>
        <p:spPr bwMode="auto">
          <a:xfrm>
            <a:off x="1828800" y="3732213"/>
            <a:ext cx="0" cy="267970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891" name="Line 246">
            <a:extLst>
              <a:ext uri="{FF2B5EF4-FFF2-40B4-BE49-F238E27FC236}">
                <a16:creationId xmlns:a16="http://schemas.microsoft.com/office/drawing/2014/main" id="{0BB1F65D-7788-F7E7-CA79-72F9803E7198}"/>
              </a:ext>
            </a:extLst>
          </p:cNvPr>
          <p:cNvSpPr>
            <a:spLocks noChangeShapeType="1"/>
          </p:cNvSpPr>
          <p:nvPr/>
        </p:nvSpPr>
        <p:spPr bwMode="auto">
          <a:xfrm>
            <a:off x="2132013" y="3732213"/>
            <a:ext cx="0" cy="267970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892" name="Line 247">
            <a:extLst>
              <a:ext uri="{FF2B5EF4-FFF2-40B4-BE49-F238E27FC236}">
                <a16:creationId xmlns:a16="http://schemas.microsoft.com/office/drawing/2014/main" id="{99701511-E709-0A0A-FD29-CCBDFE74E700}"/>
              </a:ext>
            </a:extLst>
          </p:cNvPr>
          <p:cNvSpPr>
            <a:spLocks noChangeShapeType="1"/>
          </p:cNvSpPr>
          <p:nvPr/>
        </p:nvSpPr>
        <p:spPr bwMode="auto">
          <a:xfrm>
            <a:off x="2438400" y="3732213"/>
            <a:ext cx="0" cy="267970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893" name="Line 248">
            <a:extLst>
              <a:ext uri="{FF2B5EF4-FFF2-40B4-BE49-F238E27FC236}">
                <a16:creationId xmlns:a16="http://schemas.microsoft.com/office/drawing/2014/main" id="{DE26BEC7-DF84-DBE9-252C-21FF1026119A}"/>
              </a:ext>
            </a:extLst>
          </p:cNvPr>
          <p:cNvSpPr>
            <a:spLocks noChangeShapeType="1"/>
          </p:cNvSpPr>
          <p:nvPr/>
        </p:nvSpPr>
        <p:spPr bwMode="auto">
          <a:xfrm>
            <a:off x="2744788" y="3732213"/>
            <a:ext cx="0" cy="267970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894" name="Line 249">
            <a:extLst>
              <a:ext uri="{FF2B5EF4-FFF2-40B4-BE49-F238E27FC236}">
                <a16:creationId xmlns:a16="http://schemas.microsoft.com/office/drawing/2014/main" id="{D1CFAC77-8CEE-66F3-BB1A-36B435FFC33D}"/>
              </a:ext>
            </a:extLst>
          </p:cNvPr>
          <p:cNvSpPr>
            <a:spLocks noChangeShapeType="1"/>
          </p:cNvSpPr>
          <p:nvPr/>
        </p:nvSpPr>
        <p:spPr bwMode="auto">
          <a:xfrm>
            <a:off x="3048000" y="3732213"/>
            <a:ext cx="0" cy="267970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895" name="Line 250">
            <a:extLst>
              <a:ext uri="{FF2B5EF4-FFF2-40B4-BE49-F238E27FC236}">
                <a16:creationId xmlns:a16="http://schemas.microsoft.com/office/drawing/2014/main" id="{9F6819D4-7CAF-5C81-0105-C5DDA2873DF5}"/>
              </a:ext>
            </a:extLst>
          </p:cNvPr>
          <p:cNvSpPr>
            <a:spLocks noChangeShapeType="1"/>
          </p:cNvSpPr>
          <p:nvPr/>
        </p:nvSpPr>
        <p:spPr bwMode="auto">
          <a:xfrm>
            <a:off x="3351213" y="3732213"/>
            <a:ext cx="0" cy="267970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896" name="Line 251">
            <a:extLst>
              <a:ext uri="{FF2B5EF4-FFF2-40B4-BE49-F238E27FC236}">
                <a16:creationId xmlns:a16="http://schemas.microsoft.com/office/drawing/2014/main" id="{95F8219A-3782-484F-E10F-90C7DB5FB634}"/>
              </a:ext>
            </a:extLst>
          </p:cNvPr>
          <p:cNvSpPr>
            <a:spLocks noChangeShapeType="1"/>
          </p:cNvSpPr>
          <p:nvPr/>
        </p:nvSpPr>
        <p:spPr bwMode="auto">
          <a:xfrm>
            <a:off x="3657600" y="3732213"/>
            <a:ext cx="0" cy="2679700"/>
          </a:xfrm>
          <a:prstGeom prst="line">
            <a:avLst/>
          </a:prstGeom>
          <a:noFill/>
          <a:ln w="28575" cap="sq">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897" name="Line 252">
            <a:extLst>
              <a:ext uri="{FF2B5EF4-FFF2-40B4-BE49-F238E27FC236}">
                <a16:creationId xmlns:a16="http://schemas.microsoft.com/office/drawing/2014/main" id="{36288FC4-25B0-3646-59DD-50299CCA0C98}"/>
              </a:ext>
            </a:extLst>
          </p:cNvPr>
          <p:cNvSpPr>
            <a:spLocks noChangeShapeType="1"/>
          </p:cNvSpPr>
          <p:nvPr/>
        </p:nvSpPr>
        <p:spPr bwMode="auto">
          <a:xfrm>
            <a:off x="1219200" y="5408613"/>
            <a:ext cx="7772400" cy="0"/>
          </a:xfrm>
          <a:prstGeom prst="line">
            <a:avLst/>
          </a:prstGeom>
          <a:noFill/>
          <a:ln w="38100">
            <a:solidFill>
              <a:srgbClr val="0000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898" name="Line 253">
            <a:extLst>
              <a:ext uri="{FF2B5EF4-FFF2-40B4-BE49-F238E27FC236}">
                <a16:creationId xmlns:a16="http://schemas.microsoft.com/office/drawing/2014/main" id="{327D9101-B5D7-8430-B17C-C2109412A5C1}"/>
              </a:ext>
            </a:extLst>
          </p:cNvPr>
          <p:cNvSpPr>
            <a:spLocks noChangeShapeType="1"/>
          </p:cNvSpPr>
          <p:nvPr/>
        </p:nvSpPr>
        <p:spPr bwMode="auto">
          <a:xfrm>
            <a:off x="1219200" y="4418013"/>
            <a:ext cx="7772400" cy="0"/>
          </a:xfrm>
          <a:prstGeom prst="line">
            <a:avLst/>
          </a:prstGeom>
          <a:noFill/>
          <a:ln w="38100">
            <a:solidFill>
              <a:srgbClr val="0000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899" name="Text Box 254">
            <a:extLst>
              <a:ext uri="{FF2B5EF4-FFF2-40B4-BE49-F238E27FC236}">
                <a16:creationId xmlns:a16="http://schemas.microsoft.com/office/drawing/2014/main" id="{FC0AD660-A9DD-B54D-079D-AB197C116357}"/>
              </a:ext>
            </a:extLst>
          </p:cNvPr>
          <p:cNvSpPr txBox="1">
            <a:spLocks noChangeArrowheads="1"/>
          </p:cNvSpPr>
          <p:nvPr/>
        </p:nvSpPr>
        <p:spPr bwMode="auto">
          <a:xfrm>
            <a:off x="66675" y="5256213"/>
            <a:ext cx="5921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altLang="en-US" sz="20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rPr>
              <a:t>LWM</a:t>
            </a:r>
          </a:p>
        </p:txBody>
      </p:sp>
      <p:sp>
        <p:nvSpPr>
          <p:cNvPr id="27900" name="Text Box 255">
            <a:extLst>
              <a:ext uri="{FF2B5EF4-FFF2-40B4-BE49-F238E27FC236}">
                <a16:creationId xmlns:a16="http://schemas.microsoft.com/office/drawing/2014/main" id="{ED21B7A7-A199-658B-5CAC-3DE04BD15F55}"/>
              </a:ext>
            </a:extLst>
          </p:cNvPr>
          <p:cNvSpPr txBox="1">
            <a:spLocks noChangeArrowheads="1"/>
          </p:cNvSpPr>
          <p:nvPr/>
        </p:nvSpPr>
        <p:spPr bwMode="auto">
          <a:xfrm>
            <a:off x="46038" y="4265613"/>
            <a:ext cx="635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altLang="en-US" sz="20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rPr>
              <a:t>HWM</a:t>
            </a:r>
          </a:p>
        </p:txBody>
      </p:sp>
      <p:sp>
        <p:nvSpPr>
          <p:cNvPr id="27901" name="Text Box 256">
            <a:extLst>
              <a:ext uri="{FF2B5EF4-FFF2-40B4-BE49-F238E27FC236}">
                <a16:creationId xmlns:a16="http://schemas.microsoft.com/office/drawing/2014/main" id="{319CE719-66ED-121E-59FF-B49F74628024}"/>
              </a:ext>
            </a:extLst>
          </p:cNvPr>
          <p:cNvSpPr txBox="1">
            <a:spLocks noChangeArrowheads="1"/>
          </p:cNvSpPr>
          <p:nvPr/>
        </p:nvSpPr>
        <p:spPr bwMode="auto">
          <a:xfrm>
            <a:off x="52388" y="3579813"/>
            <a:ext cx="71913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altLang="en-US" sz="20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rPr>
              <a:t>100 %</a:t>
            </a:r>
          </a:p>
        </p:txBody>
      </p:sp>
      <p:sp>
        <p:nvSpPr>
          <p:cNvPr id="27902" name="AutoShape 257">
            <a:extLst>
              <a:ext uri="{FF2B5EF4-FFF2-40B4-BE49-F238E27FC236}">
                <a16:creationId xmlns:a16="http://schemas.microsoft.com/office/drawing/2014/main" id="{E0133411-5E30-90B5-8D15-17A9D43E2079}"/>
              </a:ext>
            </a:extLst>
          </p:cNvPr>
          <p:cNvSpPr>
            <a:spLocks noChangeArrowheads="1"/>
          </p:cNvSpPr>
          <p:nvPr/>
        </p:nvSpPr>
        <p:spPr bwMode="auto">
          <a:xfrm>
            <a:off x="779463" y="3597275"/>
            <a:ext cx="381000" cy="304800"/>
          </a:xfrm>
          <a:prstGeom prst="rightArrow">
            <a:avLst>
              <a:gd name="adj1" fmla="val 50000"/>
              <a:gd name="adj2" fmla="val 31250"/>
            </a:avLst>
          </a:prstGeom>
          <a:solidFill>
            <a:schemeClr val="accent1"/>
          </a:solidFill>
          <a:ln w="25400" algn="ctr">
            <a:solidFill>
              <a:srgbClr val="FF000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903" name="AutoShape 258">
            <a:extLst>
              <a:ext uri="{FF2B5EF4-FFF2-40B4-BE49-F238E27FC236}">
                <a16:creationId xmlns:a16="http://schemas.microsoft.com/office/drawing/2014/main" id="{E4E0E1CF-9341-B3E5-A7C2-C28C3058F414}"/>
              </a:ext>
            </a:extLst>
          </p:cNvPr>
          <p:cNvSpPr>
            <a:spLocks noChangeArrowheads="1"/>
          </p:cNvSpPr>
          <p:nvPr/>
        </p:nvSpPr>
        <p:spPr bwMode="auto">
          <a:xfrm>
            <a:off x="720725" y="4265613"/>
            <a:ext cx="381000" cy="304800"/>
          </a:xfrm>
          <a:prstGeom prst="rightArrow">
            <a:avLst>
              <a:gd name="adj1" fmla="val 50000"/>
              <a:gd name="adj2" fmla="val 31250"/>
            </a:avLst>
          </a:prstGeom>
          <a:solidFill>
            <a:schemeClr val="accent1"/>
          </a:solidFill>
          <a:ln w="25400" algn="ctr">
            <a:solidFill>
              <a:srgbClr val="FF000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904" name="AutoShape 259">
            <a:extLst>
              <a:ext uri="{FF2B5EF4-FFF2-40B4-BE49-F238E27FC236}">
                <a16:creationId xmlns:a16="http://schemas.microsoft.com/office/drawing/2014/main" id="{3DE9F07C-5C3F-CABE-A7CA-427183F9C773}"/>
              </a:ext>
            </a:extLst>
          </p:cNvPr>
          <p:cNvSpPr>
            <a:spLocks noChangeArrowheads="1"/>
          </p:cNvSpPr>
          <p:nvPr/>
        </p:nvSpPr>
        <p:spPr bwMode="auto">
          <a:xfrm>
            <a:off x="720725" y="5260975"/>
            <a:ext cx="381000" cy="304800"/>
          </a:xfrm>
          <a:prstGeom prst="rightArrow">
            <a:avLst>
              <a:gd name="adj1" fmla="val 50000"/>
              <a:gd name="adj2" fmla="val 31250"/>
            </a:avLst>
          </a:prstGeom>
          <a:solidFill>
            <a:schemeClr val="accent1"/>
          </a:solidFill>
          <a:ln w="25400" algn="ctr">
            <a:solidFill>
              <a:srgbClr val="FF000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7905" name="Text Box 260">
            <a:extLst>
              <a:ext uri="{FF2B5EF4-FFF2-40B4-BE49-F238E27FC236}">
                <a16:creationId xmlns:a16="http://schemas.microsoft.com/office/drawing/2014/main" id="{8450C95B-D591-FC67-76C1-98E1640914B8}"/>
              </a:ext>
            </a:extLst>
          </p:cNvPr>
          <p:cNvSpPr txBox="1">
            <a:spLocks noChangeArrowheads="1"/>
          </p:cNvSpPr>
          <p:nvPr/>
        </p:nvSpPr>
        <p:spPr bwMode="auto">
          <a:xfrm>
            <a:off x="1905000" y="6483350"/>
            <a:ext cx="1082675"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altLang="en-US" sz="16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rPr>
              <a:t>Idle flushing</a:t>
            </a:r>
          </a:p>
        </p:txBody>
      </p:sp>
      <p:sp>
        <p:nvSpPr>
          <p:cNvPr id="27906" name="Text Box 261">
            <a:extLst>
              <a:ext uri="{FF2B5EF4-FFF2-40B4-BE49-F238E27FC236}">
                <a16:creationId xmlns:a16="http://schemas.microsoft.com/office/drawing/2014/main" id="{CBE46135-613F-527D-D3DE-1BA8801D8B4C}"/>
              </a:ext>
            </a:extLst>
          </p:cNvPr>
          <p:cNvSpPr txBox="1">
            <a:spLocks noChangeArrowheads="1"/>
          </p:cNvSpPr>
          <p:nvPr/>
        </p:nvSpPr>
        <p:spPr bwMode="auto">
          <a:xfrm>
            <a:off x="4011613" y="6502400"/>
            <a:ext cx="217805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altLang="en-US" sz="16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rPr>
              <a:t>High watermark flushing</a:t>
            </a:r>
          </a:p>
        </p:txBody>
      </p:sp>
      <p:sp>
        <p:nvSpPr>
          <p:cNvPr id="27907" name="Text Box 262">
            <a:extLst>
              <a:ext uri="{FF2B5EF4-FFF2-40B4-BE49-F238E27FC236}">
                <a16:creationId xmlns:a16="http://schemas.microsoft.com/office/drawing/2014/main" id="{B874120D-3D0C-B704-B085-3597E1F8F5B7}"/>
              </a:ext>
            </a:extLst>
          </p:cNvPr>
          <p:cNvSpPr txBox="1">
            <a:spLocks noChangeArrowheads="1"/>
          </p:cNvSpPr>
          <p:nvPr/>
        </p:nvSpPr>
        <p:spPr bwMode="auto">
          <a:xfrm>
            <a:off x="7032625" y="6502400"/>
            <a:ext cx="1387475"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altLang="en-US" sz="16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rPr>
              <a:t>Forced flushing</a:t>
            </a:r>
          </a:p>
        </p:txBody>
      </p:sp>
      <p:sp>
        <p:nvSpPr>
          <p:cNvPr id="2969863" name="Rectangle 263">
            <a:extLst>
              <a:ext uri="{FF2B5EF4-FFF2-40B4-BE49-F238E27FC236}">
                <a16:creationId xmlns:a16="http://schemas.microsoft.com/office/drawing/2014/main" id="{F4C3D1BC-B25B-FF6F-28C2-4B45483BF7AC}"/>
              </a:ext>
            </a:extLst>
          </p:cNvPr>
          <p:cNvSpPr>
            <a:spLocks noChangeArrowheads="1"/>
          </p:cNvSpPr>
          <p:nvPr/>
        </p:nvSpPr>
        <p:spPr bwMode="auto">
          <a:xfrm>
            <a:off x="1219200" y="608488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864" name="Rectangle 264">
            <a:extLst>
              <a:ext uri="{FF2B5EF4-FFF2-40B4-BE49-F238E27FC236}">
                <a16:creationId xmlns:a16="http://schemas.microsoft.com/office/drawing/2014/main" id="{43BCF259-5DB7-B000-C674-3D518C33D166}"/>
              </a:ext>
            </a:extLst>
          </p:cNvPr>
          <p:cNvSpPr>
            <a:spLocks noChangeArrowheads="1"/>
          </p:cNvSpPr>
          <p:nvPr/>
        </p:nvSpPr>
        <p:spPr bwMode="auto">
          <a:xfrm>
            <a:off x="1524000" y="60912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865" name="Rectangle 265">
            <a:extLst>
              <a:ext uri="{FF2B5EF4-FFF2-40B4-BE49-F238E27FC236}">
                <a16:creationId xmlns:a16="http://schemas.microsoft.com/office/drawing/2014/main" id="{A1DEA062-6938-31EC-0BB4-C95FE9FD2E24}"/>
              </a:ext>
            </a:extLst>
          </p:cNvPr>
          <p:cNvSpPr>
            <a:spLocks noChangeArrowheads="1"/>
          </p:cNvSpPr>
          <p:nvPr/>
        </p:nvSpPr>
        <p:spPr bwMode="auto">
          <a:xfrm>
            <a:off x="1828800" y="608488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866" name="Rectangle 266">
            <a:extLst>
              <a:ext uri="{FF2B5EF4-FFF2-40B4-BE49-F238E27FC236}">
                <a16:creationId xmlns:a16="http://schemas.microsoft.com/office/drawing/2014/main" id="{974F4E15-8CB3-A5D2-AEFB-6CC9EF992314}"/>
              </a:ext>
            </a:extLst>
          </p:cNvPr>
          <p:cNvSpPr>
            <a:spLocks noChangeArrowheads="1"/>
          </p:cNvSpPr>
          <p:nvPr/>
        </p:nvSpPr>
        <p:spPr bwMode="auto">
          <a:xfrm>
            <a:off x="2133600" y="60912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867" name="Rectangle 267">
            <a:extLst>
              <a:ext uri="{FF2B5EF4-FFF2-40B4-BE49-F238E27FC236}">
                <a16:creationId xmlns:a16="http://schemas.microsoft.com/office/drawing/2014/main" id="{17240738-8A0B-4BB6-0FC6-3204FA18C4F6}"/>
              </a:ext>
            </a:extLst>
          </p:cNvPr>
          <p:cNvSpPr>
            <a:spLocks noChangeArrowheads="1"/>
          </p:cNvSpPr>
          <p:nvPr/>
        </p:nvSpPr>
        <p:spPr bwMode="auto">
          <a:xfrm>
            <a:off x="2438400" y="60912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868" name="Rectangle 268">
            <a:extLst>
              <a:ext uri="{FF2B5EF4-FFF2-40B4-BE49-F238E27FC236}">
                <a16:creationId xmlns:a16="http://schemas.microsoft.com/office/drawing/2014/main" id="{9EC03EBD-B127-B378-821B-4D9B76C78237}"/>
              </a:ext>
            </a:extLst>
          </p:cNvPr>
          <p:cNvSpPr>
            <a:spLocks noChangeArrowheads="1"/>
          </p:cNvSpPr>
          <p:nvPr/>
        </p:nvSpPr>
        <p:spPr bwMode="auto">
          <a:xfrm>
            <a:off x="2743200" y="608806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869" name="Rectangle 269">
            <a:extLst>
              <a:ext uri="{FF2B5EF4-FFF2-40B4-BE49-F238E27FC236}">
                <a16:creationId xmlns:a16="http://schemas.microsoft.com/office/drawing/2014/main" id="{7C5F7EC1-A9BB-A66C-B6F6-47A02CE5FAB5}"/>
              </a:ext>
            </a:extLst>
          </p:cNvPr>
          <p:cNvSpPr>
            <a:spLocks noChangeArrowheads="1"/>
          </p:cNvSpPr>
          <p:nvPr/>
        </p:nvSpPr>
        <p:spPr bwMode="auto">
          <a:xfrm>
            <a:off x="3048000" y="60912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870" name="Rectangle 270">
            <a:extLst>
              <a:ext uri="{FF2B5EF4-FFF2-40B4-BE49-F238E27FC236}">
                <a16:creationId xmlns:a16="http://schemas.microsoft.com/office/drawing/2014/main" id="{77750FB4-7B9C-B8A4-B3E5-E38293A04E90}"/>
              </a:ext>
            </a:extLst>
          </p:cNvPr>
          <p:cNvSpPr>
            <a:spLocks noChangeArrowheads="1"/>
          </p:cNvSpPr>
          <p:nvPr/>
        </p:nvSpPr>
        <p:spPr bwMode="auto">
          <a:xfrm>
            <a:off x="3352800" y="60912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871" name="Rectangle 271">
            <a:extLst>
              <a:ext uri="{FF2B5EF4-FFF2-40B4-BE49-F238E27FC236}">
                <a16:creationId xmlns:a16="http://schemas.microsoft.com/office/drawing/2014/main" id="{CD341365-358B-B0F8-3D89-FC87318FD909}"/>
              </a:ext>
            </a:extLst>
          </p:cNvPr>
          <p:cNvSpPr>
            <a:spLocks noChangeArrowheads="1"/>
          </p:cNvSpPr>
          <p:nvPr/>
        </p:nvSpPr>
        <p:spPr bwMode="auto">
          <a:xfrm>
            <a:off x="1219200" y="57610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872" name="Rectangle 272">
            <a:extLst>
              <a:ext uri="{FF2B5EF4-FFF2-40B4-BE49-F238E27FC236}">
                <a16:creationId xmlns:a16="http://schemas.microsoft.com/office/drawing/2014/main" id="{84D70539-48CD-29E0-87B2-3497151C69A6}"/>
              </a:ext>
            </a:extLst>
          </p:cNvPr>
          <p:cNvSpPr>
            <a:spLocks noChangeArrowheads="1"/>
          </p:cNvSpPr>
          <p:nvPr/>
        </p:nvSpPr>
        <p:spPr bwMode="auto">
          <a:xfrm>
            <a:off x="1524000" y="575786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873" name="Rectangle 273">
            <a:extLst>
              <a:ext uri="{FF2B5EF4-FFF2-40B4-BE49-F238E27FC236}">
                <a16:creationId xmlns:a16="http://schemas.microsoft.com/office/drawing/2014/main" id="{63487B86-5047-7371-6022-F0D28ECA871B}"/>
              </a:ext>
            </a:extLst>
          </p:cNvPr>
          <p:cNvSpPr>
            <a:spLocks noChangeArrowheads="1"/>
          </p:cNvSpPr>
          <p:nvPr/>
        </p:nvSpPr>
        <p:spPr bwMode="auto">
          <a:xfrm>
            <a:off x="1828800" y="57610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874" name="Rectangle 274">
            <a:extLst>
              <a:ext uri="{FF2B5EF4-FFF2-40B4-BE49-F238E27FC236}">
                <a16:creationId xmlns:a16="http://schemas.microsoft.com/office/drawing/2014/main" id="{7FB96BC0-F63F-5D43-1C4D-84BC37264D67}"/>
              </a:ext>
            </a:extLst>
          </p:cNvPr>
          <p:cNvSpPr>
            <a:spLocks noChangeArrowheads="1"/>
          </p:cNvSpPr>
          <p:nvPr/>
        </p:nvSpPr>
        <p:spPr bwMode="auto">
          <a:xfrm>
            <a:off x="2133600" y="575786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875" name="Rectangle 275">
            <a:extLst>
              <a:ext uri="{FF2B5EF4-FFF2-40B4-BE49-F238E27FC236}">
                <a16:creationId xmlns:a16="http://schemas.microsoft.com/office/drawing/2014/main" id="{EF8FF95E-AFCC-2FF2-5A79-B8BECB2F182B}"/>
              </a:ext>
            </a:extLst>
          </p:cNvPr>
          <p:cNvSpPr>
            <a:spLocks noChangeArrowheads="1"/>
          </p:cNvSpPr>
          <p:nvPr/>
        </p:nvSpPr>
        <p:spPr bwMode="auto">
          <a:xfrm>
            <a:off x="2438400" y="575786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876" name="Rectangle 276">
            <a:extLst>
              <a:ext uri="{FF2B5EF4-FFF2-40B4-BE49-F238E27FC236}">
                <a16:creationId xmlns:a16="http://schemas.microsoft.com/office/drawing/2014/main" id="{3F0D74FD-C886-90E5-AD8B-664A7031D190}"/>
              </a:ext>
            </a:extLst>
          </p:cNvPr>
          <p:cNvSpPr>
            <a:spLocks noChangeArrowheads="1"/>
          </p:cNvSpPr>
          <p:nvPr/>
        </p:nvSpPr>
        <p:spPr bwMode="auto">
          <a:xfrm>
            <a:off x="2743200" y="57610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l" defTabSz="941388" rtl="0" eaLnBrk="1" fontAlgn="base" latinLnBrk="0" hangingPunct="1">
              <a:lnSpc>
                <a:spcPct val="100000"/>
              </a:lnSpc>
              <a:spcBef>
                <a:spcPct val="0"/>
              </a:spcBef>
              <a:spcAft>
                <a:spcPct val="0"/>
              </a:spcAft>
              <a:buClrTx/>
              <a:buSzTx/>
              <a:buFontTx/>
              <a:buNone/>
              <a:tabLst/>
              <a:defRPr/>
            </a:pPr>
            <a:endParaRPr kumimoji="0" lang="en-IN"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877" name="Rectangle 277">
            <a:extLst>
              <a:ext uri="{FF2B5EF4-FFF2-40B4-BE49-F238E27FC236}">
                <a16:creationId xmlns:a16="http://schemas.microsoft.com/office/drawing/2014/main" id="{3CE8C217-1071-2A51-CAB8-8F3975BAEE4B}"/>
              </a:ext>
            </a:extLst>
          </p:cNvPr>
          <p:cNvSpPr>
            <a:spLocks noChangeArrowheads="1"/>
          </p:cNvSpPr>
          <p:nvPr/>
        </p:nvSpPr>
        <p:spPr bwMode="auto">
          <a:xfrm>
            <a:off x="3048000" y="575786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878" name="Rectangle 278">
            <a:extLst>
              <a:ext uri="{FF2B5EF4-FFF2-40B4-BE49-F238E27FC236}">
                <a16:creationId xmlns:a16="http://schemas.microsoft.com/office/drawing/2014/main" id="{6ED58FCD-B0B4-DBAD-8D08-5BA3ACE87545}"/>
              </a:ext>
            </a:extLst>
          </p:cNvPr>
          <p:cNvSpPr>
            <a:spLocks noChangeArrowheads="1"/>
          </p:cNvSpPr>
          <p:nvPr/>
        </p:nvSpPr>
        <p:spPr bwMode="auto">
          <a:xfrm>
            <a:off x="3352800" y="575786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879" name="Rectangle 279">
            <a:extLst>
              <a:ext uri="{FF2B5EF4-FFF2-40B4-BE49-F238E27FC236}">
                <a16:creationId xmlns:a16="http://schemas.microsoft.com/office/drawing/2014/main" id="{784F5BCE-F3F0-21EC-47F1-FEDEF111A704}"/>
              </a:ext>
            </a:extLst>
          </p:cNvPr>
          <p:cNvSpPr>
            <a:spLocks noChangeArrowheads="1"/>
          </p:cNvSpPr>
          <p:nvPr/>
        </p:nvSpPr>
        <p:spPr bwMode="auto">
          <a:xfrm>
            <a:off x="1219200" y="543718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880" name="Rectangle 280">
            <a:extLst>
              <a:ext uri="{FF2B5EF4-FFF2-40B4-BE49-F238E27FC236}">
                <a16:creationId xmlns:a16="http://schemas.microsoft.com/office/drawing/2014/main" id="{40651CBD-0C43-A47F-CAF0-282A3B895928}"/>
              </a:ext>
            </a:extLst>
          </p:cNvPr>
          <p:cNvSpPr>
            <a:spLocks noChangeArrowheads="1"/>
          </p:cNvSpPr>
          <p:nvPr/>
        </p:nvSpPr>
        <p:spPr bwMode="auto">
          <a:xfrm>
            <a:off x="1524000" y="543401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881" name="Rectangle 281">
            <a:extLst>
              <a:ext uri="{FF2B5EF4-FFF2-40B4-BE49-F238E27FC236}">
                <a16:creationId xmlns:a16="http://schemas.microsoft.com/office/drawing/2014/main" id="{E9B2F874-14D6-EA99-684B-314CEE67158F}"/>
              </a:ext>
            </a:extLst>
          </p:cNvPr>
          <p:cNvSpPr>
            <a:spLocks noChangeArrowheads="1"/>
          </p:cNvSpPr>
          <p:nvPr/>
        </p:nvSpPr>
        <p:spPr bwMode="auto">
          <a:xfrm>
            <a:off x="1828800" y="543718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882" name="Rectangle 282">
            <a:extLst>
              <a:ext uri="{FF2B5EF4-FFF2-40B4-BE49-F238E27FC236}">
                <a16:creationId xmlns:a16="http://schemas.microsoft.com/office/drawing/2014/main" id="{DCF7EEFB-4219-95EA-0757-EF158EBC37B9}"/>
              </a:ext>
            </a:extLst>
          </p:cNvPr>
          <p:cNvSpPr>
            <a:spLocks noChangeArrowheads="1"/>
          </p:cNvSpPr>
          <p:nvPr/>
        </p:nvSpPr>
        <p:spPr bwMode="auto">
          <a:xfrm>
            <a:off x="2133600" y="543401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883" name="Rectangle 283">
            <a:extLst>
              <a:ext uri="{FF2B5EF4-FFF2-40B4-BE49-F238E27FC236}">
                <a16:creationId xmlns:a16="http://schemas.microsoft.com/office/drawing/2014/main" id="{BC4CD742-8F29-E97A-76BE-34289BCD4E72}"/>
              </a:ext>
            </a:extLst>
          </p:cNvPr>
          <p:cNvSpPr>
            <a:spLocks noChangeArrowheads="1"/>
          </p:cNvSpPr>
          <p:nvPr/>
        </p:nvSpPr>
        <p:spPr bwMode="auto">
          <a:xfrm>
            <a:off x="2438400" y="543401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884" name="Rectangle 284">
            <a:extLst>
              <a:ext uri="{FF2B5EF4-FFF2-40B4-BE49-F238E27FC236}">
                <a16:creationId xmlns:a16="http://schemas.microsoft.com/office/drawing/2014/main" id="{E90A21FB-0B16-7229-22A4-EB679B2AB6E7}"/>
              </a:ext>
            </a:extLst>
          </p:cNvPr>
          <p:cNvSpPr>
            <a:spLocks noChangeArrowheads="1"/>
          </p:cNvSpPr>
          <p:nvPr/>
        </p:nvSpPr>
        <p:spPr bwMode="auto">
          <a:xfrm>
            <a:off x="2743200" y="543401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885" name="Rectangle 285">
            <a:extLst>
              <a:ext uri="{FF2B5EF4-FFF2-40B4-BE49-F238E27FC236}">
                <a16:creationId xmlns:a16="http://schemas.microsoft.com/office/drawing/2014/main" id="{6037250B-A002-45E7-1C05-E503CAAAD2F6}"/>
              </a:ext>
            </a:extLst>
          </p:cNvPr>
          <p:cNvSpPr>
            <a:spLocks noChangeArrowheads="1"/>
          </p:cNvSpPr>
          <p:nvPr/>
        </p:nvSpPr>
        <p:spPr bwMode="auto">
          <a:xfrm>
            <a:off x="3048000" y="542766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886" name="Rectangle 286">
            <a:extLst>
              <a:ext uri="{FF2B5EF4-FFF2-40B4-BE49-F238E27FC236}">
                <a16:creationId xmlns:a16="http://schemas.microsoft.com/office/drawing/2014/main" id="{77DB3A24-2E5E-0A46-03D8-FA9ED6EE9733}"/>
              </a:ext>
            </a:extLst>
          </p:cNvPr>
          <p:cNvSpPr>
            <a:spLocks noChangeArrowheads="1"/>
          </p:cNvSpPr>
          <p:nvPr/>
        </p:nvSpPr>
        <p:spPr bwMode="auto">
          <a:xfrm>
            <a:off x="3352800" y="542766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887" name="Rectangle 287">
            <a:extLst>
              <a:ext uri="{FF2B5EF4-FFF2-40B4-BE49-F238E27FC236}">
                <a16:creationId xmlns:a16="http://schemas.microsoft.com/office/drawing/2014/main" id="{3ED8DF67-F9CE-5F1A-1B11-CE3B1DF1AA54}"/>
              </a:ext>
            </a:extLst>
          </p:cNvPr>
          <p:cNvSpPr>
            <a:spLocks noChangeArrowheads="1"/>
          </p:cNvSpPr>
          <p:nvPr/>
        </p:nvSpPr>
        <p:spPr bwMode="auto">
          <a:xfrm>
            <a:off x="1219200" y="509111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888" name="Rectangle 288">
            <a:extLst>
              <a:ext uri="{FF2B5EF4-FFF2-40B4-BE49-F238E27FC236}">
                <a16:creationId xmlns:a16="http://schemas.microsoft.com/office/drawing/2014/main" id="{A4BAB33C-3B93-0046-65C3-BF8160B992D4}"/>
              </a:ext>
            </a:extLst>
          </p:cNvPr>
          <p:cNvSpPr>
            <a:spLocks noChangeArrowheads="1"/>
          </p:cNvSpPr>
          <p:nvPr/>
        </p:nvSpPr>
        <p:spPr bwMode="auto">
          <a:xfrm>
            <a:off x="1524000" y="50879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889" name="Rectangle 289">
            <a:extLst>
              <a:ext uri="{FF2B5EF4-FFF2-40B4-BE49-F238E27FC236}">
                <a16:creationId xmlns:a16="http://schemas.microsoft.com/office/drawing/2014/main" id="{BA99CE2F-F652-A49C-C538-A9B292123AB6}"/>
              </a:ext>
            </a:extLst>
          </p:cNvPr>
          <p:cNvSpPr>
            <a:spLocks noChangeArrowheads="1"/>
          </p:cNvSpPr>
          <p:nvPr/>
        </p:nvSpPr>
        <p:spPr bwMode="auto">
          <a:xfrm>
            <a:off x="1828800" y="509111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890" name="Rectangle 290">
            <a:extLst>
              <a:ext uri="{FF2B5EF4-FFF2-40B4-BE49-F238E27FC236}">
                <a16:creationId xmlns:a16="http://schemas.microsoft.com/office/drawing/2014/main" id="{23BA07A9-DBD0-2B5F-479F-C9B1D9C30373}"/>
              </a:ext>
            </a:extLst>
          </p:cNvPr>
          <p:cNvSpPr>
            <a:spLocks noChangeArrowheads="1"/>
          </p:cNvSpPr>
          <p:nvPr/>
        </p:nvSpPr>
        <p:spPr bwMode="auto">
          <a:xfrm>
            <a:off x="2133600" y="50879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891" name="Rectangle 291">
            <a:extLst>
              <a:ext uri="{FF2B5EF4-FFF2-40B4-BE49-F238E27FC236}">
                <a16:creationId xmlns:a16="http://schemas.microsoft.com/office/drawing/2014/main" id="{0B525BD0-D840-45A4-58D6-6BDED0149078}"/>
              </a:ext>
            </a:extLst>
          </p:cNvPr>
          <p:cNvSpPr>
            <a:spLocks noChangeArrowheads="1"/>
          </p:cNvSpPr>
          <p:nvPr/>
        </p:nvSpPr>
        <p:spPr bwMode="auto">
          <a:xfrm>
            <a:off x="2438400" y="50879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892" name="Rectangle 292">
            <a:extLst>
              <a:ext uri="{FF2B5EF4-FFF2-40B4-BE49-F238E27FC236}">
                <a16:creationId xmlns:a16="http://schemas.microsoft.com/office/drawing/2014/main" id="{0BC0B9F1-8228-5034-DE7B-6E98D96C36DE}"/>
              </a:ext>
            </a:extLst>
          </p:cNvPr>
          <p:cNvSpPr>
            <a:spLocks noChangeArrowheads="1"/>
          </p:cNvSpPr>
          <p:nvPr/>
        </p:nvSpPr>
        <p:spPr bwMode="auto">
          <a:xfrm>
            <a:off x="2743200" y="508476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893" name="Rectangle 293">
            <a:extLst>
              <a:ext uri="{FF2B5EF4-FFF2-40B4-BE49-F238E27FC236}">
                <a16:creationId xmlns:a16="http://schemas.microsoft.com/office/drawing/2014/main" id="{19CEFFD6-8549-9852-00C5-B12866287D11}"/>
              </a:ext>
            </a:extLst>
          </p:cNvPr>
          <p:cNvSpPr>
            <a:spLocks noChangeArrowheads="1"/>
          </p:cNvSpPr>
          <p:nvPr/>
        </p:nvSpPr>
        <p:spPr bwMode="auto">
          <a:xfrm>
            <a:off x="3048000" y="50879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894" name="Rectangle 294">
            <a:extLst>
              <a:ext uri="{FF2B5EF4-FFF2-40B4-BE49-F238E27FC236}">
                <a16:creationId xmlns:a16="http://schemas.microsoft.com/office/drawing/2014/main" id="{96EA5980-F250-7BF3-6702-CC67D1A69933}"/>
              </a:ext>
            </a:extLst>
          </p:cNvPr>
          <p:cNvSpPr>
            <a:spLocks noChangeArrowheads="1"/>
          </p:cNvSpPr>
          <p:nvPr/>
        </p:nvSpPr>
        <p:spPr bwMode="auto">
          <a:xfrm>
            <a:off x="3352800" y="508476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895" name="Rectangle 295">
            <a:extLst>
              <a:ext uri="{FF2B5EF4-FFF2-40B4-BE49-F238E27FC236}">
                <a16:creationId xmlns:a16="http://schemas.microsoft.com/office/drawing/2014/main" id="{3E524450-EA32-A519-3962-8119B3EF7206}"/>
              </a:ext>
            </a:extLst>
          </p:cNvPr>
          <p:cNvSpPr>
            <a:spLocks noChangeArrowheads="1"/>
          </p:cNvSpPr>
          <p:nvPr/>
        </p:nvSpPr>
        <p:spPr bwMode="auto">
          <a:xfrm>
            <a:off x="3886200" y="608806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896" name="Rectangle 296">
            <a:extLst>
              <a:ext uri="{FF2B5EF4-FFF2-40B4-BE49-F238E27FC236}">
                <a16:creationId xmlns:a16="http://schemas.microsoft.com/office/drawing/2014/main" id="{C4165EF2-C6CB-4622-A436-978E2B0F72DC}"/>
              </a:ext>
            </a:extLst>
          </p:cNvPr>
          <p:cNvSpPr>
            <a:spLocks noChangeArrowheads="1"/>
          </p:cNvSpPr>
          <p:nvPr/>
        </p:nvSpPr>
        <p:spPr bwMode="auto">
          <a:xfrm>
            <a:off x="4191000" y="608806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897" name="Rectangle 297">
            <a:extLst>
              <a:ext uri="{FF2B5EF4-FFF2-40B4-BE49-F238E27FC236}">
                <a16:creationId xmlns:a16="http://schemas.microsoft.com/office/drawing/2014/main" id="{1942FDBF-775E-8662-6BC8-153CFE85F0AD}"/>
              </a:ext>
            </a:extLst>
          </p:cNvPr>
          <p:cNvSpPr>
            <a:spLocks noChangeArrowheads="1"/>
          </p:cNvSpPr>
          <p:nvPr/>
        </p:nvSpPr>
        <p:spPr bwMode="auto">
          <a:xfrm>
            <a:off x="4495800" y="60912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898" name="Rectangle 298">
            <a:extLst>
              <a:ext uri="{FF2B5EF4-FFF2-40B4-BE49-F238E27FC236}">
                <a16:creationId xmlns:a16="http://schemas.microsoft.com/office/drawing/2014/main" id="{79B2F31D-EC2E-5EA5-A84B-A1E70ADF1FC5}"/>
              </a:ext>
            </a:extLst>
          </p:cNvPr>
          <p:cNvSpPr>
            <a:spLocks noChangeArrowheads="1"/>
          </p:cNvSpPr>
          <p:nvPr/>
        </p:nvSpPr>
        <p:spPr bwMode="auto">
          <a:xfrm>
            <a:off x="4800600" y="608806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899" name="Rectangle 299">
            <a:extLst>
              <a:ext uri="{FF2B5EF4-FFF2-40B4-BE49-F238E27FC236}">
                <a16:creationId xmlns:a16="http://schemas.microsoft.com/office/drawing/2014/main" id="{0EC95AD5-C5F2-EAE1-A862-3E4E66D68B27}"/>
              </a:ext>
            </a:extLst>
          </p:cNvPr>
          <p:cNvSpPr>
            <a:spLocks noChangeArrowheads="1"/>
          </p:cNvSpPr>
          <p:nvPr/>
        </p:nvSpPr>
        <p:spPr bwMode="auto">
          <a:xfrm>
            <a:off x="5105400" y="608806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00" name="Rectangle 300">
            <a:extLst>
              <a:ext uri="{FF2B5EF4-FFF2-40B4-BE49-F238E27FC236}">
                <a16:creationId xmlns:a16="http://schemas.microsoft.com/office/drawing/2014/main" id="{381FE040-F926-CCA1-EBCB-140E89DB0746}"/>
              </a:ext>
            </a:extLst>
          </p:cNvPr>
          <p:cNvSpPr>
            <a:spLocks noChangeArrowheads="1"/>
          </p:cNvSpPr>
          <p:nvPr/>
        </p:nvSpPr>
        <p:spPr bwMode="auto">
          <a:xfrm>
            <a:off x="5410200" y="608488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01" name="Rectangle 301">
            <a:extLst>
              <a:ext uri="{FF2B5EF4-FFF2-40B4-BE49-F238E27FC236}">
                <a16:creationId xmlns:a16="http://schemas.microsoft.com/office/drawing/2014/main" id="{A62B8911-1AEA-15B6-052F-8334DEAE9A1F}"/>
              </a:ext>
            </a:extLst>
          </p:cNvPr>
          <p:cNvSpPr>
            <a:spLocks noChangeArrowheads="1"/>
          </p:cNvSpPr>
          <p:nvPr/>
        </p:nvSpPr>
        <p:spPr bwMode="auto">
          <a:xfrm>
            <a:off x="5715000" y="608806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02" name="Rectangle 302">
            <a:extLst>
              <a:ext uri="{FF2B5EF4-FFF2-40B4-BE49-F238E27FC236}">
                <a16:creationId xmlns:a16="http://schemas.microsoft.com/office/drawing/2014/main" id="{9EF0F829-98DB-FF69-0511-26CD8FC9EB2D}"/>
              </a:ext>
            </a:extLst>
          </p:cNvPr>
          <p:cNvSpPr>
            <a:spLocks noChangeArrowheads="1"/>
          </p:cNvSpPr>
          <p:nvPr/>
        </p:nvSpPr>
        <p:spPr bwMode="auto">
          <a:xfrm>
            <a:off x="6019800" y="608488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03" name="Rectangle 303">
            <a:extLst>
              <a:ext uri="{FF2B5EF4-FFF2-40B4-BE49-F238E27FC236}">
                <a16:creationId xmlns:a16="http://schemas.microsoft.com/office/drawing/2014/main" id="{D18C0B17-12C3-8E8E-86ED-1627F66C8EBA}"/>
              </a:ext>
            </a:extLst>
          </p:cNvPr>
          <p:cNvSpPr>
            <a:spLocks noChangeArrowheads="1"/>
          </p:cNvSpPr>
          <p:nvPr/>
        </p:nvSpPr>
        <p:spPr bwMode="auto">
          <a:xfrm>
            <a:off x="3886200" y="576421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04" name="Rectangle 304">
            <a:extLst>
              <a:ext uri="{FF2B5EF4-FFF2-40B4-BE49-F238E27FC236}">
                <a16:creationId xmlns:a16="http://schemas.microsoft.com/office/drawing/2014/main" id="{ECE4F960-DFBA-0DE6-F19F-DE2034BCA072}"/>
              </a:ext>
            </a:extLst>
          </p:cNvPr>
          <p:cNvSpPr>
            <a:spLocks noChangeArrowheads="1"/>
          </p:cNvSpPr>
          <p:nvPr/>
        </p:nvSpPr>
        <p:spPr bwMode="auto">
          <a:xfrm>
            <a:off x="4191000" y="57610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05" name="Rectangle 305">
            <a:extLst>
              <a:ext uri="{FF2B5EF4-FFF2-40B4-BE49-F238E27FC236}">
                <a16:creationId xmlns:a16="http://schemas.microsoft.com/office/drawing/2014/main" id="{706AF5C1-B477-6480-94B2-6B611AB21830}"/>
              </a:ext>
            </a:extLst>
          </p:cNvPr>
          <p:cNvSpPr>
            <a:spLocks noChangeArrowheads="1"/>
          </p:cNvSpPr>
          <p:nvPr/>
        </p:nvSpPr>
        <p:spPr bwMode="auto">
          <a:xfrm>
            <a:off x="4495800" y="576421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06" name="Rectangle 306">
            <a:extLst>
              <a:ext uri="{FF2B5EF4-FFF2-40B4-BE49-F238E27FC236}">
                <a16:creationId xmlns:a16="http://schemas.microsoft.com/office/drawing/2014/main" id="{A81B9B77-A719-9B30-731E-14E52E440142}"/>
              </a:ext>
            </a:extLst>
          </p:cNvPr>
          <p:cNvSpPr>
            <a:spLocks noChangeArrowheads="1"/>
          </p:cNvSpPr>
          <p:nvPr/>
        </p:nvSpPr>
        <p:spPr bwMode="auto">
          <a:xfrm>
            <a:off x="4800600" y="57610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07" name="Rectangle 307">
            <a:extLst>
              <a:ext uri="{FF2B5EF4-FFF2-40B4-BE49-F238E27FC236}">
                <a16:creationId xmlns:a16="http://schemas.microsoft.com/office/drawing/2014/main" id="{173B78FE-B074-F5BE-976E-CF23B98E9554}"/>
              </a:ext>
            </a:extLst>
          </p:cNvPr>
          <p:cNvSpPr>
            <a:spLocks noChangeArrowheads="1"/>
          </p:cNvSpPr>
          <p:nvPr/>
        </p:nvSpPr>
        <p:spPr bwMode="auto">
          <a:xfrm>
            <a:off x="5105400" y="57610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08" name="Rectangle 308">
            <a:extLst>
              <a:ext uri="{FF2B5EF4-FFF2-40B4-BE49-F238E27FC236}">
                <a16:creationId xmlns:a16="http://schemas.microsoft.com/office/drawing/2014/main" id="{8076D32C-5DEA-2898-4B79-0DBA243768E3}"/>
              </a:ext>
            </a:extLst>
          </p:cNvPr>
          <p:cNvSpPr>
            <a:spLocks noChangeArrowheads="1"/>
          </p:cNvSpPr>
          <p:nvPr/>
        </p:nvSpPr>
        <p:spPr bwMode="auto">
          <a:xfrm>
            <a:off x="5410200" y="575786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09" name="Rectangle 309">
            <a:extLst>
              <a:ext uri="{FF2B5EF4-FFF2-40B4-BE49-F238E27FC236}">
                <a16:creationId xmlns:a16="http://schemas.microsoft.com/office/drawing/2014/main" id="{E40910CB-0990-AD85-56EB-85B97B1B1CF6}"/>
              </a:ext>
            </a:extLst>
          </p:cNvPr>
          <p:cNvSpPr>
            <a:spLocks noChangeArrowheads="1"/>
          </p:cNvSpPr>
          <p:nvPr/>
        </p:nvSpPr>
        <p:spPr bwMode="auto">
          <a:xfrm>
            <a:off x="5715000" y="57610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10" name="Rectangle 310">
            <a:extLst>
              <a:ext uri="{FF2B5EF4-FFF2-40B4-BE49-F238E27FC236}">
                <a16:creationId xmlns:a16="http://schemas.microsoft.com/office/drawing/2014/main" id="{7BA5343B-49BD-F7E4-86E3-9B94B41721C5}"/>
              </a:ext>
            </a:extLst>
          </p:cNvPr>
          <p:cNvSpPr>
            <a:spLocks noChangeArrowheads="1"/>
          </p:cNvSpPr>
          <p:nvPr/>
        </p:nvSpPr>
        <p:spPr bwMode="auto">
          <a:xfrm>
            <a:off x="6019800" y="575786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11" name="Rectangle 311">
            <a:extLst>
              <a:ext uri="{FF2B5EF4-FFF2-40B4-BE49-F238E27FC236}">
                <a16:creationId xmlns:a16="http://schemas.microsoft.com/office/drawing/2014/main" id="{91DA9023-A369-F135-1258-3D933A027215}"/>
              </a:ext>
            </a:extLst>
          </p:cNvPr>
          <p:cNvSpPr>
            <a:spLocks noChangeArrowheads="1"/>
          </p:cNvSpPr>
          <p:nvPr/>
        </p:nvSpPr>
        <p:spPr bwMode="auto">
          <a:xfrm>
            <a:off x="3886200" y="543401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12" name="Rectangle 312">
            <a:extLst>
              <a:ext uri="{FF2B5EF4-FFF2-40B4-BE49-F238E27FC236}">
                <a16:creationId xmlns:a16="http://schemas.microsoft.com/office/drawing/2014/main" id="{1CED6BAD-D172-D7C6-DD49-CC3F80256D16}"/>
              </a:ext>
            </a:extLst>
          </p:cNvPr>
          <p:cNvSpPr>
            <a:spLocks noChangeArrowheads="1"/>
          </p:cNvSpPr>
          <p:nvPr/>
        </p:nvSpPr>
        <p:spPr bwMode="auto">
          <a:xfrm>
            <a:off x="4191000" y="54308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13" name="Rectangle 313">
            <a:extLst>
              <a:ext uri="{FF2B5EF4-FFF2-40B4-BE49-F238E27FC236}">
                <a16:creationId xmlns:a16="http://schemas.microsoft.com/office/drawing/2014/main" id="{081506A4-8354-7165-F039-3B38EC6BED83}"/>
              </a:ext>
            </a:extLst>
          </p:cNvPr>
          <p:cNvSpPr>
            <a:spLocks noChangeArrowheads="1"/>
          </p:cNvSpPr>
          <p:nvPr/>
        </p:nvSpPr>
        <p:spPr bwMode="auto">
          <a:xfrm>
            <a:off x="4495800" y="543401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14" name="Rectangle 314">
            <a:extLst>
              <a:ext uri="{FF2B5EF4-FFF2-40B4-BE49-F238E27FC236}">
                <a16:creationId xmlns:a16="http://schemas.microsoft.com/office/drawing/2014/main" id="{79B55264-B563-1656-0973-152E01C9A224}"/>
              </a:ext>
            </a:extLst>
          </p:cNvPr>
          <p:cNvSpPr>
            <a:spLocks noChangeArrowheads="1"/>
          </p:cNvSpPr>
          <p:nvPr/>
        </p:nvSpPr>
        <p:spPr bwMode="auto">
          <a:xfrm>
            <a:off x="4800600" y="54308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15" name="Rectangle 315">
            <a:extLst>
              <a:ext uri="{FF2B5EF4-FFF2-40B4-BE49-F238E27FC236}">
                <a16:creationId xmlns:a16="http://schemas.microsoft.com/office/drawing/2014/main" id="{8E289A8D-A53C-9C13-58D1-6A43E43E6ABD}"/>
              </a:ext>
            </a:extLst>
          </p:cNvPr>
          <p:cNvSpPr>
            <a:spLocks noChangeArrowheads="1"/>
          </p:cNvSpPr>
          <p:nvPr/>
        </p:nvSpPr>
        <p:spPr bwMode="auto">
          <a:xfrm>
            <a:off x="5105400" y="54308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16" name="Rectangle 316">
            <a:extLst>
              <a:ext uri="{FF2B5EF4-FFF2-40B4-BE49-F238E27FC236}">
                <a16:creationId xmlns:a16="http://schemas.microsoft.com/office/drawing/2014/main" id="{2D0852C2-FE17-7B9D-2C00-06ACC77CBC35}"/>
              </a:ext>
            </a:extLst>
          </p:cNvPr>
          <p:cNvSpPr>
            <a:spLocks noChangeArrowheads="1"/>
          </p:cNvSpPr>
          <p:nvPr/>
        </p:nvSpPr>
        <p:spPr bwMode="auto">
          <a:xfrm>
            <a:off x="5410200" y="542766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17" name="Rectangle 317">
            <a:extLst>
              <a:ext uri="{FF2B5EF4-FFF2-40B4-BE49-F238E27FC236}">
                <a16:creationId xmlns:a16="http://schemas.microsoft.com/office/drawing/2014/main" id="{5F797F46-D5C2-5243-B439-163433893117}"/>
              </a:ext>
            </a:extLst>
          </p:cNvPr>
          <p:cNvSpPr>
            <a:spLocks noChangeArrowheads="1"/>
          </p:cNvSpPr>
          <p:nvPr/>
        </p:nvSpPr>
        <p:spPr bwMode="auto">
          <a:xfrm>
            <a:off x="5715000" y="54308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18" name="Rectangle 318">
            <a:extLst>
              <a:ext uri="{FF2B5EF4-FFF2-40B4-BE49-F238E27FC236}">
                <a16:creationId xmlns:a16="http://schemas.microsoft.com/office/drawing/2014/main" id="{B2DB5F40-91DC-AD1B-3CC3-415AAC86D6B0}"/>
              </a:ext>
            </a:extLst>
          </p:cNvPr>
          <p:cNvSpPr>
            <a:spLocks noChangeArrowheads="1"/>
          </p:cNvSpPr>
          <p:nvPr/>
        </p:nvSpPr>
        <p:spPr bwMode="auto">
          <a:xfrm>
            <a:off x="6019800" y="542766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19" name="Rectangle 319">
            <a:extLst>
              <a:ext uri="{FF2B5EF4-FFF2-40B4-BE49-F238E27FC236}">
                <a16:creationId xmlns:a16="http://schemas.microsoft.com/office/drawing/2014/main" id="{03C6435A-5E7F-2F11-4893-8CDDE0AE3FAC}"/>
              </a:ext>
            </a:extLst>
          </p:cNvPr>
          <p:cNvSpPr>
            <a:spLocks noChangeArrowheads="1"/>
          </p:cNvSpPr>
          <p:nvPr/>
        </p:nvSpPr>
        <p:spPr bwMode="auto">
          <a:xfrm>
            <a:off x="3886200" y="50879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20" name="Rectangle 320">
            <a:extLst>
              <a:ext uri="{FF2B5EF4-FFF2-40B4-BE49-F238E27FC236}">
                <a16:creationId xmlns:a16="http://schemas.microsoft.com/office/drawing/2014/main" id="{2655EEB5-E450-A684-040D-D0946A8ED1F3}"/>
              </a:ext>
            </a:extLst>
          </p:cNvPr>
          <p:cNvSpPr>
            <a:spLocks noChangeArrowheads="1"/>
          </p:cNvSpPr>
          <p:nvPr/>
        </p:nvSpPr>
        <p:spPr bwMode="auto">
          <a:xfrm>
            <a:off x="4191000" y="508476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21" name="Rectangle 321">
            <a:extLst>
              <a:ext uri="{FF2B5EF4-FFF2-40B4-BE49-F238E27FC236}">
                <a16:creationId xmlns:a16="http://schemas.microsoft.com/office/drawing/2014/main" id="{1F8620B0-3A8A-8848-127A-7D83337E3C3E}"/>
              </a:ext>
            </a:extLst>
          </p:cNvPr>
          <p:cNvSpPr>
            <a:spLocks noChangeArrowheads="1"/>
          </p:cNvSpPr>
          <p:nvPr/>
        </p:nvSpPr>
        <p:spPr bwMode="auto">
          <a:xfrm>
            <a:off x="4495800" y="50879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22" name="Rectangle 322">
            <a:extLst>
              <a:ext uri="{FF2B5EF4-FFF2-40B4-BE49-F238E27FC236}">
                <a16:creationId xmlns:a16="http://schemas.microsoft.com/office/drawing/2014/main" id="{159F721F-60B8-1FB1-EAC8-FC48ABC32810}"/>
              </a:ext>
            </a:extLst>
          </p:cNvPr>
          <p:cNvSpPr>
            <a:spLocks noChangeArrowheads="1"/>
          </p:cNvSpPr>
          <p:nvPr/>
        </p:nvSpPr>
        <p:spPr bwMode="auto">
          <a:xfrm>
            <a:off x="4800600" y="508476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23" name="Rectangle 323">
            <a:extLst>
              <a:ext uri="{FF2B5EF4-FFF2-40B4-BE49-F238E27FC236}">
                <a16:creationId xmlns:a16="http://schemas.microsoft.com/office/drawing/2014/main" id="{F1EE801C-D844-1EC6-71EC-7D058F21F272}"/>
              </a:ext>
            </a:extLst>
          </p:cNvPr>
          <p:cNvSpPr>
            <a:spLocks noChangeArrowheads="1"/>
          </p:cNvSpPr>
          <p:nvPr/>
        </p:nvSpPr>
        <p:spPr bwMode="auto">
          <a:xfrm>
            <a:off x="5105400" y="508476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24" name="Rectangle 324">
            <a:extLst>
              <a:ext uri="{FF2B5EF4-FFF2-40B4-BE49-F238E27FC236}">
                <a16:creationId xmlns:a16="http://schemas.microsoft.com/office/drawing/2014/main" id="{B575B5DB-C1BA-C0E4-89CB-C50C7A81E57D}"/>
              </a:ext>
            </a:extLst>
          </p:cNvPr>
          <p:cNvSpPr>
            <a:spLocks noChangeArrowheads="1"/>
          </p:cNvSpPr>
          <p:nvPr/>
        </p:nvSpPr>
        <p:spPr bwMode="auto">
          <a:xfrm>
            <a:off x="5410200" y="508158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25" name="Rectangle 325">
            <a:extLst>
              <a:ext uri="{FF2B5EF4-FFF2-40B4-BE49-F238E27FC236}">
                <a16:creationId xmlns:a16="http://schemas.microsoft.com/office/drawing/2014/main" id="{918BF709-0D93-CD11-F7EE-1AFDA2EF2660}"/>
              </a:ext>
            </a:extLst>
          </p:cNvPr>
          <p:cNvSpPr>
            <a:spLocks noChangeArrowheads="1"/>
          </p:cNvSpPr>
          <p:nvPr/>
        </p:nvSpPr>
        <p:spPr bwMode="auto">
          <a:xfrm>
            <a:off x="5715000" y="508476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26" name="Rectangle 326">
            <a:extLst>
              <a:ext uri="{FF2B5EF4-FFF2-40B4-BE49-F238E27FC236}">
                <a16:creationId xmlns:a16="http://schemas.microsoft.com/office/drawing/2014/main" id="{040F6DAE-3777-84F7-AE67-3EC4DA6D0423}"/>
              </a:ext>
            </a:extLst>
          </p:cNvPr>
          <p:cNvSpPr>
            <a:spLocks noChangeArrowheads="1"/>
          </p:cNvSpPr>
          <p:nvPr/>
        </p:nvSpPr>
        <p:spPr bwMode="auto">
          <a:xfrm>
            <a:off x="6019800" y="508158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27" name="Rectangle 327">
            <a:extLst>
              <a:ext uri="{FF2B5EF4-FFF2-40B4-BE49-F238E27FC236}">
                <a16:creationId xmlns:a16="http://schemas.microsoft.com/office/drawing/2014/main" id="{CCC5BB35-7388-1EBA-BCE1-C0C9D520EB30}"/>
              </a:ext>
            </a:extLst>
          </p:cNvPr>
          <p:cNvSpPr>
            <a:spLocks noChangeArrowheads="1"/>
          </p:cNvSpPr>
          <p:nvPr/>
        </p:nvSpPr>
        <p:spPr bwMode="auto">
          <a:xfrm>
            <a:off x="3886200" y="476091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28" name="Rectangle 328">
            <a:extLst>
              <a:ext uri="{FF2B5EF4-FFF2-40B4-BE49-F238E27FC236}">
                <a16:creationId xmlns:a16="http://schemas.microsoft.com/office/drawing/2014/main" id="{D7922A0F-026E-9B54-2DF4-DBADAC79C8E2}"/>
              </a:ext>
            </a:extLst>
          </p:cNvPr>
          <p:cNvSpPr>
            <a:spLocks noChangeArrowheads="1"/>
          </p:cNvSpPr>
          <p:nvPr/>
        </p:nvSpPr>
        <p:spPr bwMode="auto">
          <a:xfrm>
            <a:off x="4191000" y="47577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29" name="Rectangle 329">
            <a:extLst>
              <a:ext uri="{FF2B5EF4-FFF2-40B4-BE49-F238E27FC236}">
                <a16:creationId xmlns:a16="http://schemas.microsoft.com/office/drawing/2014/main" id="{DD57FDAB-65E8-A278-E689-B60D30C520FC}"/>
              </a:ext>
            </a:extLst>
          </p:cNvPr>
          <p:cNvSpPr>
            <a:spLocks noChangeArrowheads="1"/>
          </p:cNvSpPr>
          <p:nvPr/>
        </p:nvSpPr>
        <p:spPr bwMode="auto">
          <a:xfrm>
            <a:off x="4495800" y="476091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30" name="Rectangle 330">
            <a:extLst>
              <a:ext uri="{FF2B5EF4-FFF2-40B4-BE49-F238E27FC236}">
                <a16:creationId xmlns:a16="http://schemas.microsoft.com/office/drawing/2014/main" id="{EE8FF60B-C0C1-DED9-10B7-691B29B1BFFD}"/>
              </a:ext>
            </a:extLst>
          </p:cNvPr>
          <p:cNvSpPr>
            <a:spLocks noChangeArrowheads="1"/>
          </p:cNvSpPr>
          <p:nvPr/>
        </p:nvSpPr>
        <p:spPr bwMode="auto">
          <a:xfrm>
            <a:off x="4800600" y="47577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31" name="Rectangle 331">
            <a:extLst>
              <a:ext uri="{FF2B5EF4-FFF2-40B4-BE49-F238E27FC236}">
                <a16:creationId xmlns:a16="http://schemas.microsoft.com/office/drawing/2014/main" id="{022B59AD-EEAB-B2B3-81B4-BB04D9F81D10}"/>
              </a:ext>
            </a:extLst>
          </p:cNvPr>
          <p:cNvSpPr>
            <a:spLocks noChangeArrowheads="1"/>
          </p:cNvSpPr>
          <p:nvPr/>
        </p:nvSpPr>
        <p:spPr bwMode="auto">
          <a:xfrm>
            <a:off x="5105400" y="47577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32" name="Rectangle 332">
            <a:extLst>
              <a:ext uri="{FF2B5EF4-FFF2-40B4-BE49-F238E27FC236}">
                <a16:creationId xmlns:a16="http://schemas.microsoft.com/office/drawing/2014/main" id="{9AF208C1-911D-91A2-356B-FB415D644A99}"/>
              </a:ext>
            </a:extLst>
          </p:cNvPr>
          <p:cNvSpPr>
            <a:spLocks noChangeArrowheads="1"/>
          </p:cNvSpPr>
          <p:nvPr/>
        </p:nvSpPr>
        <p:spPr bwMode="auto">
          <a:xfrm>
            <a:off x="5410200" y="475456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33" name="Rectangle 333">
            <a:extLst>
              <a:ext uri="{FF2B5EF4-FFF2-40B4-BE49-F238E27FC236}">
                <a16:creationId xmlns:a16="http://schemas.microsoft.com/office/drawing/2014/main" id="{C3273DDA-0324-B67B-F9F5-9EBBB807F84C}"/>
              </a:ext>
            </a:extLst>
          </p:cNvPr>
          <p:cNvSpPr>
            <a:spLocks noChangeArrowheads="1"/>
          </p:cNvSpPr>
          <p:nvPr/>
        </p:nvSpPr>
        <p:spPr bwMode="auto">
          <a:xfrm>
            <a:off x="5715000" y="47577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34" name="Rectangle 334">
            <a:extLst>
              <a:ext uri="{FF2B5EF4-FFF2-40B4-BE49-F238E27FC236}">
                <a16:creationId xmlns:a16="http://schemas.microsoft.com/office/drawing/2014/main" id="{5337BB95-BB37-8437-E6C6-A8B9A8839774}"/>
              </a:ext>
            </a:extLst>
          </p:cNvPr>
          <p:cNvSpPr>
            <a:spLocks noChangeArrowheads="1"/>
          </p:cNvSpPr>
          <p:nvPr/>
        </p:nvSpPr>
        <p:spPr bwMode="auto">
          <a:xfrm>
            <a:off x="6019800" y="475456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35" name="Rectangle 335">
            <a:extLst>
              <a:ext uri="{FF2B5EF4-FFF2-40B4-BE49-F238E27FC236}">
                <a16:creationId xmlns:a16="http://schemas.microsoft.com/office/drawing/2014/main" id="{4E668A8C-FD1D-087B-6301-DC04DF02A61D}"/>
              </a:ext>
            </a:extLst>
          </p:cNvPr>
          <p:cNvSpPr>
            <a:spLocks noChangeArrowheads="1"/>
          </p:cNvSpPr>
          <p:nvPr/>
        </p:nvSpPr>
        <p:spPr bwMode="auto">
          <a:xfrm>
            <a:off x="3886200" y="443388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36" name="Rectangle 336">
            <a:extLst>
              <a:ext uri="{FF2B5EF4-FFF2-40B4-BE49-F238E27FC236}">
                <a16:creationId xmlns:a16="http://schemas.microsoft.com/office/drawing/2014/main" id="{12E399AF-ECA8-F289-06F9-B55DE198AA3C}"/>
              </a:ext>
            </a:extLst>
          </p:cNvPr>
          <p:cNvSpPr>
            <a:spLocks noChangeArrowheads="1"/>
          </p:cNvSpPr>
          <p:nvPr/>
        </p:nvSpPr>
        <p:spPr bwMode="auto">
          <a:xfrm>
            <a:off x="4191000" y="443071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37" name="Rectangle 337">
            <a:extLst>
              <a:ext uri="{FF2B5EF4-FFF2-40B4-BE49-F238E27FC236}">
                <a16:creationId xmlns:a16="http://schemas.microsoft.com/office/drawing/2014/main" id="{E5BDF410-E269-BB55-30D6-F62B2DFDF1D4}"/>
              </a:ext>
            </a:extLst>
          </p:cNvPr>
          <p:cNvSpPr>
            <a:spLocks noChangeArrowheads="1"/>
          </p:cNvSpPr>
          <p:nvPr/>
        </p:nvSpPr>
        <p:spPr bwMode="auto">
          <a:xfrm>
            <a:off x="4495800" y="443388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38" name="Rectangle 338">
            <a:extLst>
              <a:ext uri="{FF2B5EF4-FFF2-40B4-BE49-F238E27FC236}">
                <a16:creationId xmlns:a16="http://schemas.microsoft.com/office/drawing/2014/main" id="{22815052-5ED4-6014-76C2-4BC4DD644D0D}"/>
              </a:ext>
            </a:extLst>
          </p:cNvPr>
          <p:cNvSpPr>
            <a:spLocks noChangeArrowheads="1"/>
          </p:cNvSpPr>
          <p:nvPr/>
        </p:nvSpPr>
        <p:spPr bwMode="auto">
          <a:xfrm>
            <a:off x="4800600" y="443071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39" name="Rectangle 339">
            <a:extLst>
              <a:ext uri="{FF2B5EF4-FFF2-40B4-BE49-F238E27FC236}">
                <a16:creationId xmlns:a16="http://schemas.microsoft.com/office/drawing/2014/main" id="{55A97131-035E-7597-C79C-9C8EF5843A41}"/>
              </a:ext>
            </a:extLst>
          </p:cNvPr>
          <p:cNvSpPr>
            <a:spLocks noChangeArrowheads="1"/>
          </p:cNvSpPr>
          <p:nvPr/>
        </p:nvSpPr>
        <p:spPr bwMode="auto">
          <a:xfrm>
            <a:off x="5105400" y="443071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40" name="Rectangle 340">
            <a:extLst>
              <a:ext uri="{FF2B5EF4-FFF2-40B4-BE49-F238E27FC236}">
                <a16:creationId xmlns:a16="http://schemas.microsoft.com/office/drawing/2014/main" id="{9B09EF38-3B6E-44C3-DA81-45BC8E1290AC}"/>
              </a:ext>
            </a:extLst>
          </p:cNvPr>
          <p:cNvSpPr>
            <a:spLocks noChangeArrowheads="1"/>
          </p:cNvSpPr>
          <p:nvPr/>
        </p:nvSpPr>
        <p:spPr bwMode="auto">
          <a:xfrm>
            <a:off x="5410200" y="44275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41" name="Rectangle 341">
            <a:extLst>
              <a:ext uri="{FF2B5EF4-FFF2-40B4-BE49-F238E27FC236}">
                <a16:creationId xmlns:a16="http://schemas.microsoft.com/office/drawing/2014/main" id="{81EC517B-5F03-4CD9-2E86-EB31AD8D2C90}"/>
              </a:ext>
            </a:extLst>
          </p:cNvPr>
          <p:cNvSpPr>
            <a:spLocks noChangeArrowheads="1"/>
          </p:cNvSpPr>
          <p:nvPr/>
        </p:nvSpPr>
        <p:spPr bwMode="auto">
          <a:xfrm>
            <a:off x="5715000" y="443071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42" name="Rectangle 342">
            <a:extLst>
              <a:ext uri="{FF2B5EF4-FFF2-40B4-BE49-F238E27FC236}">
                <a16:creationId xmlns:a16="http://schemas.microsoft.com/office/drawing/2014/main" id="{8C806003-06E1-FB08-F8CC-0B29FC46CB8A}"/>
              </a:ext>
            </a:extLst>
          </p:cNvPr>
          <p:cNvSpPr>
            <a:spLocks noChangeArrowheads="1"/>
          </p:cNvSpPr>
          <p:nvPr/>
        </p:nvSpPr>
        <p:spPr bwMode="auto">
          <a:xfrm>
            <a:off x="6019800" y="44275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43" name="Rectangle 343">
            <a:extLst>
              <a:ext uri="{FF2B5EF4-FFF2-40B4-BE49-F238E27FC236}">
                <a16:creationId xmlns:a16="http://schemas.microsoft.com/office/drawing/2014/main" id="{6469B875-A3C2-E8A1-A728-5873571EBAE7}"/>
              </a:ext>
            </a:extLst>
          </p:cNvPr>
          <p:cNvSpPr>
            <a:spLocks noChangeArrowheads="1"/>
          </p:cNvSpPr>
          <p:nvPr/>
        </p:nvSpPr>
        <p:spPr bwMode="auto">
          <a:xfrm>
            <a:off x="3886200" y="408781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44" name="Rectangle 344">
            <a:extLst>
              <a:ext uri="{FF2B5EF4-FFF2-40B4-BE49-F238E27FC236}">
                <a16:creationId xmlns:a16="http://schemas.microsoft.com/office/drawing/2014/main" id="{5ECB1197-27AF-09B5-20DD-5D1F84A86583}"/>
              </a:ext>
            </a:extLst>
          </p:cNvPr>
          <p:cNvSpPr>
            <a:spLocks noChangeArrowheads="1"/>
          </p:cNvSpPr>
          <p:nvPr/>
        </p:nvSpPr>
        <p:spPr bwMode="auto">
          <a:xfrm>
            <a:off x="4191000" y="40846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45" name="Rectangle 345">
            <a:extLst>
              <a:ext uri="{FF2B5EF4-FFF2-40B4-BE49-F238E27FC236}">
                <a16:creationId xmlns:a16="http://schemas.microsoft.com/office/drawing/2014/main" id="{1D25BD9E-F979-9847-BE5C-07604F64A785}"/>
              </a:ext>
            </a:extLst>
          </p:cNvPr>
          <p:cNvSpPr>
            <a:spLocks noChangeArrowheads="1"/>
          </p:cNvSpPr>
          <p:nvPr/>
        </p:nvSpPr>
        <p:spPr bwMode="auto">
          <a:xfrm>
            <a:off x="4495800" y="408781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46" name="Rectangle 346">
            <a:extLst>
              <a:ext uri="{FF2B5EF4-FFF2-40B4-BE49-F238E27FC236}">
                <a16:creationId xmlns:a16="http://schemas.microsoft.com/office/drawing/2014/main" id="{B6FF4B8A-4AF5-4CA1-681B-40037CE98741}"/>
              </a:ext>
            </a:extLst>
          </p:cNvPr>
          <p:cNvSpPr>
            <a:spLocks noChangeArrowheads="1"/>
          </p:cNvSpPr>
          <p:nvPr/>
        </p:nvSpPr>
        <p:spPr bwMode="auto">
          <a:xfrm>
            <a:off x="4800600" y="40846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47" name="Rectangle 347">
            <a:extLst>
              <a:ext uri="{FF2B5EF4-FFF2-40B4-BE49-F238E27FC236}">
                <a16:creationId xmlns:a16="http://schemas.microsoft.com/office/drawing/2014/main" id="{DEC362BB-84F3-C184-23CB-8FDE771298FD}"/>
              </a:ext>
            </a:extLst>
          </p:cNvPr>
          <p:cNvSpPr>
            <a:spLocks noChangeArrowheads="1"/>
          </p:cNvSpPr>
          <p:nvPr/>
        </p:nvSpPr>
        <p:spPr bwMode="auto">
          <a:xfrm>
            <a:off x="5105400" y="40846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48" name="Rectangle 348">
            <a:extLst>
              <a:ext uri="{FF2B5EF4-FFF2-40B4-BE49-F238E27FC236}">
                <a16:creationId xmlns:a16="http://schemas.microsoft.com/office/drawing/2014/main" id="{3B47D1ED-6FD2-2DF7-3E30-F1B19B8CEC40}"/>
              </a:ext>
            </a:extLst>
          </p:cNvPr>
          <p:cNvSpPr>
            <a:spLocks noChangeArrowheads="1"/>
          </p:cNvSpPr>
          <p:nvPr/>
        </p:nvSpPr>
        <p:spPr bwMode="auto">
          <a:xfrm>
            <a:off x="5410200" y="408146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49" name="Rectangle 349">
            <a:extLst>
              <a:ext uri="{FF2B5EF4-FFF2-40B4-BE49-F238E27FC236}">
                <a16:creationId xmlns:a16="http://schemas.microsoft.com/office/drawing/2014/main" id="{526A08F8-570B-3611-9BA9-BDC69BBDCACC}"/>
              </a:ext>
            </a:extLst>
          </p:cNvPr>
          <p:cNvSpPr>
            <a:spLocks noChangeArrowheads="1"/>
          </p:cNvSpPr>
          <p:nvPr/>
        </p:nvSpPr>
        <p:spPr bwMode="auto">
          <a:xfrm>
            <a:off x="5715000" y="40846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50" name="Rectangle 350">
            <a:extLst>
              <a:ext uri="{FF2B5EF4-FFF2-40B4-BE49-F238E27FC236}">
                <a16:creationId xmlns:a16="http://schemas.microsoft.com/office/drawing/2014/main" id="{CAE16C76-E6D3-60ED-B729-D357752807BF}"/>
              </a:ext>
            </a:extLst>
          </p:cNvPr>
          <p:cNvSpPr>
            <a:spLocks noChangeArrowheads="1"/>
          </p:cNvSpPr>
          <p:nvPr/>
        </p:nvSpPr>
        <p:spPr bwMode="auto">
          <a:xfrm>
            <a:off x="6019800" y="408146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51" name="Rectangle 351">
            <a:extLst>
              <a:ext uri="{FF2B5EF4-FFF2-40B4-BE49-F238E27FC236}">
                <a16:creationId xmlns:a16="http://schemas.microsoft.com/office/drawing/2014/main" id="{27D9D8FA-CA65-6AFF-C007-FE39031903E9}"/>
              </a:ext>
            </a:extLst>
          </p:cNvPr>
          <p:cNvSpPr>
            <a:spLocks noChangeArrowheads="1"/>
          </p:cNvSpPr>
          <p:nvPr/>
        </p:nvSpPr>
        <p:spPr bwMode="auto">
          <a:xfrm>
            <a:off x="6553200" y="60912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52" name="Rectangle 352">
            <a:extLst>
              <a:ext uri="{FF2B5EF4-FFF2-40B4-BE49-F238E27FC236}">
                <a16:creationId xmlns:a16="http://schemas.microsoft.com/office/drawing/2014/main" id="{A6921834-3D21-670B-E21D-2CB836D92E10}"/>
              </a:ext>
            </a:extLst>
          </p:cNvPr>
          <p:cNvSpPr>
            <a:spLocks noChangeArrowheads="1"/>
          </p:cNvSpPr>
          <p:nvPr/>
        </p:nvSpPr>
        <p:spPr bwMode="auto">
          <a:xfrm>
            <a:off x="6858000" y="608488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53" name="Rectangle 353">
            <a:extLst>
              <a:ext uri="{FF2B5EF4-FFF2-40B4-BE49-F238E27FC236}">
                <a16:creationId xmlns:a16="http://schemas.microsoft.com/office/drawing/2014/main" id="{4E1708D6-6776-34A2-8D17-C6CCEC48F26E}"/>
              </a:ext>
            </a:extLst>
          </p:cNvPr>
          <p:cNvSpPr>
            <a:spLocks noChangeArrowheads="1"/>
          </p:cNvSpPr>
          <p:nvPr/>
        </p:nvSpPr>
        <p:spPr bwMode="auto">
          <a:xfrm>
            <a:off x="7162800" y="60912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54" name="Rectangle 354">
            <a:extLst>
              <a:ext uri="{FF2B5EF4-FFF2-40B4-BE49-F238E27FC236}">
                <a16:creationId xmlns:a16="http://schemas.microsoft.com/office/drawing/2014/main" id="{EFC4F02A-5BAD-C388-8D35-70ABE333EE5C}"/>
              </a:ext>
            </a:extLst>
          </p:cNvPr>
          <p:cNvSpPr>
            <a:spLocks noChangeArrowheads="1"/>
          </p:cNvSpPr>
          <p:nvPr/>
        </p:nvSpPr>
        <p:spPr bwMode="auto">
          <a:xfrm>
            <a:off x="7467600" y="608488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55" name="Rectangle 355">
            <a:extLst>
              <a:ext uri="{FF2B5EF4-FFF2-40B4-BE49-F238E27FC236}">
                <a16:creationId xmlns:a16="http://schemas.microsoft.com/office/drawing/2014/main" id="{A9B0BCC5-E950-5BA4-E09F-B38F7B72374F}"/>
              </a:ext>
            </a:extLst>
          </p:cNvPr>
          <p:cNvSpPr>
            <a:spLocks noChangeArrowheads="1"/>
          </p:cNvSpPr>
          <p:nvPr/>
        </p:nvSpPr>
        <p:spPr bwMode="auto">
          <a:xfrm>
            <a:off x="7772400" y="608488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56" name="Rectangle 356">
            <a:extLst>
              <a:ext uri="{FF2B5EF4-FFF2-40B4-BE49-F238E27FC236}">
                <a16:creationId xmlns:a16="http://schemas.microsoft.com/office/drawing/2014/main" id="{C9BFA4BE-6FE2-162E-0BBA-EF3186635F3A}"/>
              </a:ext>
            </a:extLst>
          </p:cNvPr>
          <p:cNvSpPr>
            <a:spLocks noChangeArrowheads="1"/>
          </p:cNvSpPr>
          <p:nvPr/>
        </p:nvSpPr>
        <p:spPr bwMode="auto">
          <a:xfrm>
            <a:off x="8077200" y="60912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57" name="Rectangle 357">
            <a:extLst>
              <a:ext uri="{FF2B5EF4-FFF2-40B4-BE49-F238E27FC236}">
                <a16:creationId xmlns:a16="http://schemas.microsoft.com/office/drawing/2014/main" id="{534BE7D6-5277-977F-0DBF-03A870E1245B}"/>
              </a:ext>
            </a:extLst>
          </p:cNvPr>
          <p:cNvSpPr>
            <a:spLocks noChangeArrowheads="1"/>
          </p:cNvSpPr>
          <p:nvPr/>
        </p:nvSpPr>
        <p:spPr bwMode="auto">
          <a:xfrm>
            <a:off x="8382000" y="608488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58" name="Rectangle 358">
            <a:extLst>
              <a:ext uri="{FF2B5EF4-FFF2-40B4-BE49-F238E27FC236}">
                <a16:creationId xmlns:a16="http://schemas.microsoft.com/office/drawing/2014/main" id="{A0277F31-FEFF-8974-10D0-CED6299B6CB8}"/>
              </a:ext>
            </a:extLst>
          </p:cNvPr>
          <p:cNvSpPr>
            <a:spLocks noChangeArrowheads="1"/>
          </p:cNvSpPr>
          <p:nvPr/>
        </p:nvSpPr>
        <p:spPr bwMode="auto">
          <a:xfrm>
            <a:off x="8686800" y="60912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59" name="Rectangle 359">
            <a:extLst>
              <a:ext uri="{FF2B5EF4-FFF2-40B4-BE49-F238E27FC236}">
                <a16:creationId xmlns:a16="http://schemas.microsoft.com/office/drawing/2014/main" id="{FA052450-3445-1702-91DB-DCF33B097D7C}"/>
              </a:ext>
            </a:extLst>
          </p:cNvPr>
          <p:cNvSpPr>
            <a:spLocks noChangeArrowheads="1"/>
          </p:cNvSpPr>
          <p:nvPr/>
        </p:nvSpPr>
        <p:spPr bwMode="auto">
          <a:xfrm>
            <a:off x="6553200" y="576421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60" name="Rectangle 360">
            <a:extLst>
              <a:ext uri="{FF2B5EF4-FFF2-40B4-BE49-F238E27FC236}">
                <a16:creationId xmlns:a16="http://schemas.microsoft.com/office/drawing/2014/main" id="{F36C0929-1489-8F22-2C64-4A521B5763E7}"/>
              </a:ext>
            </a:extLst>
          </p:cNvPr>
          <p:cNvSpPr>
            <a:spLocks noChangeArrowheads="1"/>
          </p:cNvSpPr>
          <p:nvPr/>
        </p:nvSpPr>
        <p:spPr bwMode="auto">
          <a:xfrm>
            <a:off x="6858000" y="57610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61" name="Rectangle 361">
            <a:extLst>
              <a:ext uri="{FF2B5EF4-FFF2-40B4-BE49-F238E27FC236}">
                <a16:creationId xmlns:a16="http://schemas.microsoft.com/office/drawing/2014/main" id="{584EF367-480E-5F8C-341C-9DB79B3B9832}"/>
              </a:ext>
            </a:extLst>
          </p:cNvPr>
          <p:cNvSpPr>
            <a:spLocks noChangeArrowheads="1"/>
          </p:cNvSpPr>
          <p:nvPr/>
        </p:nvSpPr>
        <p:spPr bwMode="auto">
          <a:xfrm>
            <a:off x="7162800" y="576421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62" name="Rectangle 362">
            <a:extLst>
              <a:ext uri="{FF2B5EF4-FFF2-40B4-BE49-F238E27FC236}">
                <a16:creationId xmlns:a16="http://schemas.microsoft.com/office/drawing/2014/main" id="{716AC803-9E1E-FEC6-FE95-D6F736E9FDDC}"/>
              </a:ext>
            </a:extLst>
          </p:cNvPr>
          <p:cNvSpPr>
            <a:spLocks noChangeArrowheads="1"/>
          </p:cNvSpPr>
          <p:nvPr/>
        </p:nvSpPr>
        <p:spPr bwMode="auto">
          <a:xfrm>
            <a:off x="7467600" y="57610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63" name="Rectangle 363">
            <a:extLst>
              <a:ext uri="{FF2B5EF4-FFF2-40B4-BE49-F238E27FC236}">
                <a16:creationId xmlns:a16="http://schemas.microsoft.com/office/drawing/2014/main" id="{4B0C032C-2500-EF09-72A2-C09CADB00E15}"/>
              </a:ext>
            </a:extLst>
          </p:cNvPr>
          <p:cNvSpPr>
            <a:spLocks noChangeArrowheads="1"/>
          </p:cNvSpPr>
          <p:nvPr/>
        </p:nvSpPr>
        <p:spPr bwMode="auto">
          <a:xfrm>
            <a:off x="7772400" y="57610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64" name="Rectangle 364">
            <a:extLst>
              <a:ext uri="{FF2B5EF4-FFF2-40B4-BE49-F238E27FC236}">
                <a16:creationId xmlns:a16="http://schemas.microsoft.com/office/drawing/2014/main" id="{8389EDD8-F5AE-5814-420C-1402C990D0FA}"/>
              </a:ext>
            </a:extLst>
          </p:cNvPr>
          <p:cNvSpPr>
            <a:spLocks noChangeArrowheads="1"/>
          </p:cNvSpPr>
          <p:nvPr/>
        </p:nvSpPr>
        <p:spPr bwMode="auto">
          <a:xfrm>
            <a:off x="8077200" y="575786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65" name="Rectangle 365">
            <a:extLst>
              <a:ext uri="{FF2B5EF4-FFF2-40B4-BE49-F238E27FC236}">
                <a16:creationId xmlns:a16="http://schemas.microsoft.com/office/drawing/2014/main" id="{95AF50D9-EA65-3F7D-46D1-B803F52166D7}"/>
              </a:ext>
            </a:extLst>
          </p:cNvPr>
          <p:cNvSpPr>
            <a:spLocks noChangeArrowheads="1"/>
          </p:cNvSpPr>
          <p:nvPr/>
        </p:nvSpPr>
        <p:spPr bwMode="auto">
          <a:xfrm>
            <a:off x="8382000" y="57610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66" name="Rectangle 366">
            <a:extLst>
              <a:ext uri="{FF2B5EF4-FFF2-40B4-BE49-F238E27FC236}">
                <a16:creationId xmlns:a16="http://schemas.microsoft.com/office/drawing/2014/main" id="{58CA7DB0-1DD7-220F-F3F6-41845A8F2AD5}"/>
              </a:ext>
            </a:extLst>
          </p:cNvPr>
          <p:cNvSpPr>
            <a:spLocks noChangeArrowheads="1"/>
          </p:cNvSpPr>
          <p:nvPr/>
        </p:nvSpPr>
        <p:spPr bwMode="auto">
          <a:xfrm>
            <a:off x="8686800" y="575786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67" name="Rectangle 367">
            <a:extLst>
              <a:ext uri="{FF2B5EF4-FFF2-40B4-BE49-F238E27FC236}">
                <a16:creationId xmlns:a16="http://schemas.microsoft.com/office/drawing/2014/main" id="{96794470-A39C-747E-34BF-F12B7C98D815}"/>
              </a:ext>
            </a:extLst>
          </p:cNvPr>
          <p:cNvSpPr>
            <a:spLocks noChangeArrowheads="1"/>
          </p:cNvSpPr>
          <p:nvPr/>
        </p:nvSpPr>
        <p:spPr bwMode="auto">
          <a:xfrm>
            <a:off x="6553200" y="543401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68" name="Rectangle 368">
            <a:extLst>
              <a:ext uri="{FF2B5EF4-FFF2-40B4-BE49-F238E27FC236}">
                <a16:creationId xmlns:a16="http://schemas.microsoft.com/office/drawing/2014/main" id="{8F51C5C1-F02D-5A04-DEB3-89EFD1DC63C1}"/>
              </a:ext>
            </a:extLst>
          </p:cNvPr>
          <p:cNvSpPr>
            <a:spLocks noChangeArrowheads="1"/>
          </p:cNvSpPr>
          <p:nvPr/>
        </p:nvSpPr>
        <p:spPr bwMode="auto">
          <a:xfrm>
            <a:off x="6858000" y="543718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69" name="Rectangle 369">
            <a:extLst>
              <a:ext uri="{FF2B5EF4-FFF2-40B4-BE49-F238E27FC236}">
                <a16:creationId xmlns:a16="http://schemas.microsoft.com/office/drawing/2014/main" id="{BCDF6B61-4534-028F-5DCA-12126B1D2BD3}"/>
              </a:ext>
            </a:extLst>
          </p:cNvPr>
          <p:cNvSpPr>
            <a:spLocks noChangeArrowheads="1"/>
          </p:cNvSpPr>
          <p:nvPr/>
        </p:nvSpPr>
        <p:spPr bwMode="auto">
          <a:xfrm>
            <a:off x="7162800" y="5422900"/>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70" name="Rectangle 370">
            <a:extLst>
              <a:ext uri="{FF2B5EF4-FFF2-40B4-BE49-F238E27FC236}">
                <a16:creationId xmlns:a16="http://schemas.microsoft.com/office/drawing/2014/main" id="{34C8E507-9637-BCFC-BEE1-EDC60C75415F}"/>
              </a:ext>
            </a:extLst>
          </p:cNvPr>
          <p:cNvSpPr>
            <a:spLocks noChangeArrowheads="1"/>
          </p:cNvSpPr>
          <p:nvPr/>
        </p:nvSpPr>
        <p:spPr bwMode="auto">
          <a:xfrm>
            <a:off x="7467600" y="543718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l" defTabSz="941388" rtl="0" eaLnBrk="1" fontAlgn="base" latinLnBrk="0" hangingPunct="1">
              <a:lnSpc>
                <a:spcPct val="100000"/>
              </a:lnSpc>
              <a:spcBef>
                <a:spcPct val="0"/>
              </a:spcBef>
              <a:spcAft>
                <a:spcPct val="0"/>
              </a:spcAft>
              <a:buClrTx/>
              <a:buSzTx/>
              <a:buFontTx/>
              <a:buNone/>
              <a:tabLst/>
              <a:defRPr/>
            </a:pPr>
            <a:endParaRPr kumimoji="0" lang="en-IN"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71" name="Rectangle 371">
            <a:extLst>
              <a:ext uri="{FF2B5EF4-FFF2-40B4-BE49-F238E27FC236}">
                <a16:creationId xmlns:a16="http://schemas.microsoft.com/office/drawing/2014/main" id="{42396294-F14E-19D4-BFFF-3B1EA9E68397}"/>
              </a:ext>
            </a:extLst>
          </p:cNvPr>
          <p:cNvSpPr>
            <a:spLocks noChangeArrowheads="1"/>
          </p:cNvSpPr>
          <p:nvPr/>
        </p:nvSpPr>
        <p:spPr bwMode="auto">
          <a:xfrm>
            <a:off x="7772400" y="543718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72" name="Rectangle 372">
            <a:extLst>
              <a:ext uri="{FF2B5EF4-FFF2-40B4-BE49-F238E27FC236}">
                <a16:creationId xmlns:a16="http://schemas.microsoft.com/office/drawing/2014/main" id="{1EDBB3A2-0065-FB7B-9F58-20D1BCA56491}"/>
              </a:ext>
            </a:extLst>
          </p:cNvPr>
          <p:cNvSpPr>
            <a:spLocks noChangeArrowheads="1"/>
          </p:cNvSpPr>
          <p:nvPr/>
        </p:nvSpPr>
        <p:spPr bwMode="auto">
          <a:xfrm>
            <a:off x="8077200" y="543401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73" name="Rectangle 373">
            <a:extLst>
              <a:ext uri="{FF2B5EF4-FFF2-40B4-BE49-F238E27FC236}">
                <a16:creationId xmlns:a16="http://schemas.microsoft.com/office/drawing/2014/main" id="{0758FF2C-92DA-A43F-3ED4-56EEAC1FA073}"/>
              </a:ext>
            </a:extLst>
          </p:cNvPr>
          <p:cNvSpPr>
            <a:spLocks noChangeArrowheads="1"/>
          </p:cNvSpPr>
          <p:nvPr/>
        </p:nvSpPr>
        <p:spPr bwMode="auto">
          <a:xfrm>
            <a:off x="8382000" y="543718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74" name="Rectangle 374">
            <a:extLst>
              <a:ext uri="{FF2B5EF4-FFF2-40B4-BE49-F238E27FC236}">
                <a16:creationId xmlns:a16="http://schemas.microsoft.com/office/drawing/2014/main" id="{CC8BD812-B07D-4EDC-9674-94A842374B1C}"/>
              </a:ext>
            </a:extLst>
          </p:cNvPr>
          <p:cNvSpPr>
            <a:spLocks noChangeArrowheads="1"/>
          </p:cNvSpPr>
          <p:nvPr/>
        </p:nvSpPr>
        <p:spPr bwMode="auto">
          <a:xfrm>
            <a:off x="8686800" y="543401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75" name="Rectangle 375">
            <a:extLst>
              <a:ext uri="{FF2B5EF4-FFF2-40B4-BE49-F238E27FC236}">
                <a16:creationId xmlns:a16="http://schemas.microsoft.com/office/drawing/2014/main" id="{292E89F4-BFC3-F77A-6E6E-91CD75A4DD8A}"/>
              </a:ext>
            </a:extLst>
          </p:cNvPr>
          <p:cNvSpPr>
            <a:spLocks noChangeArrowheads="1"/>
          </p:cNvSpPr>
          <p:nvPr/>
        </p:nvSpPr>
        <p:spPr bwMode="auto">
          <a:xfrm>
            <a:off x="6553200" y="508158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76" name="Rectangle 376">
            <a:extLst>
              <a:ext uri="{FF2B5EF4-FFF2-40B4-BE49-F238E27FC236}">
                <a16:creationId xmlns:a16="http://schemas.microsoft.com/office/drawing/2014/main" id="{453AF367-76CE-726A-A822-D3B47D983153}"/>
              </a:ext>
            </a:extLst>
          </p:cNvPr>
          <p:cNvSpPr>
            <a:spLocks noChangeArrowheads="1"/>
          </p:cNvSpPr>
          <p:nvPr/>
        </p:nvSpPr>
        <p:spPr bwMode="auto">
          <a:xfrm>
            <a:off x="6858000" y="507841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77" name="Rectangle 377">
            <a:extLst>
              <a:ext uri="{FF2B5EF4-FFF2-40B4-BE49-F238E27FC236}">
                <a16:creationId xmlns:a16="http://schemas.microsoft.com/office/drawing/2014/main" id="{A7EC0B69-7212-522C-9895-CF1A99D69B7B}"/>
              </a:ext>
            </a:extLst>
          </p:cNvPr>
          <p:cNvSpPr>
            <a:spLocks noChangeArrowheads="1"/>
          </p:cNvSpPr>
          <p:nvPr/>
        </p:nvSpPr>
        <p:spPr bwMode="auto">
          <a:xfrm>
            <a:off x="7162800" y="508158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78" name="Rectangle 378">
            <a:extLst>
              <a:ext uri="{FF2B5EF4-FFF2-40B4-BE49-F238E27FC236}">
                <a16:creationId xmlns:a16="http://schemas.microsoft.com/office/drawing/2014/main" id="{B5DF6DAF-042D-DEA6-AD2D-1AABAAED9DB8}"/>
              </a:ext>
            </a:extLst>
          </p:cNvPr>
          <p:cNvSpPr>
            <a:spLocks noChangeArrowheads="1"/>
          </p:cNvSpPr>
          <p:nvPr/>
        </p:nvSpPr>
        <p:spPr bwMode="auto">
          <a:xfrm>
            <a:off x="7467600" y="507841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79" name="Rectangle 379">
            <a:extLst>
              <a:ext uri="{FF2B5EF4-FFF2-40B4-BE49-F238E27FC236}">
                <a16:creationId xmlns:a16="http://schemas.microsoft.com/office/drawing/2014/main" id="{3B3046C1-3B34-B2CB-42B3-48E04468ECC6}"/>
              </a:ext>
            </a:extLst>
          </p:cNvPr>
          <p:cNvSpPr>
            <a:spLocks noChangeArrowheads="1"/>
          </p:cNvSpPr>
          <p:nvPr/>
        </p:nvSpPr>
        <p:spPr bwMode="auto">
          <a:xfrm>
            <a:off x="7772400" y="507841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80" name="Rectangle 380">
            <a:extLst>
              <a:ext uri="{FF2B5EF4-FFF2-40B4-BE49-F238E27FC236}">
                <a16:creationId xmlns:a16="http://schemas.microsoft.com/office/drawing/2014/main" id="{460E006D-FB45-5A54-0491-46D566247225}"/>
              </a:ext>
            </a:extLst>
          </p:cNvPr>
          <p:cNvSpPr>
            <a:spLocks noChangeArrowheads="1"/>
          </p:cNvSpPr>
          <p:nvPr/>
        </p:nvSpPr>
        <p:spPr bwMode="auto">
          <a:xfrm>
            <a:off x="8077200" y="50752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81" name="Rectangle 381">
            <a:extLst>
              <a:ext uri="{FF2B5EF4-FFF2-40B4-BE49-F238E27FC236}">
                <a16:creationId xmlns:a16="http://schemas.microsoft.com/office/drawing/2014/main" id="{9BA4001F-7AB1-C4D0-A2D6-B6FA704823B0}"/>
              </a:ext>
            </a:extLst>
          </p:cNvPr>
          <p:cNvSpPr>
            <a:spLocks noChangeArrowheads="1"/>
          </p:cNvSpPr>
          <p:nvPr/>
        </p:nvSpPr>
        <p:spPr bwMode="auto">
          <a:xfrm>
            <a:off x="8382000" y="507841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82" name="Rectangle 382">
            <a:extLst>
              <a:ext uri="{FF2B5EF4-FFF2-40B4-BE49-F238E27FC236}">
                <a16:creationId xmlns:a16="http://schemas.microsoft.com/office/drawing/2014/main" id="{6C92FBF4-1362-7BF3-D99F-4B28F933DBD4}"/>
              </a:ext>
            </a:extLst>
          </p:cNvPr>
          <p:cNvSpPr>
            <a:spLocks noChangeArrowheads="1"/>
          </p:cNvSpPr>
          <p:nvPr/>
        </p:nvSpPr>
        <p:spPr bwMode="auto">
          <a:xfrm>
            <a:off x="8686800" y="50752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83" name="Rectangle 383">
            <a:extLst>
              <a:ext uri="{FF2B5EF4-FFF2-40B4-BE49-F238E27FC236}">
                <a16:creationId xmlns:a16="http://schemas.microsoft.com/office/drawing/2014/main" id="{1FB8F8B4-FD3A-F095-B81D-4EF512649E69}"/>
              </a:ext>
            </a:extLst>
          </p:cNvPr>
          <p:cNvSpPr>
            <a:spLocks noChangeArrowheads="1"/>
          </p:cNvSpPr>
          <p:nvPr/>
        </p:nvSpPr>
        <p:spPr bwMode="auto">
          <a:xfrm>
            <a:off x="6553200" y="476091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84" name="Rectangle 384">
            <a:extLst>
              <a:ext uri="{FF2B5EF4-FFF2-40B4-BE49-F238E27FC236}">
                <a16:creationId xmlns:a16="http://schemas.microsoft.com/office/drawing/2014/main" id="{D4AB306D-7D11-C2EB-4B17-636E03E39B2E}"/>
              </a:ext>
            </a:extLst>
          </p:cNvPr>
          <p:cNvSpPr>
            <a:spLocks noChangeArrowheads="1"/>
          </p:cNvSpPr>
          <p:nvPr/>
        </p:nvSpPr>
        <p:spPr bwMode="auto">
          <a:xfrm>
            <a:off x="6858000" y="47577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85" name="Rectangle 385">
            <a:extLst>
              <a:ext uri="{FF2B5EF4-FFF2-40B4-BE49-F238E27FC236}">
                <a16:creationId xmlns:a16="http://schemas.microsoft.com/office/drawing/2014/main" id="{700C422B-71C0-C594-E25A-B6EFED4D3DE6}"/>
              </a:ext>
            </a:extLst>
          </p:cNvPr>
          <p:cNvSpPr>
            <a:spLocks noChangeArrowheads="1"/>
          </p:cNvSpPr>
          <p:nvPr/>
        </p:nvSpPr>
        <p:spPr bwMode="auto">
          <a:xfrm>
            <a:off x="7162800" y="476091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86" name="Rectangle 386">
            <a:extLst>
              <a:ext uri="{FF2B5EF4-FFF2-40B4-BE49-F238E27FC236}">
                <a16:creationId xmlns:a16="http://schemas.microsoft.com/office/drawing/2014/main" id="{AFE14DA9-3178-B716-1424-FE47FE2BA26E}"/>
              </a:ext>
            </a:extLst>
          </p:cNvPr>
          <p:cNvSpPr>
            <a:spLocks noChangeArrowheads="1"/>
          </p:cNvSpPr>
          <p:nvPr/>
        </p:nvSpPr>
        <p:spPr bwMode="auto">
          <a:xfrm>
            <a:off x="7467600" y="47577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87" name="Rectangle 387">
            <a:extLst>
              <a:ext uri="{FF2B5EF4-FFF2-40B4-BE49-F238E27FC236}">
                <a16:creationId xmlns:a16="http://schemas.microsoft.com/office/drawing/2014/main" id="{12A07FA4-00EA-A8EF-0994-E7558ABF107D}"/>
              </a:ext>
            </a:extLst>
          </p:cNvPr>
          <p:cNvSpPr>
            <a:spLocks noChangeArrowheads="1"/>
          </p:cNvSpPr>
          <p:nvPr/>
        </p:nvSpPr>
        <p:spPr bwMode="auto">
          <a:xfrm>
            <a:off x="7772400" y="47577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88" name="Rectangle 388">
            <a:extLst>
              <a:ext uri="{FF2B5EF4-FFF2-40B4-BE49-F238E27FC236}">
                <a16:creationId xmlns:a16="http://schemas.microsoft.com/office/drawing/2014/main" id="{7C564796-AB7F-B3D6-E0CE-EB32AA095BC8}"/>
              </a:ext>
            </a:extLst>
          </p:cNvPr>
          <p:cNvSpPr>
            <a:spLocks noChangeArrowheads="1"/>
          </p:cNvSpPr>
          <p:nvPr/>
        </p:nvSpPr>
        <p:spPr bwMode="auto">
          <a:xfrm>
            <a:off x="8077200" y="475456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89" name="Rectangle 389">
            <a:extLst>
              <a:ext uri="{FF2B5EF4-FFF2-40B4-BE49-F238E27FC236}">
                <a16:creationId xmlns:a16="http://schemas.microsoft.com/office/drawing/2014/main" id="{DA77999F-0832-FA3F-D308-6AFFBEBB3C4B}"/>
              </a:ext>
            </a:extLst>
          </p:cNvPr>
          <p:cNvSpPr>
            <a:spLocks noChangeArrowheads="1"/>
          </p:cNvSpPr>
          <p:nvPr/>
        </p:nvSpPr>
        <p:spPr bwMode="auto">
          <a:xfrm>
            <a:off x="8382000" y="47577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90" name="Rectangle 390">
            <a:extLst>
              <a:ext uri="{FF2B5EF4-FFF2-40B4-BE49-F238E27FC236}">
                <a16:creationId xmlns:a16="http://schemas.microsoft.com/office/drawing/2014/main" id="{4C55A485-211F-97D4-0A7E-55647C3195FC}"/>
              </a:ext>
            </a:extLst>
          </p:cNvPr>
          <p:cNvSpPr>
            <a:spLocks noChangeArrowheads="1"/>
          </p:cNvSpPr>
          <p:nvPr/>
        </p:nvSpPr>
        <p:spPr bwMode="auto">
          <a:xfrm>
            <a:off x="8686800" y="475456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91" name="Rectangle 391">
            <a:extLst>
              <a:ext uri="{FF2B5EF4-FFF2-40B4-BE49-F238E27FC236}">
                <a16:creationId xmlns:a16="http://schemas.microsoft.com/office/drawing/2014/main" id="{EB087774-9837-798C-41E4-B35B01E6D25F}"/>
              </a:ext>
            </a:extLst>
          </p:cNvPr>
          <p:cNvSpPr>
            <a:spLocks noChangeArrowheads="1"/>
          </p:cNvSpPr>
          <p:nvPr/>
        </p:nvSpPr>
        <p:spPr bwMode="auto">
          <a:xfrm>
            <a:off x="6553200" y="443388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92" name="Rectangle 392">
            <a:extLst>
              <a:ext uri="{FF2B5EF4-FFF2-40B4-BE49-F238E27FC236}">
                <a16:creationId xmlns:a16="http://schemas.microsoft.com/office/drawing/2014/main" id="{1445893D-4C29-3A44-55BA-BA9A696E5E4B}"/>
              </a:ext>
            </a:extLst>
          </p:cNvPr>
          <p:cNvSpPr>
            <a:spLocks noChangeArrowheads="1"/>
          </p:cNvSpPr>
          <p:nvPr/>
        </p:nvSpPr>
        <p:spPr bwMode="auto">
          <a:xfrm>
            <a:off x="6858000" y="443071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93" name="Rectangle 393">
            <a:extLst>
              <a:ext uri="{FF2B5EF4-FFF2-40B4-BE49-F238E27FC236}">
                <a16:creationId xmlns:a16="http://schemas.microsoft.com/office/drawing/2014/main" id="{61CB3956-EB25-32FF-A125-1E625CED14DB}"/>
              </a:ext>
            </a:extLst>
          </p:cNvPr>
          <p:cNvSpPr>
            <a:spLocks noChangeArrowheads="1"/>
          </p:cNvSpPr>
          <p:nvPr/>
        </p:nvSpPr>
        <p:spPr bwMode="auto">
          <a:xfrm>
            <a:off x="7162800" y="443388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94" name="Rectangle 394">
            <a:extLst>
              <a:ext uri="{FF2B5EF4-FFF2-40B4-BE49-F238E27FC236}">
                <a16:creationId xmlns:a16="http://schemas.microsoft.com/office/drawing/2014/main" id="{C0091F9E-BF8C-B641-1927-C12E54928770}"/>
              </a:ext>
            </a:extLst>
          </p:cNvPr>
          <p:cNvSpPr>
            <a:spLocks noChangeArrowheads="1"/>
          </p:cNvSpPr>
          <p:nvPr/>
        </p:nvSpPr>
        <p:spPr bwMode="auto">
          <a:xfrm>
            <a:off x="7467600" y="443071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95" name="Rectangle 395">
            <a:extLst>
              <a:ext uri="{FF2B5EF4-FFF2-40B4-BE49-F238E27FC236}">
                <a16:creationId xmlns:a16="http://schemas.microsoft.com/office/drawing/2014/main" id="{8623342B-48A7-C094-8150-EC91B5E3531C}"/>
              </a:ext>
            </a:extLst>
          </p:cNvPr>
          <p:cNvSpPr>
            <a:spLocks noChangeArrowheads="1"/>
          </p:cNvSpPr>
          <p:nvPr/>
        </p:nvSpPr>
        <p:spPr bwMode="auto">
          <a:xfrm>
            <a:off x="7772400" y="443071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96" name="Rectangle 396">
            <a:extLst>
              <a:ext uri="{FF2B5EF4-FFF2-40B4-BE49-F238E27FC236}">
                <a16:creationId xmlns:a16="http://schemas.microsoft.com/office/drawing/2014/main" id="{C2158C5E-1470-C202-5371-2000CDB4577B}"/>
              </a:ext>
            </a:extLst>
          </p:cNvPr>
          <p:cNvSpPr>
            <a:spLocks noChangeArrowheads="1"/>
          </p:cNvSpPr>
          <p:nvPr/>
        </p:nvSpPr>
        <p:spPr bwMode="auto">
          <a:xfrm>
            <a:off x="8077200" y="44275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97" name="Rectangle 397">
            <a:extLst>
              <a:ext uri="{FF2B5EF4-FFF2-40B4-BE49-F238E27FC236}">
                <a16:creationId xmlns:a16="http://schemas.microsoft.com/office/drawing/2014/main" id="{22C0CAB4-AA65-8B5C-4AB6-43529BC752AF}"/>
              </a:ext>
            </a:extLst>
          </p:cNvPr>
          <p:cNvSpPr>
            <a:spLocks noChangeArrowheads="1"/>
          </p:cNvSpPr>
          <p:nvPr/>
        </p:nvSpPr>
        <p:spPr bwMode="auto">
          <a:xfrm>
            <a:off x="8382000" y="443071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98" name="Rectangle 398">
            <a:extLst>
              <a:ext uri="{FF2B5EF4-FFF2-40B4-BE49-F238E27FC236}">
                <a16:creationId xmlns:a16="http://schemas.microsoft.com/office/drawing/2014/main" id="{D51AFDBE-857D-C3AF-15EA-B8A912F3CAD5}"/>
              </a:ext>
            </a:extLst>
          </p:cNvPr>
          <p:cNvSpPr>
            <a:spLocks noChangeArrowheads="1"/>
          </p:cNvSpPr>
          <p:nvPr/>
        </p:nvSpPr>
        <p:spPr bwMode="auto">
          <a:xfrm>
            <a:off x="8686800" y="44275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69999" name="Rectangle 399">
            <a:extLst>
              <a:ext uri="{FF2B5EF4-FFF2-40B4-BE49-F238E27FC236}">
                <a16:creationId xmlns:a16="http://schemas.microsoft.com/office/drawing/2014/main" id="{D6C6E82B-FC82-4754-274B-63A82F0259C4}"/>
              </a:ext>
            </a:extLst>
          </p:cNvPr>
          <p:cNvSpPr>
            <a:spLocks noChangeArrowheads="1"/>
          </p:cNvSpPr>
          <p:nvPr/>
        </p:nvSpPr>
        <p:spPr bwMode="auto">
          <a:xfrm>
            <a:off x="6553200" y="408781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70000" name="Rectangle 400">
            <a:extLst>
              <a:ext uri="{FF2B5EF4-FFF2-40B4-BE49-F238E27FC236}">
                <a16:creationId xmlns:a16="http://schemas.microsoft.com/office/drawing/2014/main" id="{26358911-FD44-6630-7FDE-9E970BFB1576}"/>
              </a:ext>
            </a:extLst>
          </p:cNvPr>
          <p:cNvSpPr>
            <a:spLocks noChangeArrowheads="1"/>
          </p:cNvSpPr>
          <p:nvPr/>
        </p:nvSpPr>
        <p:spPr bwMode="auto">
          <a:xfrm>
            <a:off x="6858000" y="40846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70001" name="Rectangle 401">
            <a:extLst>
              <a:ext uri="{FF2B5EF4-FFF2-40B4-BE49-F238E27FC236}">
                <a16:creationId xmlns:a16="http://schemas.microsoft.com/office/drawing/2014/main" id="{37973CED-C4D2-C26E-D1D9-6C857A8D6687}"/>
              </a:ext>
            </a:extLst>
          </p:cNvPr>
          <p:cNvSpPr>
            <a:spLocks noChangeArrowheads="1"/>
          </p:cNvSpPr>
          <p:nvPr/>
        </p:nvSpPr>
        <p:spPr bwMode="auto">
          <a:xfrm>
            <a:off x="7162800" y="408781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70002" name="Rectangle 402">
            <a:extLst>
              <a:ext uri="{FF2B5EF4-FFF2-40B4-BE49-F238E27FC236}">
                <a16:creationId xmlns:a16="http://schemas.microsoft.com/office/drawing/2014/main" id="{CEAC4403-34E6-1746-40DD-49E9CC500903}"/>
              </a:ext>
            </a:extLst>
          </p:cNvPr>
          <p:cNvSpPr>
            <a:spLocks noChangeArrowheads="1"/>
          </p:cNvSpPr>
          <p:nvPr/>
        </p:nvSpPr>
        <p:spPr bwMode="auto">
          <a:xfrm>
            <a:off x="7467600" y="40846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70003" name="Rectangle 403">
            <a:extLst>
              <a:ext uri="{FF2B5EF4-FFF2-40B4-BE49-F238E27FC236}">
                <a16:creationId xmlns:a16="http://schemas.microsoft.com/office/drawing/2014/main" id="{DD2A00DD-A9D9-DF77-591A-0E479DB9AB85}"/>
              </a:ext>
            </a:extLst>
          </p:cNvPr>
          <p:cNvSpPr>
            <a:spLocks noChangeArrowheads="1"/>
          </p:cNvSpPr>
          <p:nvPr/>
        </p:nvSpPr>
        <p:spPr bwMode="auto">
          <a:xfrm>
            <a:off x="7772400" y="40846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70004" name="Rectangle 404">
            <a:extLst>
              <a:ext uri="{FF2B5EF4-FFF2-40B4-BE49-F238E27FC236}">
                <a16:creationId xmlns:a16="http://schemas.microsoft.com/office/drawing/2014/main" id="{4EFF045E-304A-B557-F2ED-DAC3D3391603}"/>
              </a:ext>
            </a:extLst>
          </p:cNvPr>
          <p:cNvSpPr>
            <a:spLocks noChangeArrowheads="1"/>
          </p:cNvSpPr>
          <p:nvPr/>
        </p:nvSpPr>
        <p:spPr bwMode="auto">
          <a:xfrm>
            <a:off x="8077200" y="408146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70005" name="Rectangle 405">
            <a:extLst>
              <a:ext uri="{FF2B5EF4-FFF2-40B4-BE49-F238E27FC236}">
                <a16:creationId xmlns:a16="http://schemas.microsoft.com/office/drawing/2014/main" id="{E021B6BB-9919-5E14-5222-E9711A710705}"/>
              </a:ext>
            </a:extLst>
          </p:cNvPr>
          <p:cNvSpPr>
            <a:spLocks noChangeArrowheads="1"/>
          </p:cNvSpPr>
          <p:nvPr/>
        </p:nvSpPr>
        <p:spPr bwMode="auto">
          <a:xfrm>
            <a:off x="8382000" y="40846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70006" name="Rectangle 406">
            <a:extLst>
              <a:ext uri="{FF2B5EF4-FFF2-40B4-BE49-F238E27FC236}">
                <a16:creationId xmlns:a16="http://schemas.microsoft.com/office/drawing/2014/main" id="{24D97F2A-453E-BEE2-35F9-F51CAF43F3C1}"/>
              </a:ext>
            </a:extLst>
          </p:cNvPr>
          <p:cNvSpPr>
            <a:spLocks noChangeArrowheads="1"/>
          </p:cNvSpPr>
          <p:nvPr/>
        </p:nvSpPr>
        <p:spPr bwMode="auto">
          <a:xfrm>
            <a:off x="8686800" y="408146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70007" name="Rectangle 407">
            <a:extLst>
              <a:ext uri="{FF2B5EF4-FFF2-40B4-BE49-F238E27FC236}">
                <a16:creationId xmlns:a16="http://schemas.microsoft.com/office/drawing/2014/main" id="{B0C310CC-640B-D245-5065-C5407F230BEF}"/>
              </a:ext>
            </a:extLst>
          </p:cNvPr>
          <p:cNvSpPr>
            <a:spLocks noChangeArrowheads="1"/>
          </p:cNvSpPr>
          <p:nvPr/>
        </p:nvSpPr>
        <p:spPr bwMode="auto">
          <a:xfrm>
            <a:off x="6553200" y="375761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70008" name="Rectangle 408">
            <a:extLst>
              <a:ext uri="{FF2B5EF4-FFF2-40B4-BE49-F238E27FC236}">
                <a16:creationId xmlns:a16="http://schemas.microsoft.com/office/drawing/2014/main" id="{8BFF9459-47A8-ABE6-A31A-8E9D1FEA65B6}"/>
              </a:ext>
            </a:extLst>
          </p:cNvPr>
          <p:cNvSpPr>
            <a:spLocks noChangeArrowheads="1"/>
          </p:cNvSpPr>
          <p:nvPr/>
        </p:nvSpPr>
        <p:spPr bwMode="auto">
          <a:xfrm>
            <a:off x="6858000" y="37544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70009" name="Rectangle 409">
            <a:extLst>
              <a:ext uri="{FF2B5EF4-FFF2-40B4-BE49-F238E27FC236}">
                <a16:creationId xmlns:a16="http://schemas.microsoft.com/office/drawing/2014/main" id="{ADF98E58-A0F0-3257-57F3-61734844F979}"/>
              </a:ext>
            </a:extLst>
          </p:cNvPr>
          <p:cNvSpPr>
            <a:spLocks noChangeArrowheads="1"/>
          </p:cNvSpPr>
          <p:nvPr/>
        </p:nvSpPr>
        <p:spPr bwMode="auto">
          <a:xfrm>
            <a:off x="7162800" y="375761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70010" name="Rectangle 410">
            <a:extLst>
              <a:ext uri="{FF2B5EF4-FFF2-40B4-BE49-F238E27FC236}">
                <a16:creationId xmlns:a16="http://schemas.microsoft.com/office/drawing/2014/main" id="{BA7C9BAF-0246-0213-B158-4BF205863E96}"/>
              </a:ext>
            </a:extLst>
          </p:cNvPr>
          <p:cNvSpPr>
            <a:spLocks noChangeArrowheads="1"/>
          </p:cNvSpPr>
          <p:nvPr/>
        </p:nvSpPr>
        <p:spPr bwMode="auto">
          <a:xfrm>
            <a:off x="7467600" y="37544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70011" name="Rectangle 411">
            <a:extLst>
              <a:ext uri="{FF2B5EF4-FFF2-40B4-BE49-F238E27FC236}">
                <a16:creationId xmlns:a16="http://schemas.microsoft.com/office/drawing/2014/main" id="{6E5F977B-CE70-6755-6F75-D1E768C01B62}"/>
              </a:ext>
            </a:extLst>
          </p:cNvPr>
          <p:cNvSpPr>
            <a:spLocks noChangeArrowheads="1"/>
          </p:cNvSpPr>
          <p:nvPr/>
        </p:nvSpPr>
        <p:spPr bwMode="auto">
          <a:xfrm>
            <a:off x="7772400" y="37544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70012" name="Rectangle 412">
            <a:extLst>
              <a:ext uri="{FF2B5EF4-FFF2-40B4-BE49-F238E27FC236}">
                <a16:creationId xmlns:a16="http://schemas.microsoft.com/office/drawing/2014/main" id="{6B04F515-ABE4-B636-BCF3-EDB9C76AB262}"/>
              </a:ext>
            </a:extLst>
          </p:cNvPr>
          <p:cNvSpPr>
            <a:spLocks noChangeArrowheads="1"/>
          </p:cNvSpPr>
          <p:nvPr/>
        </p:nvSpPr>
        <p:spPr bwMode="auto">
          <a:xfrm>
            <a:off x="8077200" y="375126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70013" name="Rectangle 413">
            <a:extLst>
              <a:ext uri="{FF2B5EF4-FFF2-40B4-BE49-F238E27FC236}">
                <a16:creationId xmlns:a16="http://schemas.microsoft.com/office/drawing/2014/main" id="{20A70DEB-7829-4B83-BDB8-1786E52188DF}"/>
              </a:ext>
            </a:extLst>
          </p:cNvPr>
          <p:cNvSpPr>
            <a:spLocks noChangeArrowheads="1"/>
          </p:cNvSpPr>
          <p:nvPr/>
        </p:nvSpPr>
        <p:spPr bwMode="auto">
          <a:xfrm>
            <a:off x="8382000" y="3754438"/>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70014" name="Rectangle 414">
            <a:extLst>
              <a:ext uri="{FF2B5EF4-FFF2-40B4-BE49-F238E27FC236}">
                <a16:creationId xmlns:a16="http://schemas.microsoft.com/office/drawing/2014/main" id="{32898CC6-12A7-2377-88FB-8FC17CCD0007}"/>
              </a:ext>
            </a:extLst>
          </p:cNvPr>
          <p:cNvSpPr>
            <a:spLocks noChangeArrowheads="1"/>
          </p:cNvSpPr>
          <p:nvPr/>
        </p:nvSpPr>
        <p:spPr bwMode="auto">
          <a:xfrm>
            <a:off x="8686800" y="3751263"/>
            <a:ext cx="304800" cy="304800"/>
          </a:xfrm>
          <a:prstGeom prst="rect">
            <a:avLst/>
          </a:prstGeom>
          <a:solidFill>
            <a:srgbClr val="FF0000"/>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8060" name="Rectangle 415">
            <a:extLst>
              <a:ext uri="{FF2B5EF4-FFF2-40B4-BE49-F238E27FC236}">
                <a16:creationId xmlns:a16="http://schemas.microsoft.com/office/drawing/2014/main" id="{ED83E3E3-53FB-C117-CA8D-D1C3AD236A8C}"/>
              </a:ext>
            </a:extLst>
          </p:cNvPr>
          <p:cNvSpPr>
            <a:spLocks noChangeArrowheads="1"/>
          </p:cNvSpPr>
          <p:nvPr/>
        </p:nvSpPr>
        <p:spPr bwMode="auto">
          <a:xfrm>
            <a:off x="418306" y="1320006"/>
            <a:ext cx="8458200"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marL="234950" indent="-234950" defTabSz="890588">
              <a:spcBef>
                <a:spcPct val="20000"/>
              </a:spcBef>
              <a:buFont typeface="Arial" panose="020B0604020202020204" pitchFamily="34" charset="0"/>
              <a:buChar char="•"/>
              <a:tabLst>
                <a:tab pos="6985000" algn="l"/>
                <a:tab pos="7185025" algn="l"/>
                <a:tab pos="7837488" algn="l"/>
              </a:tabLst>
              <a:defRPr sz="3200">
                <a:solidFill>
                  <a:schemeClr val="tx1"/>
                </a:solidFill>
                <a:latin typeface="Calibri" panose="020F0502020204030204" pitchFamily="34" charset="0"/>
              </a:defRPr>
            </a:lvl1pPr>
            <a:lvl2pPr marL="568325" indent="-219075" defTabSz="890588">
              <a:spcBef>
                <a:spcPct val="20000"/>
              </a:spcBef>
              <a:buFont typeface="Arial" panose="020B0604020202020204" pitchFamily="34" charset="0"/>
              <a:buChar char="–"/>
              <a:tabLst>
                <a:tab pos="6985000" algn="l"/>
                <a:tab pos="7185025" algn="l"/>
                <a:tab pos="7837488" algn="l"/>
              </a:tabLst>
              <a:defRPr sz="2800">
                <a:solidFill>
                  <a:schemeClr val="tx1"/>
                </a:solidFill>
                <a:latin typeface="Calibri" panose="020F0502020204030204" pitchFamily="34" charset="0"/>
              </a:defRPr>
            </a:lvl2pPr>
            <a:lvl3pPr marL="1143000" indent="-228600" defTabSz="890588">
              <a:spcBef>
                <a:spcPct val="20000"/>
              </a:spcBef>
              <a:buFont typeface="Arial" panose="020B0604020202020204" pitchFamily="34" charset="0"/>
              <a:buChar char="•"/>
              <a:tabLst>
                <a:tab pos="6985000" algn="l"/>
                <a:tab pos="7185025" algn="l"/>
                <a:tab pos="7837488" algn="l"/>
              </a:tabLst>
              <a:defRPr sz="2400">
                <a:solidFill>
                  <a:schemeClr val="tx1"/>
                </a:solidFill>
                <a:latin typeface="Calibri" panose="020F0502020204030204" pitchFamily="34" charset="0"/>
              </a:defRPr>
            </a:lvl3pPr>
            <a:lvl4pPr marL="16002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4pPr>
            <a:lvl5pPr marL="2057400" indent="-228600" defTabSz="890588">
              <a:spcBef>
                <a:spcPct val="20000"/>
              </a:spcBef>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5pPr>
            <a:lvl6pPr marL="25146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6pPr>
            <a:lvl7pPr marL="29718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7pPr>
            <a:lvl8pPr marL="34290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8pPr>
            <a:lvl9pPr marL="3886200" indent="-228600" defTabSz="890588" eaLnBrk="0" fontAlgn="base" hangingPunct="0">
              <a:spcBef>
                <a:spcPct val="20000"/>
              </a:spcBef>
              <a:spcAft>
                <a:spcPct val="0"/>
              </a:spcAft>
              <a:buFont typeface="Arial" panose="020B0604020202020204" pitchFamily="34" charset="0"/>
              <a:buChar char="»"/>
              <a:tabLst>
                <a:tab pos="6985000" algn="l"/>
                <a:tab pos="7185025" algn="l"/>
                <a:tab pos="7837488" algn="l"/>
              </a:tabLst>
              <a:defRPr sz="2000">
                <a:solidFill>
                  <a:schemeClr val="tx1"/>
                </a:solidFill>
                <a:latin typeface="Calibri" panose="020F0502020204030204" pitchFamily="34" charset="0"/>
              </a:defRPr>
            </a:lvl9pPr>
          </a:lstStyle>
          <a:p>
            <a:pPr marL="234950" marR="0" lvl="0" indent="-234950" algn="l" defTabSz="890588" rtl="0" eaLnBrk="0" fontAlgn="base" latinLnBrk="0" hangingPunct="0">
              <a:lnSpc>
                <a:spcPct val="100000"/>
              </a:lnSpc>
              <a:spcBef>
                <a:spcPct val="0"/>
              </a:spcBef>
              <a:spcAft>
                <a:spcPct val="0"/>
              </a:spcAft>
              <a:buClrTx/>
              <a:buSzTx/>
              <a:buFont typeface="Wingdings" panose="05000000000000000000" pitchFamily="2" charset="2"/>
              <a:buChar char=""/>
              <a:tabLst>
                <a:tab pos="6985000" algn="l"/>
                <a:tab pos="7185025" algn="l"/>
                <a:tab pos="7837488" algn="l"/>
              </a:tabLst>
              <a:defRPr/>
            </a:pPr>
            <a:r>
              <a:rPr kumimoji="0" lang="en-US" altLang="en-US" sz="2400" b="0" i="0" u="none" strike="noStrike" kern="1200" cap="none" spc="0" normalizeH="0" baseline="0" noProof="0" dirty="0">
                <a:ln>
                  <a:noFill/>
                </a:ln>
                <a:solidFill>
                  <a:srgbClr val="1F497D"/>
                </a:solidFill>
                <a:effectLst/>
                <a:uLnTx/>
                <a:uFillTx/>
                <a:latin typeface="Calibri" panose="020F0502020204030204" pitchFamily="34" charset="0"/>
                <a:ea typeface="+mn-ea"/>
                <a:cs typeface="Arial" panose="020B0604020202020204" pitchFamily="34" charset="0"/>
              </a:rPr>
              <a:t>Manage peak I/O requests “bursts” through flushing/de-staging</a:t>
            </a:r>
          </a:p>
          <a:p>
            <a:pPr marL="568325" marR="0" lvl="1" indent="-219075" algn="l" defTabSz="890588" rtl="0" eaLnBrk="0" fontAlgn="base" latinLnBrk="0" hangingPunct="0">
              <a:lnSpc>
                <a:spcPct val="100000"/>
              </a:lnSpc>
              <a:spcBef>
                <a:spcPct val="25000"/>
              </a:spcBef>
              <a:spcAft>
                <a:spcPct val="0"/>
              </a:spcAft>
              <a:buClrTx/>
              <a:buSzTx/>
              <a:buFont typeface="Times New Roman" panose="02020603050405020304" pitchFamily="18" charset="0"/>
              <a:buChar char="–"/>
              <a:tabLst>
                <a:tab pos="6985000" algn="l"/>
                <a:tab pos="7185025" algn="l"/>
                <a:tab pos="7837488" algn="l"/>
              </a:tabLst>
              <a:defRPr/>
            </a:pPr>
            <a:r>
              <a:rPr kumimoji="0" lang="en-US" altLang="en-US" sz="1900" b="0" i="0" u="none" strike="noStrike" kern="1200" cap="none" spc="0" normalizeH="0" baseline="0" noProof="0" dirty="0">
                <a:ln>
                  <a:noFill/>
                </a:ln>
                <a:solidFill>
                  <a:srgbClr val="1F497D"/>
                </a:solidFill>
                <a:effectLst/>
                <a:uLnTx/>
                <a:uFillTx/>
                <a:latin typeface="Calibri" panose="020F0502020204030204" pitchFamily="34" charset="0"/>
                <a:ea typeface="+mn-ea"/>
                <a:cs typeface="Arial" panose="020B0604020202020204" pitchFamily="34" charset="0"/>
              </a:rPr>
              <a:t>Idle flushing, High Watermark flushing and Forced flushing</a:t>
            </a:r>
            <a:endParaRPr kumimoji="0" lang="en-US" altLang="en-US" sz="1600" b="0" i="0" u="none" strike="noStrike" kern="1200" cap="none" spc="0" normalizeH="0" baseline="0" noProof="0" dirty="0">
              <a:ln>
                <a:noFill/>
              </a:ln>
              <a:solidFill>
                <a:srgbClr val="1F497D"/>
              </a:solidFill>
              <a:effectLst/>
              <a:uLnTx/>
              <a:uFillTx/>
              <a:latin typeface="Calibri" panose="020F0502020204030204" pitchFamily="34" charset="0"/>
              <a:ea typeface="+mn-ea"/>
              <a:cs typeface="Arial" panose="020B0604020202020204" pitchFamily="34" charset="0"/>
            </a:endParaRPr>
          </a:p>
          <a:p>
            <a:pPr marL="234950" marR="0" lvl="0" indent="-234950" algn="l" defTabSz="890588" rtl="0" eaLnBrk="0" fontAlgn="base" latinLnBrk="0" hangingPunct="0">
              <a:lnSpc>
                <a:spcPct val="100000"/>
              </a:lnSpc>
              <a:spcBef>
                <a:spcPct val="0"/>
              </a:spcBef>
              <a:spcAft>
                <a:spcPct val="0"/>
              </a:spcAft>
              <a:buClrTx/>
              <a:buSzTx/>
              <a:buFont typeface="Wingdings" panose="05000000000000000000" pitchFamily="2" charset="2"/>
              <a:buChar char=""/>
              <a:tabLst>
                <a:tab pos="6985000" algn="l"/>
                <a:tab pos="7185025" algn="l"/>
                <a:tab pos="7837488" algn="l"/>
              </a:tabLst>
              <a:defRPr/>
            </a:pPr>
            <a:r>
              <a:rPr kumimoji="0" lang="en-US" altLang="en-US" sz="2400" b="0" i="0" u="none" strike="noStrike" kern="1200" cap="none" spc="0" normalizeH="0" baseline="0" noProof="0" dirty="0">
                <a:ln>
                  <a:noFill/>
                </a:ln>
                <a:solidFill>
                  <a:srgbClr val="1F497D"/>
                </a:solidFill>
                <a:effectLst/>
                <a:uLnTx/>
                <a:uFillTx/>
                <a:latin typeface="Calibri" panose="020F0502020204030204" pitchFamily="34" charset="0"/>
                <a:ea typeface="+mn-ea"/>
                <a:cs typeface="Arial" panose="020B0604020202020204" pitchFamily="34" charset="0"/>
              </a:rPr>
              <a:t>For maximum performance:</a:t>
            </a:r>
          </a:p>
          <a:p>
            <a:pPr marL="568325" marR="0" lvl="1" indent="-219075" algn="l" defTabSz="890588" rtl="0" eaLnBrk="0" fontAlgn="base" latinLnBrk="0" hangingPunct="0">
              <a:lnSpc>
                <a:spcPct val="100000"/>
              </a:lnSpc>
              <a:spcBef>
                <a:spcPct val="25000"/>
              </a:spcBef>
              <a:spcAft>
                <a:spcPct val="0"/>
              </a:spcAft>
              <a:buClrTx/>
              <a:buSzTx/>
              <a:buFont typeface="Times New Roman" panose="02020603050405020304" pitchFamily="18" charset="0"/>
              <a:buChar char="–"/>
              <a:tabLst>
                <a:tab pos="6985000" algn="l"/>
                <a:tab pos="7185025" algn="l"/>
                <a:tab pos="7837488" algn="l"/>
              </a:tabLst>
              <a:defRPr/>
            </a:pPr>
            <a:r>
              <a:rPr kumimoji="0" lang="en-US" altLang="en-US" sz="1900" b="0" i="0" u="none" strike="noStrike" kern="1200" cap="none" spc="0" normalizeH="0" baseline="0" noProof="0" dirty="0">
                <a:ln>
                  <a:noFill/>
                </a:ln>
                <a:solidFill>
                  <a:srgbClr val="1F497D"/>
                </a:solidFill>
                <a:effectLst/>
                <a:uLnTx/>
                <a:uFillTx/>
                <a:latin typeface="Calibri" panose="020F0502020204030204" pitchFamily="34" charset="0"/>
                <a:ea typeface="+mn-ea"/>
                <a:cs typeface="Arial" panose="020B0604020202020204" pitchFamily="34" charset="0"/>
              </a:rPr>
              <a:t>Provide headroom in write cache for I/O bursts</a:t>
            </a:r>
          </a:p>
        </p:txBody>
      </p:sp>
      <p:sp>
        <p:nvSpPr>
          <p:cNvPr id="28062" name="Slide Number Placeholder 2">
            <a:extLst>
              <a:ext uri="{FF2B5EF4-FFF2-40B4-BE49-F238E27FC236}">
                <a16:creationId xmlns:a16="http://schemas.microsoft.com/office/drawing/2014/main" id="{4762A9A9-DCFD-B69E-92D5-39C9AD3D2A21}"/>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 - </a:t>
            </a:r>
            <a:fld id="{0D8395D7-BCEB-4F7F-A400-83E532FDA4C7}" type="slidenum">
              <a:rPr kumimoji="0" lang="en-US" altLang="en-US" sz="8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en-US" sz="8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69863"/>
                                        </p:tgtEl>
                                        <p:attrNameLst>
                                          <p:attrName>style.visibility</p:attrName>
                                        </p:attrNameLst>
                                      </p:cBhvr>
                                      <p:to>
                                        <p:strVal val="visible"/>
                                      </p:to>
                                    </p:set>
                                    <p:animEffect transition="in" filter="fade">
                                      <p:cBhvr>
                                        <p:cTn id="7" dur="500"/>
                                        <p:tgtEl>
                                          <p:spTgt spid="296986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969864"/>
                                        </p:tgtEl>
                                        <p:attrNameLst>
                                          <p:attrName>style.visibility</p:attrName>
                                        </p:attrNameLst>
                                      </p:cBhvr>
                                      <p:to>
                                        <p:strVal val="visible"/>
                                      </p:to>
                                    </p:set>
                                    <p:animEffect transition="in" filter="fade">
                                      <p:cBhvr>
                                        <p:cTn id="10" dur="500"/>
                                        <p:tgtEl>
                                          <p:spTgt spid="296986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69865"/>
                                        </p:tgtEl>
                                        <p:attrNameLst>
                                          <p:attrName>style.visibility</p:attrName>
                                        </p:attrNameLst>
                                      </p:cBhvr>
                                      <p:to>
                                        <p:strVal val="visible"/>
                                      </p:to>
                                    </p:set>
                                    <p:animEffect transition="in" filter="fade">
                                      <p:cBhvr>
                                        <p:cTn id="13" dur="500"/>
                                        <p:tgtEl>
                                          <p:spTgt spid="296986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969866"/>
                                        </p:tgtEl>
                                        <p:attrNameLst>
                                          <p:attrName>style.visibility</p:attrName>
                                        </p:attrNameLst>
                                      </p:cBhvr>
                                      <p:to>
                                        <p:strVal val="visible"/>
                                      </p:to>
                                    </p:set>
                                    <p:animEffect transition="in" filter="fade">
                                      <p:cBhvr>
                                        <p:cTn id="16" dur="500"/>
                                        <p:tgtEl>
                                          <p:spTgt spid="296986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969867"/>
                                        </p:tgtEl>
                                        <p:attrNameLst>
                                          <p:attrName>style.visibility</p:attrName>
                                        </p:attrNameLst>
                                      </p:cBhvr>
                                      <p:to>
                                        <p:strVal val="visible"/>
                                      </p:to>
                                    </p:set>
                                    <p:animEffect transition="in" filter="fade">
                                      <p:cBhvr>
                                        <p:cTn id="19" dur="500"/>
                                        <p:tgtEl>
                                          <p:spTgt spid="296986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969868"/>
                                        </p:tgtEl>
                                        <p:attrNameLst>
                                          <p:attrName>style.visibility</p:attrName>
                                        </p:attrNameLst>
                                      </p:cBhvr>
                                      <p:to>
                                        <p:strVal val="visible"/>
                                      </p:to>
                                    </p:set>
                                    <p:animEffect transition="in" filter="fade">
                                      <p:cBhvr>
                                        <p:cTn id="22" dur="500"/>
                                        <p:tgtEl>
                                          <p:spTgt spid="296986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969869"/>
                                        </p:tgtEl>
                                        <p:attrNameLst>
                                          <p:attrName>style.visibility</p:attrName>
                                        </p:attrNameLst>
                                      </p:cBhvr>
                                      <p:to>
                                        <p:strVal val="visible"/>
                                      </p:to>
                                    </p:set>
                                    <p:animEffect transition="in" filter="fade">
                                      <p:cBhvr>
                                        <p:cTn id="25" dur="500"/>
                                        <p:tgtEl>
                                          <p:spTgt spid="296986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69870"/>
                                        </p:tgtEl>
                                        <p:attrNameLst>
                                          <p:attrName>style.visibility</p:attrName>
                                        </p:attrNameLst>
                                      </p:cBhvr>
                                      <p:to>
                                        <p:strVal val="visible"/>
                                      </p:to>
                                    </p:set>
                                    <p:animEffect transition="in" filter="fade">
                                      <p:cBhvr>
                                        <p:cTn id="28" dur="500"/>
                                        <p:tgtEl>
                                          <p:spTgt spid="2969870"/>
                                        </p:tgtEl>
                                      </p:cBhvr>
                                    </p:animEffect>
                                  </p:childTnLst>
                                </p:cTn>
                              </p:par>
                            </p:childTnLst>
                          </p:cTn>
                        </p:par>
                        <p:par>
                          <p:cTn id="29" fill="hold" nodeType="afterGroup">
                            <p:stCondLst>
                              <p:cond delay="500"/>
                            </p:stCondLst>
                            <p:childTnLst>
                              <p:par>
                                <p:cTn id="30" presetID="10" presetClass="entr" presetSubtype="0" fill="hold" grpId="0" nodeType="afterEffect">
                                  <p:stCondLst>
                                    <p:cond delay="0"/>
                                  </p:stCondLst>
                                  <p:childTnLst>
                                    <p:set>
                                      <p:cBhvr>
                                        <p:cTn id="31" dur="1" fill="hold">
                                          <p:stCondLst>
                                            <p:cond delay="0"/>
                                          </p:stCondLst>
                                        </p:cTn>
                                        <p:tgtEl>
                                          <p:spTgt spid="2969871"/>
                                        </p:tgtEl>
                                        <p:attrNameLst>
                                          <p:attrName>style.visibility</p:attrName>
                                        </p:attrNameLst>
                                      </p:cBhvr>
                                      <p:to>
                                        <p:strVal val="visible"/>
                                      </p:to>
                                    </p:set>
                                    <p:animEffect transition="in" filter="fade">
                                      <p:cBhvr>
                                        <p:cTn id="32" dur="500"/>
                                        <p:tgtEl>
                                          <p:spTgt spid="296987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969872"/>
                                        </p:tgtEl>
                                        <p:attrNameLst>
                                          <p:attrName>style.visibility</p:attrName>
                                        </p:attrNameLst>
                                      </p:cBhvr>
                                      <p:to>
                                        <p:strVal val="visible"/>
                                      </p:to>
                                    </p:set>
                                    <p:animEffect transition="in" filter="fade">
                                      <p:cBhvr>
                                        <p:cTn id="35" dur="500"/>
                                        <p:tgtEl>
                                          <p:spTgt spid="296987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969873"/>
                                        </p:tgtEl>
                                        <p:attrNameLst>
                                          <p:attrName>style.visibility</p:attrName>
                                        </p:attrNameLst>
                                      </p:cBhvr>
                                      <p:to>
                                        <p:strVal val="visible"/>
                                      </p:to>
                                    </p:set>
                                    <p:animEffect transition="in" filter="fade">
                                      <p:cBhvr>
                                        <p:cTn id="38" dur="500"/>
                                        <p:tgtEl>
                                          <p:spTgt spid="296987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969874"/>
                                        </p:tgtEl>
                                        <p:attrNameLst>
                                          <p:attrName>style.visibility</p:attrName>
                                        </p:attrNameLst>
                                      </p:cBhvr>
                                      <p:to>
                                        <p:strVal val="visible"/>
                                      </p:to>
                                    </p:set>
                                    <p:animEffect transition="in" filter="fade">
                                      <p:cBhvr>
                                        <p:cTn id="41" dur="500"/>
                                        <p:tgtEl>
                                          <p:spTgt spid="296987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969875"/>
                                        </p:tgtEl>
                                        <p:attrNameLst>
                                          <p:attrName>style.visibility</p:attrName>
                                        </p:attrNameLst>
                                      </p:cBhvr>
                                      <p:to>
                                        <p:strVal val="visible"/>
                                      </p:to>
                                    </p:set>
                                    <p:animEffect transition="in" filter="fade">
                                      <p:cBhvr>
                                        <p:cTn id="44" dur="500"/>
                                        <p:tgtEl>
                                          <p:spTgt spid="296987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969877"/>
                                        </p:tgtEl>
                                        <p:attrNameLst>
                                          <p:attrName>style.visibility</p:attrName>
                                        </p:attrNameLst>
                                      </p:cBhvr>
                                      <p:to>
                                        <p:strVal val="visible"/>
                                      </p:to>
                                    </p:set>
                                    <p:animEffect transition="in" filter="fade">
                                      <p:cBhvr>
                                        <p:cTn id="47" dur="500"/>
                                        <p:tgtEl>
                                          <p:spTgt spid="296987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969876"/>
                                        </p:tgtEl>
                                        <p:attrNameLst>
                                          <p:attrName>style.visibility</p:attrName>
                                        </p:attrNameLst>
                                      </p:cBhvr>
                                      <p:to>
                                        <p:strVal val="visible"/>
                                      </p:to>
                                    </p:set>
                                    <p:animEffect transition="in" filter="fade">
                                      <p:cBhvr>
                                        <p:cTn id="50" dur="500"/>
                                        <p:tgtEl>
                                          <p:spTgt spid="2969876"/>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969878"/>
                                        </p:tgtEl>
                                        <p:attrNameLst>
                                          <p:attrName>style.visibility</p:attrName>
                                        </p:attrNameLst>
                                      </p:cBhvr>
                                      <p:to>
                                        <p:strVal val="visible"/>
                                      </p:to>
                                    </p:set>
                                    <p:animEffect transition="in" filter="fade">
                                      <p:cBhvr>
                                        <p:cTn id="53" dur="500"/>
                                        <p:tgtEl>
                                          <p:spTgt spid="2969878"/>
                                        </p:tgtEl>
                                      </p:cBhvr>
                                    </p:animEffect>
                                  </p:childTnLst>
                                </p:cTn>
                              </p:par>
                            </p:childTnLst>
                          </p:cTn>
                        </p:par>
                        <p:par>
                          <p:cTn id="54" fill="hold" nodeType="afterGroup">
                            <p:stCondLst>
                              <p:cond delay="1000"/>
                            </p:stCondLst>
                            <p:childTnLst>
                              <p:par>
                                <p:cTn id="55" presetID="10" presetClass="entr" presetSubtype="0" fill="hold" grpId="0" nodeType="afterEffect">
                                  <p:stCondLst>
                                    <p:cond delay="0"/>
                                  </p:stCondLst>
                                  <p:childTnLst>
                                    <p:set>
                                      <p:cBhvr>
                                        <p:cTn id="56" dur="1" fill="hold">
                                          <p:stCondLst>
                                            <p:cond delay="0"/>
                                          </p:stCondLst>
                                        </p:cTn>
                                        <p:tgtEl>
                                          <p:spTgt spid="2969879"/>
                                        </p:tgtEl>
                                        <p:attrNameLst>
                                          <p:attrName>style.visibility</p:attrName>
                                        </p:attrNameLst>
                                      </p:cBhvr>
                                      <p:to>
                                        <p:strVal val="visible"/>
                                      </p:to>
                                    </p:set>
                                    <p:animEffect transition="in" filter="fade">
                                      <p:cBhvr>
                                        <p:cTn id="57" dur="500"/>
                                        <p:tgtEl>
                                          <p:spTgt spid="296987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969880"/>
                                        </p:tgtEl>
                                        <p:attrNameLst>
                                          <p:attrName>style.visibility</p:attrName>
                                        </p:attrNameLst>
                                      </p:cBhvr>
                                      <p:to>
                                        <p:strVal val="visible"/>
                                      </p:to>
                                    </p:set>
                                    <p:animEffect transition="in" filter="fade">
                                      <p:cBhvr>
                                        <p:cTn id="60" dur="500"/>
                                        <p:tgtEl>
                                          <p:spTgt spid="296988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969881"/>
                                        </p:tgtEl>
                                        <p:attrNameLst>
                                          <p:attrName>style.visibility</p:attrName>
                                        </p:attrNameLst>
                                      </p:cBhvr>
                                      <p:to>
                                        <p:strVal val="visible"/>
                                      </p:to>
                                    </p:set>
                                    <p:animEffect transition="in" filter="fade">
                                      <p:cBhvr>
                                        <p:cTn id="63" dur="500"/>
                                        <p:tgtEl>
                                          <p:spTgt spid="296988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969883"/>
                                        </p:tgtEl>
                                        <p:attrNameLst>
                                          <p:attrName>style.visibility</p:attrName>
                                        </p:attrNameLst>
                                      </p:cBhvr>
                                      <p:to>
                                        <p:strVal val="visible"/>
                                      </p:to>
                                    </p:set>
                                    <p:animEffect transition="in" filter="fade">
                                      <p:cBhvr>
                                        <p:cTn id="66" dur="500"/>
                                        <p:tgtEl>
                                          <p:spTgt spid="296988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969882"/>
                                        </p:tgtEl>
                                        <p:attrNameLst>
                                          <p:attrName>style.visibility</p:attrName>
                                        </p:attrNameLst>
                                      </p:cBhvr>
                                      <p:to>
                                        <p:strVal val="visible"/>
                                      </p:to>
                                    </p:set>
                                    <p:animEffect transition="in" filter="fade">
                                      <p:cBhvr>
                                        <p:cTn id="69" dur="500"/>
                                        <p:tgtEl>
                                          <p:spTgt spid="2969882"/>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969884"/>
                                        </p:tgtEl>
                                        <p:attrNameLst>
                                          <p:attrName>style.visibility</p:attrName>
                                        </p:attrNameLst>
                                      </p:cBhvr>
                                      <p:to>
                                        <p:strVal val="visible"/>
                                      </p:to>
                                    </p:set>
                                    <p:animEffect transition="in" filter="fade">
                                      <p:cBhvr>
                                        <p:cTn id="72" dur="500"/>
                                        <p:tgtEl>
                                          <p:spTgt spid="2969884"/>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969885"/>
                                        </p:tgtEl>
                                        <p:attrNameLst>
                                          <p:attrName>style.visibility</p:attrName>
                                        </p:attrNameLst>
                                      </p:cBhvr>
                                      <p:to>
                                        <p:strVal val="visible"/>
                                      </p:to>
                                    </p:set>
                                    <p:animEffect transition="in" filter="fade">
                                      <p:cBhvr>
                                        <p:cTn id="75" dur="500"/>
                                        <p:tgtEl>
                                          <p:spTgt spid="296988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969886"/>
                                        </p:tgtEl>
                                        <p:attrNameLst>
                                          <p:attrName>style.visibility</p:attrName>
                                        </p:attrNameLst>
                                      </p:cBhvr>
                                      <p:to>
                                        <p:strVal val="visible"/>
                                      </p:to>
                                    </p:set>
                                    <p:animEffect transition="in" filter="fade">
                                      <p:cBhvr>
                                        <p:cTn id="78" dur="500"/>
                                        <p:tgtEl>
                                          <p:spTgt spid="2969886"/>
                                        </p:tgtEl>
                                      </p:cBhvr>
                                    </p:animEffect>
                                  </p:childTnLst>
                                </p:cTn>
                              </p:par>
                            </p:childTnLst>
                          </p:cTn>
                        </p:par>
                        <p:par>
                          <p:cTn id="79" fill="hold" nodeType="afterGroup">
                            <p:stCondLst>
                              <p:cond delay="1500"/>
                            </p:stCondLst>
                            <p:childTnLst>
                              <p:par>
                                <p:cTn id="80" presetID="10" presetClass="entr" presetSubtype="0" fill="hold" grpId="0" nodeType="afterEffect">
                                  <p:stCondLst>
                                    <p:cond delay="0"/>
                                  </p:stCondLst>
                                  <p:childTnLst>
                                    <p:set>
                                      <p:cBhvr>
                                        <p:cTn id="81" dur="1" fill="hold">
                                          <p:stCondLst>
                                            <p:cond delay="0"/>
                                          </p:stCondLst>
                                        </p:cTn>
                                        <p:tgtEl>
                                          <p:spTgt spid="2969887"/>
                                        </p:tgtEl>
                                        <p:attrNameLst>
                                          <p:attrName>style.visibility</p:attrName>
                                        </p:attrNameLst>
                                      </p:cBhvr>
                                      <p:to>
                                        <p:strVal val="visible"/>
                                      </p:to>
                                    </p:set>
                                    <p:animEffect transition="in" filter="fade">
                                      <p:cBhvr>
                                        <p:cTn id="82" dur="500"/>
                                        <p:tgtEl>
                                          <p:spTgt spid="2969887"/>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969888"/>
                                        </p:tgtEl>
                                        <p:attrNameLst>
                                          <p:attrName>style.visibility</p:attrName>
                                        </p:attrNameLst>
                                      </p:cBhvr>
                                      <p:to>
                                        <p:strVal val="visible"/>
                                      </p:to>
                                    </p:set>
                                    <p:animEffect transition="in" filter="fade">
                                      <p:cBhvr>
                                        <p:cTn id="85" dur="500"/>
                                        <p:tgtEl>
                                          <p:spTgt spid="2969888"/>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969889"/>
                                        </p:tgtEl>
                                        <p:attrNameLst>
                                          <p:attrName>style.visibility</p:attrName>
                                        </p:attrNameLst>
                                      </p:cBhvr>
                                      <p:to>
                                        <p:strVal val="visible"/>
                                      </p:to>
                                    </p:set>
                                    <p:animEffect transition="in" filter="fade">
                                      <p:cBhvr>
                                        <p:cTn id="88" dur="500"/>
                                        <p:tgtEl>
                                          <p:spTgt spid="2969889"/>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2969890"/>
                                        </p:tgtEl>
                                        <p:attrNameLst>
                                          <p:attrName>style.visibility</p:attrName>
                                        </p:attrNameLst>
                                      </p:cBhvr>
                                      <p:to>
                                        <p:strVal val="visible"/>
                                      </p:to>
                                    </p:set>
                                    <p:animEffect transition="in" filter="fade">
                                      <p:cBhvr>
                                        <p:cTn id="91" dur="500"/>
                                        <p:tgtEl>
                                          <p:spTgt spid="2969890"/>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2969891"/>
                                        </p:tgtEl>
                                        <p:attrNameLst>
                                          <p:attrName>style.visibility</p:attrName>
                                        </p:attrNameLst>
                                      </p:cBhvr>
                                      <p:to>
                                        <p:strVal val="visible"/>
                                      </p:to>
                                    </p:set>
                                    <p:animEffect transition="in" filter="fade">
                                      <p:cBhvr>
                                        <p:cTn id="94" dur="500"/>
                                        <p:tgtEl>
                                          <p:spTgt spid="2969891"/>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2969893"/>
                                        </p:tgtEl>
                                        <p:attrNameLst>
                                          <p:attrName>style.visibility</p:attrName>
                                        </p:attrNameLst>
                                      </p:cBhvr>
                                      <p:to>
                                        <p:strVal val="visible"/>
                                      </p:to>
                                    </p:set>
                                    <p:animEffect transition="in" filter="fade">
                                      <p:cBhvr>
                                        <p:cTn id="97" dur="500"/>
                                        <p:tgtEl>
                                          <p:spTgt spid="2969893"/>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2969892"/>
                                        </p:tgtEl>
                                        <p:attrNameLst>
                                          <p:attrName>style.visibility</p:attrName>
                                        </p:attrNameLst>
                                      </p:cBhvr>
                                      <p:to>
                                        <p:strVal val="visible"/>
                                      </p:to>
                                    </p:set>
                                    <p:animEffect transition="in" filter="fade">
                                      <p:cBhvr>
                                        <p:cTn id="100" dur="500"/>
                                        <p:tgtEl>
                                          <p:spTgt spid="2969892"/>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2969894"/>
                                        </p:tgtEl>
                                        <p:attrNameLst>
                                          <p:attrName>style.visibility</p:attrName>
                                        </p:attrNameLst>
                                      </p:cBhvr>
                                      <p:to>
                                        <p:strVal val="visible"/>
                                      </p:to>
                                    </p:set>
                                    <p:animEffect transition="in" filter="fade">
                                      <p:cBhvr>
                                        <p:cTn id="103" dur="500"/>
                                        <p:tgtEl>
                                          <p:spTgt spid="2969894"/>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10" presetClass="entr" presetSubtype="0" fill="hold" grpId="0" nodeType="clickEffect">
                                  <p:stCondLst>
                                    <p:cond delay="0"/>
                                  </p:stCondLst>
                                  <p:childTnLst>
                                    <p:set>
                                      <p:cBhvr>
                                        <p:cTn id="107" dur="1" fill="hold">
                                          <p:stCondLst>
                                            <p:cond delay="0"/>
                                          </p:stCondLst>
                                        </p:cTn>
                                        <p:tgtEl>
                                          <p:spTgt spid="2969895"/>
                                        </p:tgtEl>
                                        <p:attrNameLst>
                                          <p:attrName>style.visibility</p:attrName>
                                        </p:attrNameLst>
                                      </p:cBhvr>
                                      <p:to>
                                        <p:strVal val="visible"/>
                                      </p:to>
                                    </p:set>
                                    <p:animEffect transition="in" filter="fade">
                                      <p:cBhvr>
                                        <p:cTn id="108" dur="500"/>
                                        <p:tgtEl>
                                          <p:spTgt spid="2969895"/>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2969896"/>
                                        </p:tgtEl>
                                        <p:attrNameLst>
                                          <p:attrName>style.visibility</p:attrName>
                                        </p:attrNameLst>
                                      </p:cBhvr>
                                      <p:to>
                                        <p:strVal val="visible"/>
                                      </p:to>
                                    </p:set>
                                    <p:animEffect transition="in" filter="fade">
                                      <p:cBhvr>
                                        <p:cTn id="111" dur="500"/>
                                        <p:tgtEl>
                                          <p:spTgt spid="2969896"/>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2969897"/>
                                        </p:tgtEl>
                                        <p:attrNameLst>
                                          <p:attrName>style.visibility</p:attrName>
                                        </p:attrNameLst>
                                      </p:cBhvr>
                                      <p:to>
                                        <p:strVal val="visible"/>
                                      </p:to>
                                    </p:set>
                                    <p:animEffect transition="in" filter="fade">
                                      <p:cBhvr>
                                        <p:cTn id="114" dur="500"/>
                                        <p:tgtEl>
                                          <p:spTgt spid="2969897"/>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2969898"/>
                                        </p:tgtEl>
                                        <p:attrNameLst>
                                          <p:attrName>style.visibility</p:attrName>
                                        </p:attrNameLst>
                                      </p:cBhvr>
                                      <p:to>
                                        <p:strVal val="visible"/>
                                      </p:to>
                                    </p:set>
                                    <p:animEffect transition="in" filter="fade">
                                      <p:cBhvr>
                                        <p:cTn id="117" dur="500"/>
                                        <p:tgtEl>
                                          <p:spTgt spid="2969898"/>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2969899"/>
                                        </p:tgtEl>
                                        <p:attrNameLst>
                                          <p:attrName>style.visibility</p:attrName>
                                        </p:attrNameLst>
                                      </p:cBhvr>
                                      <p:to>
                                        <p:strVal val="visible"/>
                                      </p:to>
                                    </p:set>
                                    <p:animEffect transition="in" filter="fade">
                                      <p:cBhvr>
                                        <p:cTn id="120" dur="500"/>
                                        <p:tgtEl>
                                          <p:spTgt spid="2969899"/>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2969900"/>
                                        </p:tgtEl>
                                        <p:attrNameLst>
                                          <p:attrName>style.visibility</p:attrName>
                                        </p:attrNameLst>
                                      </p:cBhvr>
                                      <p:to>
                                        <p:strVal val="visible"/>
                                      </p:to>
                                    </p:set>
                                    <p:animEffect transition="in" filter="fade">
                                      <p:cBhvr>
                                        <p:cTn id="123" dur="500"/>
                                        <p:tgtEl>
                                          <p:spTgt spid="2969900"/>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2969901"/>
                                        </p:tgtEl>
                                        <p:attrNameLst>
                                          <p:attrName>style.visibility</p:attrName>
                                        </p:attrNameLst>
                                      </p:cBhvr>
                                      <p:to>
                                        <p:strVal val="visible"/>
                                      </p:to>
                                    </p:set>
                                    <p:animEffect transition="in" filter="fade">
                                      <p:cBhvr>
                                        <p:cTn id="126" dur="500"/>
                                        <p:tgtEl>
                                          <p:spTgt spid="2969901"/>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2969902"/>
                                        </p:tgtEl>
                                        <p:attrNameLst>
                                          <p:attrName>style.visibility</p:attrName>
                                        </p:attrNameLst>
                                      </p:cBhvr>
                                      <p:to>
                                        <p:strVal val="visible"/>
                                      </p:to>
                                    </p:set>
                                    <p:animEffect transition="in" filter="fade">
                                      <p:cBhvr>
                                        <p:cTn id="129" dur="500"/>
                                        <p:tgtEl>
                                          <p:spTgt spid="2969902"/>
                                        </p:tgtEl>
                                      </p:cBhvr>
                                    </p:animEffect>
                                  </p:childTnLst>
                                </p:cTn>
                              </p:par>
                            </p:childTnLst>
                          </p:cTn>
                        </p:par>
                        <p:par>
                          <p:cTn id="130" fill="hold" nodeType="afterGroup">
                            <p:stCondLst>
                              <p:cond delay="500"/>
                            </p:stCondLst>
                            <p:childTnLst>
                              <p:par>
                                <p:cTn id="131" presetID="10" presetClass="entr" presetSubtype="0" fill="hold" grpId="0" nodeType="afterEffect">
                                  <p:stCondLst>
                                    <p:cond delay="0"/>
                                  </p:stCondLst>
                                  <p:childTnLst>
                                    <p:set>
                                      <p:cBhvr>
                                        <p:cTn id="132" dur="1" fill="hold">
                                          <p:stCondLst>
                                            <p:cond delay="0"/>
                                          </p:stCondLst>
                                        </p:cTn>
                                        <p:tgtEl>
                                          <p:spTgt spid="2969903"/>
                                        </p:tgtEl>
                                        <p:attrNameLst>
                                          <p:attrName>style.visibility</p:attrName>
                                        </p:attrNameLst>
                                      </p:cBhvr>
                                      <p:to>
                                        <p:strVal val="visible"/>
                                      </p:to>
                                    </p:set>
                                    <p:animEffect transition="in" filter="fade">
                                      <p:cBhvr>
                                        <p:cTn id="133" dur="500"/>
                                        <p:tgtEl>
                                          <p:spTgt spid="2969903"/>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2969904"/>
                                        </p:tgtEl>
                                        <p:attrNameLst>
                                          <p:attrName>style.visibility</p:attrName>
                                        </p:attrNameLst>
                                      </p:cBhvr>
                                      <p:to>
                                        <p:strVal val="visible"/>
                                      </p:to>
                                    </p:set>
                                    <p:animEffect transition="in" filter="fade">
                                      <p:cBhvr>
                                        <p:cTn id="136" dur="500"/>
                                        <p:tgtEl>
                                          <p:spTgt spid="2969904"/>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2969905"/>
                                        </p:tgtEl>
                                        <p:attrNameLst>
                                          <p:attrName>style.visibility</p:attrName>
                                        </p:attrNameLst>
                                      </p:cBhvr>
                                      <p:to>
                                        <p:strVal val="visible"/>
                                      </p:to>
                                    </p:set>
                                    <p:animEffect transition="in" filter="fade">
                                      <p:cBhvr>
                                        <p:cTn id="139" dur="500"/>
                                        <p:tgtEl>
                                          <p:spTgt spid="2969905"/>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2969906"/>
                                        </p:tgtEl>
                                        <p:attrNameLst>
                                          <p:attrName>style.visibility</p:attrName>
                                        </p:attrNameLst>
                                      </p:cBhvr>
                                      <p:to>
                                        <p:strVal val="visible"/>
                                      </p:to>
                                    </p:set>
                                    <p:animEffect transition="in" filter="fade">
                                      <p:cBhvr>
                                        <p:cTn id="142" dur="500"/>
                                        <p:tgtEl>
                                          <p:spTgt spid="2969906"/>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2969907"/>
                                        </p:tgtEl>
                                        <p:attrNameLst>
                                          <p:attrName>style.visibility</p:attrName>
                                        </p:attrNameLst>
                                      </p:cBhvr>
                                      <p:to>
                                        <p:strVal val="visible"/>
                                      </p:to>
                                    </p:set>
                                    <p:animEffect transition="in" filter="fade">
                                      <p:cBhvr>
                                        <p:cTn id="145" dur="500"/>
                                        <p:tgtEl>
                                          <p:spTgt spid="2969907"/>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2969909"/>
                                        </p:tgtEl>
                                        <p:attrNameLst>
                                          <p:attrName>style.visibility</p:attrName>
                                        </p:attrNameLst>
                                      </p:cBhvr>
                                      <p:to>
                                        <p:strVal val="visible"/>
                                      </p:to>
                                    </p:set>
                                    <p:animEffect transition="in" filter="fade">
                                      <p:cBhvr>
                                        <p:cTn id="148" dur="500"/>
                                        <p:tgtEl>
                                          <p:spTgt spid="2969909"/>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2969908"/>
                                        </p:tgtEl>
                                        <p:attrNameLst>
                                          <p:attrName>style.visibility</p:attrName>
                                        </p:attrNameLst>
                                      </p:cBhvr>
                                      <p:to>
                                        <p:strVal val="visible"/>
                                      </p:to>
                                    </p:set>
                                    <p:animEffect transition="in" filter="fade">
                                      <p:cBhvr>
                                        <p:cTn id="151" dur="500"/>
                                        <p:tgtEl>
                                          <p:spTgt spid="2969908"/>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2969910"/>
                                        </p:tgtEl>
                                        <p:attrNameLst>
                                          <p:attrName>style.visibility</p:attrName>
                                        </p:attrNameLst>
                                      </p:cBhvr>
                                      <p:to>
                                        <p:strVal val="visible"/>
                                      </p:to>
                                    </p:set>
                                    <p:animEffect transition="in" filter="fade">
                                      <p:cBhvr>
                                        <p:cTn id="154" dur="500"/>
                                        <p:tgtEl>
                                          <p:spTgt spid="2969910"/>
                                        </p:tgtEl>
                                      </p:cBhvr>
                                    </p:animEffect>
                                  </p:childTnLst>
                                </p:cTn>
                              </p:par>
                            </p:childTnLst>
                          </p:cTn>
                        </p:par>
                        <p:par>
                          <p:cTn id="155" fill="hold" nodeType="afterGroup">
                            <p:stCondLst>
                              <p:cond delay="1000"/>
                            </p:stCondLst>
                            <p:childTnLst>
                              <p:par>
                                <p:cTn id="156" presetID="10" presetClass="entr" presetSubtype="0" fill="hold" grpId="0" nodeType="afterEffect">
                                  <p:stCondLst>
                                    <p:cond delay="0"/>
                                  </p:stCondLst>
                                  <p:childTnLst>
                                    <p:set>
                                      <p:cBhvr>
                                        <p:cTn id="157" dur="1" fill="hold">
                                          <p:stCondLst>
                                            <p:cond delay="0"/>
                                          </p:stCondLst>
                                        </p:cTn>
                                        <p:tgtEl>
                                          <p:spTgt spid="2969911"/>
                                        </p:tgtEl>
                                        <p:attrNameLst>
                                          <p:attrName>style.visibility</p:attrName>
                                        </p:attrNameLst>
                                      </p:cBhvr>
                                      <p:to>
                                        <p:strVal val="visible"/>
                                      </p:to>
                                    </p:set>
                                    <p:animEffect transition="in" filter="fade">
                                      <p:cBhvr>
                                        <p:cTn id="158" dur="500"/>
                                        <p:tgtEl>
                                          <p:spTgt spid="2969911"/>
                                        </p:tgtEl>
                                      </p:cBhvr>
                                    </p:animEffect>
                                  </p:childTnLst>
                                </p:cTn>
                              </p:par>
                              <p:par>
                                <p:cTn id="159" presetID="10" presetClass="entr" presetSubtype="0" fill="hold" grpId="0" nodeType="withEffect">
                                  <p:stCondLst>
                                    <p:cond delay="0"/>
                                  </p:stCondLst>
                                  <p:childTnLst>
                                    <p:set>
                                      <p:cBhvr>
                                        <p:cTn id="160" dur="1" fill="hold">
                                          <p:stCondLst>
                                            <p:cond delay="0"/>
                                          </p:stCondLst>
                                        </p:cTn>
                                        <p:tgtEl>
                                          <p:spTgt spid="2969912"/>
                                        </p:tgtEl>
                                        <p:attrNameLst>
                                          <p:attrName>style.visibility</p:attrName>
                                        </p:attrNameLst>
                                      </p:cBhvr>
                                      <p:to>
                                        <p:strVal val="visible"/>
                                      </p:to>
                                    </p:set>
                                    <p:animEffect transition="in" filter="fade">
                                      <p:cBhvr>
                                        <p:cTn id="161" dur="500"/>
                                        <p:tgtEl>
                                          <p:spTgt spid="2969912"/>
                                        </p:tgtEl>
                                      </p:cBhvr>
                                    </p:animEffect>
                                  </p:childTnLst>
                                </p:cTn>
                              </p:par>
                              <p:par>
                                <p:cTn id="162" presetID="10" presetClass="entr" presetSubtype="0" fill="hold" grpId="0" nodeType="withEffect">
                                  <p:stCondLst>
                                    <p:cond delay="0"/>
                                  </p:stCondLst>
                                  <p:childTnLst>
                                    <p:set>
                                      <p:cBhvr>
                                        <p:cTn id="163" dur="1" fill="hold">
                                          <p:stCondLst>
                                            <p:cond delay="0"/>
                                          </p:stCondLst>
                                        </p:cTn>
                                        <p:tgtEl>
                                          <p:spTgt spid="2969913"/>
                                        </p:tgtEl>
                                        <p:attrNameLst>
                                          <p:attrName>style.visibility</p:attrName>
                                        </p:attrNameLst>
                                      </p:cBhvr>
                                      <p:to>
                                        <p:strVal val="visible"/>
                                      </p:to>
                                    </p:set>
                                    <p:animEffect transition="in" filter="fade">
                                      <p:cBhvr>
                                        <p:cTn id="164" dur="500"/>
                                        <p:tgtEl>
                                          <p:spTgt spid="2969913"/>
                                        </p:tgtEl>
                                      </p:cBhvr>
                                    </p:animEffect>
                                  </p:childTnLst>
                                </p:cTn>
                              </p:par>
                              <p:par>
                                <p:cTn id="165" presetID="10" presetClass="entr" presetSubtype="0" fill="hold" grpId="0" nodeType="withEffect">
                                  <p:stCondLst>
                                    <p:cond delay="0"/>
                                  </p:stCondLst>
                                  <p:childTnLst>
                                    <p:set>
                                      <p:cBhvr>
                                        <p:cTn id="166" dur="1" fill="hold">
                                          <p:stCondLst>
                                            <p:cond delay="0"/>
                                          </p:stCondLst>
                                        </p:cTn>
                                        <p:tgtEl>
                                          <p:spTgt spid="2969915"/>
                                        </p:tgtEl>
                                        <p:attrNameLst>
                                          <p:attrName>style.visibility</p:attrName>
                                        </p:attrNameLst>
                                      </p:cBhvr>
                                      <p:to>
                                        <p:strVal val="visible"/>
                                      </p:to>
                                    </p:set>
                                    <p:animEffect transition="in" filter="fade">
                                      <p:cBhvr>
                                        <p:cTn id="167" dur="500"/>
                                        <p:tgtEl>
                                          <p:spTgt spid="2969915"/>
                                        </p:tgtEl>
                                      </p:cBhvr>
                                    </p:animEffect>
                                  </p:childTnLst>
                                </p:cTn>
                              </p:par>
                              <p:par>
                                <p:cTn id="168" presetID="10" presetClass="entr" presetSubtype="0" fill="hold" grpId="0" nodeType="withEffect">
                                  <p:stCondLst>
                                    <p:cond delay="0"/>
                                  </p:stCondLst>
                                  <p:childTnLst>
                                    <p:set>
                                      <p:cBhvr>
                                        <p:cTn id="169" dur="1" fill="hold">
                                          <p:stCondLst>
                                            <p:cond delay="0"/>
                                          </p:stCondLst>
                                        </p:cTn>
                                        <p:tgtEl>
                                          <p:spTgt spid="2969914"/>
                                        </p:tgtEl>
                                        <p:attrNameLst>
                                          <p:attrName>style.visibility</p:attrName>
                                        </p:attrNameLst>
                                      </p:cBhvr>
                                      <p:to>
                                        <p:strVal val="visible"/>
                                      </p:to>
                                    </p:set>
                                    <p:animEffect transition="in" filter="fade">
                                      <p:cBhvr>
                                        <p:cTn id="170" dur="500"/>
                                        <p:tgtEl>
                                          <p:spTgt spid="2969914"/>
                                        </p:tgtEl>
                                      </p:cBhvr>
                                    </p:animEffect>
                                  </p:childTnLst>
                                </p:cTn>
                              </p:par>
                              <p:par>
                                <p:cTn id="171" presetID="10" presetClass="entr" presetSubtype="0" fill="hold" grpId="0" nodeType="withEffect">
                                  <p:stCondLst>
                                    <p:cond delay="0"/>
                                  </p:stCondLst>
                                  <p:childTnLst>
                                    <p:set>
                                      <p:cBhvr>
                                        <p:cTn id="172" dur="1" fill="hold">
                                          <p:stCondLst>
                                            <p:cond delay="0"/>
                                          </p:stCondLst>
                                        </p:cTn>
                                        <p:tgtEl>
                                          <p:spTgt spid="2969916"/>
                                        </p:tgtEl>
                                        <p:attrNameLst>
                                          <p:attrName>style.visibility</p:attrName>
                                        </p:attrNameLst>
                                      </p:cBhvr>
                                      <p:to>
                                        <p:strVal val="visible"/>
                                      </p:to>
                                    </p:set>
                                    <p:animEffect transition="in" filter="fade">
                                      <p:cBhvr>
                                        <p:cTn id="173" dur="500"/>
                                        <p:tgtEl>
                                          <p:spTgt spid="2969916"/>
                                        </p:tgtEl>
                                      </p:cBhvr>
                                    </p:animEffect>
                                  </p:childTnLst>
                                </p:cTn>
                              </p:par>
                              <p:par>
                                <p:cTn id="174" presetID="10" presetClass="entr" presetSubtype="0" fill="hold" grpId="0" nodeType="withEffect">
                                  <p:stCondLst>
                                    <p:cond delay="0"/>
                                  </p:stCondLst>
                                  <p:childTnLst>
                                    <p:set>
                                      <p:cBhvr>
                                        <p:cTn id="175" dur="1" fill="hold">
                                          <p:stCondLst>
                                            <p:cond delay="0"/>
                                          </p:stCondLst>
                                        </p:cTn>
                                        <p:tgtEl>
                                          <p:spTgt spid="2969917"/>
                                        </p:tgtEl>
                                        <p:attrNameLst>
                                          <p:attrName>style.visibility</p:attrName>
                                        </p:attrNameLst>
                                      </p:cBhvr>
                                      <p:to>
                                        <p:strVal val="visible"/>
                                      </p:to>
                                    </p:set>
                                    <p:animEffect transition="in" filter="fade">
                                      <p:cBhvr>
                                        <p:cTn id="176" dur="500"/>
                                        <p:tgtEl>
                                          <p:spTgt spid="2969917"/>
                                        </p:tgtEl>
                                      </p:cBhvr>
                                    </p:animEffect>
                                  </p:childTnLst>
                                </p:cTn>
                              </p:par>
                              <p:par>
                                <p:cTn id="177" presetID="10" presetClass="entr" presetSubtype="0" fill="hold" grpId="0" nodeType="withEffect">
                                  <p:stCondLst>
                                    <p:cond delay="0"/>
                                  </p:stCondLst>
                                  <p:childTnLst>
                                    <p:set>
                                      <p:cBhvr>
                                        <p:cTn id="178" dur="1" fill="hold">
                                          <p:stCondLst>
                                            <p:cond delay="0"/>
                                          </p:stCondLst>
                                        </p:cTn>
                                        <p:tgtEl>
                                          <p:spTgt spid="2969918"/>
                                        </p:tgtEl>
                                        <p:attrNameLst>
                                          <p:attrName>style.visibility</p:attrName>
                                        </p:attrNameLst>
                                      </p:cBhvr>
                                      <p:to>
                                        <p:strVal val="visible"/>
                                      </p:to>
                                    </p:set>
                                    <p:animEffect transition="in" filter="fade">
                                      <p:cBhvr>
                                        <p:cTn id="179" dur="500"/>
                                        <p:tgtEl>
                                          <p:spTgt spid="2969918"/>
                                        </p:tgtEl>
                                      </p:cBhvr>
                                    </p:animEffect>
                                  </p:childTnLst>
                                </p:cTn>
                              </p:par>
                            </p:childTnLst>
                          </p:cTn>
                        </p:par>
                        <p:par>
                          <p:cTn id="180" fill="hold" nodeType="afterGroup">
                            <p:stCondLst>
                              <p:cond delay="1500"/>
                            </p:stCondLst>
                            <p:childTnLst>
                              <p:par>
                                <p:cTn id="181" presetID="10" presetClass="entr" presetSubtype="0" fill="hold" grpId="0" nodeType="afterEffect">
                                  <p:stCondLst>
                                    <p:cond delay="0"/>
                                  </p:stCondLst>
                                  <p:childTnLst>
                                    <p:set>
                                      <p:cBhvr>
                                        <p:cTn id="182" dur="1" fill="hold">
                                          <p:stCondLst>
                                            <p:cond delay="0"/>
                                          </p:stCondLst>
                                        </p:cTn>
                                        <p:tgtEl>
                                          <p:spTgt spid="2969919"/>
                                        </p:tgtEl>
                                        <p:attrNameLst>
                                          <p:attrName>style.visibility</p:attrName>
                                        </p:attrNameLst>
                                      </p:cBhvr>
                                      <p:to>
                                        <p:strVal val="visible"/>
                                      </p:to>
                                    </p:set>
                                    <p:animEffect transition="in" filter="fade">
                                      <p:cBhvr>
                                        <p:cTn id="183" dur="500"/>
                                        <p:tgtEl>
                                          <p:spTgt spid="2969919"/>
                                        </p:tgtEl>
                                      </p:cBhvr>
                                    </p:animEffect>
                                  </p:childTnLst>
                                </p:cTn>
                              </p:par>
                              <p:par>
                                <p:cTn id="184" presetID="10" presetClass="entr" presetSubtype="0" fill="hold" grpId="0" nodeType="withEffect">
                                  <p:stCondLst>
                                    <p:cond delay="0"/>
                                  </p:stCondLst>
                                  <p:childTnLst>
                                    <p:set>
                                      <p:cBhvr>
                                        <p:cTn id="185" dur="1" fill="hold">
                                          <p:stCondLst>
                                            <p:cond delay="0"/>
                                          </p:stCondLst>
                                        </p:cTn>
                                        <p:tgtEl>
                                          <p:spTgt spid="2969920"/>
                                        </p:tgtEl>
                                        <p:attrNameLst>
                                          <p:attrName>style.visibility</p:attrName>
                                        </p:attrNameLst>
                                      </p:cBhvr>
                                      <p:to>
                                        <p:strVal val="visible"/>
                                      </p:to>
                                    </p:set>
                                    <p:animEffect transition="in" filter="fade">
                                      <p:cBhvr>
                                        <p:cTn id="186" dur="500"/>
                                        <p:tgtEl>
                                          <p:spTgt spid="2969920"/>
                                        </p:tgtEl>
                                      </p:cBhvr>
                                    </p:animEffect>
                                  </p:childTnLst>
                                </p:cTn>
                              </p:par>
                              <p:par>
                                <p:cTn id="187" presetID="10" presetClass="entr" presetSubtype="0" fill="hold" grpId="0" nodeType="withEffect">
                                  <p:stCondLst>
                                    <p:cond delay="0"/>
                                  </p:stCondLst>
                                  <p:childTnLst>
                                    <p:set>
                                      <p:cBhvr>
                                        <p:cTn id="188" dur="1" fill="hold">
                                          <p:stCondLst>
                                            <p:cond delay="0"/>
                                          </p:stCondLst>
                                        </p:cTn>
                                        <p:tgtEl>
                                          <p:spTgt spid="2969921"/>
                                        </p:tgtEl>
                                        <p:attrNameLst>
                                          <p:attrName>style.visibility</p:attrName>
                                        </p:attrNameLst>
                                      </p:cBhvr>
                                      <p:to>
                                        <p:strVal val="visible"/>
                                      </p:to>
                                    </p:set>
                                    <p:animEffect transition="in" filter="fade">
                                      <p:cBhvr>
                                        <p:cTn id="189" dur="500"/>
                                        <p:tgtEl>
                                          <p:spTgt spid="2969921"/>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2969922"/>
                                        </p:tgtEl>
                                        <p:attrNameLst>
                                          <p:attrName>style.visibility</p:attrName>
                                        </p:attrNameLst>
                                      </p:cBhvr>
                                      <p:to>
                                        <p:strVal val="visible"/>
                                      </p:to>
                                    </p:set>
                                    <p:animEffect transition="in" filter="fade">
                                      <p:cBhvr>
                                        <p:cTn id="192" dur="500"/>
                                        <p:tgtEl>
                                          <p:spTgt spid="2969922"/>
                                        </p:tgtEl>
                                      </p:cBhvr>
                                    </p:animEffect>
                                  </p:childTnLst>
                                </p:cTn>
                              </p:par>
                              <p:par>
                                <p:cTn id="193" presetID="10" presetClass="entr" presetSubtype="0" fill="hold" grpId="0" nodeType="withEffect">
                                  <p:stCondLst>
                                    <p:cond delay="0"/>
                                  </p:stCondLst>
                                  <p:childTnLst>
                                    <p:set>
                                      <p:cBhvr>
                                        <p:cTn id="194" dur="1" fill="hold">
                                          <p:stCondLst>
                                            <p:cond delay="0"/>
                                          </p:stCondLst>
                                        </p:cTn>
                                        <p:tgtEl>
                                          <p:spTgt spid="2969923"/>
                                        </p:tgtEl>
                                        <p:attrNameLst>
                                          <p:attrName>style.visibility</p:attrName>
                                        </p:attrNameLst>
                                      </p:cBhvr>
                                      <p:to>
                                        <p:strVal val="visible"/>
                                      </p:to>
                                    </p:set>
                                    <p:animEffect transition="in" filter="fade">
                                      <p:cBhvr>
                                        <p:cTn id="195" dur="500"/>
                                        <p:tgtEl>
                                          <p:spTgt spid="2969923"/>
                                        </p:tgtEl>
                                      </p:cBhvr>
                                    </p:animEffect>
                                  </p:childTnLst>
                                </p:cTn>
                              </p:par>
                              <p:par>
                                <p:cTn id="196" presetID="10" presetClass="entr" presetSubtype="0" fill="hold" grpId="0" nodeType="withEffect">
                                  <p:stCondLst>
                                    <p:cond delay="0"/>
                                  </p:stCondLst>
                                  <p:childTnLst>
                                    <p:set>
                                      <p:cBhvr>
                                        <p:cTn id="197" dur="1" fill="hold">
                                          <p:stCondLst>
                                            <p:cond delay="0"/>
                                          </p:stCondLst>
                                        </p:cTn>
                                        <p:tgtEl>
                                          <p:spTgt spid="2969925"/>
                                        </p:tgtEl>
                                        <p:attrNameLst>
                                          <p:attrName>style.visibility</p:attrName>
                                        </p:attrNameLst>
                                      </p:cBhvr>
                                      <p:to>
                                        <p:strVal val="visible"/>
                                      </p:to>
                                    </p:set>
                                    <p:animEffect transition="in" filter="fade">
                                      <p:cBhvr>
                                        <p:cTn id="198" dur="500"/>
                                        <p:tgtEl>
                                          <p:spTgt spid="2969925"/>
                                        </p:tgtEl>
                                      </p:cBhvr>
                                    </p:animEffect>
                                  </p:childTnLst>
                                </p:cTn>
                              </p:par>
                              <p:par>
                                <p:cTn id="199" presetID="10" presetClass="entr" presetSubtype="0" fill="hold" grpId="0" nodeType="withEffect">
                                  <p:stCondLst>
                                    <p:cond delay="0"/>
                                  </p:stCondLst>
                                  <p:childTnLst>
                                    <p:set>
                                      <p:cBhvr>
                                        <p:cTn id="200" dur="1" fill="hold">
                                          <p:stCondLst>
                                            <p:cond delay="0"/>
                                          </p:stCondLst>
                                        </p:cTn>
                                        <p:tgtEl>
                                          <p:spTgt spid="2969924"/>
                                        </p:tgtEl>
                                        <p:attrNameLst>
                                          <p:attrName>style.visibility</p:attrName>
                                        </p:attrNameLst>
                                      </p:cBhvr>
                                      <p:to>
                                        <p:strVal val="visible"/>
                                      </p:to>
                                    </p:set>
                                    <p:animEffect transition="in" filter="fade">
                                      <p:cBhvr>
                                        <p:cTn id="201" dur="500"/>
                                        <p:tgtEl>
                                          <p:spTgt spid="2969924"/>
                                        </p:tgtEl>
                                      </p:cBhvr>
                                    </p:animEffect>
                                  </p:childTnLst>
                                </p:cTn>
                              </p:par>
                              <p:par>
                                <p:cTn id="202" presetID="10" presetClass="entr" presetSubtype="0" fill="hold" grpId="0" nodeType="withEffect">
                                  <p:stCondLst>
                                    <p:cond delay="0"/>
                                  </p:stCondLst>
                                  <p:childTnLst>
                                    <p:set>
                                      <p:cBhvr>
                                        <p:cTn id="203" dur="1" fill="hold">
                                          <p:stCondLst>
                                            <p:cond delay="0"/>
                                          </p:stCondLst>
                                        </p:cTn>
                                        <p:tgtEl>
                                          <p:spTgt spid="2969926"/>
                                        </p:tgtEl>
                                        <p:attrNameLst>
                                          <p:attrName>style.visibility</p:attrName>
                                        </p:attrNameLst>
                                      </p:cBhvr>
                                      <p:to>
                                        <p:strVal val="visible"/>
                                      </p:to>
                                    </p:set>
                                    <p:animEffect transition="in" filter="fade">
                                      <p:cBhvr>
                                        <p:cTn id="204" dur="500"/>
                                        <p:tgtEl>
                                          <p:spTgt spid="2969926"/>
                                        </p:tgtEl>
                                      </p:cBhvr>
                                    </p:animEffect>
                                  </p:childTnLst>
                                </p:cTn>
                              </p:par>
                            </p:childTnLst>
                          </p:cTn>
                        </p:par>
                        <p:par>
                          <p:cTn id="205" fill="hold" nodeType="afterGroup">
                            <p:stCondLst>
                              <p:cond delay="2000"/>
                            </p:stCondLst>
                            <p:childTnLst>
                              <p:par>
                                <p:cTn id="206" presetID="10" presetClass="entr" presetSubtype="0" fill="hold" grpId="0" nodeType="afterEffect">
                                  <p:stCondLst>
                                    <p:cond delay="0"/>
                                  </p:stCondLst>
                                  <p:childTnLst>
                                    <p:set>
                                      <p:cBhvr>
                                        <p:cTn id="207" dur="1" fill="hold">
                                          <p:stCondLst>
                                            <p:cond delay="0"/>
                                          </p:stCondLst>
                                        </p:cTn>
                                        <p:tgtEl>
                                          <p:spTgt spid="2969927"/>
                                        </p:tgtEl>
                                        <p:attrNameLst>
                                          <p:attrName>style.visibility</p:attrName>
                                        </p:attrNameLst>
                                      </p:cBhvr>
                                      <p:to>
                                        <p:strVal val="visible"/>
                                      </p:to>
                                    </p:set>
                                    <p:animEffect transition="in" filter="fade">
                                      <p:cBhvr>
                                        <p:cTn id="208" dur="500"/>
                                        <p:tgtEl>
                                          <p:spTgt spid="2969927"/>
                                        </p:tgtEl>
                                      </p:cBhvr>
                                    </p:animEffect>
                                  </p:childTnLst>
                                </p:cTn>
                              </p:par>
                              <p:par>
                                <p:cTn id="209" presetID="10" presetClass="entr" presetSubtype="0" fill="hold" grpId="0" nodeType="withEffect">
                                  <p:stCondLst>
                                    <p:cond delay="0"/>
                                  </p:stCondLst>
                                  <p:childTnLst>
                                    <p:set>
                                      <p:cBhvr>
                                        <p:cTn id="210" dur="1" fill="hold">
                                          <p:stCondLst>
                                            <p:cond delay="0"/>
                                          </p:stCondLst>
                                        </p:cTn>
                                        <p:tgtEl>
                                          <p:spTgt spid="2969928"/>
                                        </p:tgtEl>
                                        <p:attrNameLst>
                                          <p:attrName>style.visibility</p:attrName>
                                        </p:attrNameLst>
                                      </p:cBhvr>
                                      <p:to>
                                        <p:strVal val="visible"/>
                                      </p:to>
                                    </p:set>
                                    <p:animEffect transition="in" filter="fade">
                                      <p:cBhvr>
                                        <p:cTn id="211" dur="500"/>
                                        <p:tgtEl>
                                          <p:spTgt spid="2969928"/>
                                        </p:tgtEl>
                                      </p:cBhvr>
                                    </p:animEffect>
                                  </p:childTnLst>
                                </p:cTn>
                              </p:par>
                              <p:par>
                                <p:cTn id="212" presetID="10" presetClass="entr" presetSubtype="0" fill="hold" grpId="0" nodeType="withEffect">
                                  <p:stCondLst>
                                    <p:cond delay="0"/>
                                  </p:stCondLst>
                                  <p:childTnLst>
                                    <p:set>
                                      <p:cBhvr>
                                        <p:cTn id="213" dur="1" fill="hold">
                                          <p:stCondLst>
                                            <p:cond delay="0"/>
                                          </p:stCondLst>
                                        </p:cTn>
                                        <p:tgtEl>
                                          <p:spTgt spid="2969929"/>
                                        </p:tgtEl>
                                        <p:attrNameLst>
                                          <p:attrName>style.visibility</p:attrName>
                                        </p:attrNameLst>
                                      </p:cBhvr>
                                      <p:to>
                                        <p:strVal val="visible"/>
                                      </p:to>
                                    </p:set>
                                    <p:animEffect transition="in" filter="fade">
                                      <p:cBhvr>
                                        <p:cTn id="214" dur="500"/>
                                        <p:tgtEl>
                                          <p:spTgt spid="2969929"/>
                                        </p:tgtEl>
                                      </p:cBhvr>
                                    </p:animEffect>
                                  </p:childTnLst>
                                </p:cTn>
                              </p:par>
                              <p:par>
                                <p:cTn id="215" presetID="10" presetClass="entr" presetSubtype="0" fill="hold" grpId="0" nodeType="withEffect">
                                  <p:stCondLst>
                                    <p:cond delay="0"/>
                                  </p:stCondLst>
                                  <p:childTnLst>
                                    <p:set>
                                      <p:cBhvr>
                                        <p:cTn id="216" dur="1" fill="hold">
                                          <p:stCondLst>
                                            <p:cond delay="0"/>
                                          </p:stCondLst>
                                        </p:cTn>
                                        <p:tgtEl>
                                          <p:spTgt spid="2969931"/>
                                        </p:tgtEl>
                                        <p:attrNameLst>
                                          <p:attrName>style.visibility</p:attrName>
                                        </p:attrNameLst>
                                      </p:cBhvr>
                                      <p:to>
                                        <p:strVal val="visible"/>
                                      </p:to>
                                    </p:set>
                                    <p:animEffect transition="in" filter="fade">
                                      <p:cBhvr>
                                        <p:cTn id="217" dur="500"/>
                                        <p:tgtEl>
                                          <p:spTgt spid="2969931"/>
                                        </p:tgtEl>
                                      </p:cBhvr>
                                    </p:animEffect>
                                  </p:childTnLst>
                                </p:cTn>
                              </p:par>
                              <p:par>
                                <p:cTn id="218" presetID="10" presetClass="entr" presetSubtype="0" fill="hold" grpId="0" nodeType="withEffect">
                                  <p:stCondLst>
                                    <p:cond delay="0"/>
                                  </p:stCondLst>
                                  <p:childTnLst>
                                    <p:set>
                                      <p:cBhvr>
                                        <p:cTn id="219" dur="1" fill="hold">
                                          <p:stCondLst>
                                            <p:cond delay="0"/>
                                          </p:stCondLst>
                                        </p:cTn>
                                        <p:tgtEl>
                                          <p:spTgt spid="2969930"/>
                                        </p:tgtEl>
                                        <p:attrNameLst>
                                          <p:attrName>style.visibility</p:attrName>
                                        </p:attrNameLst>
                                      </p:cBhvr>
                                      <p:to>
                                        <p:strVal val="visible"/>
                                      </p:to>
                                    </p:set>
                                    <p:animEffect transition="in" filter="fade">
                                      <p:cBhvr>
                                        <p:cTn id="220" dur="500"/>
                                        <p:tgtEl>
                                          <p:spTgt spid="2969930"/>
                                        </p:tgtEl>
                                      </p:cBhvr>
                                    </p:animEffect>
                                  </p:childTnLst>
                                </p:cTn>
                              </p:par>
                              <p:par>
                                <p:cTn id="221" presetID="10" presetClass="entr" presetSubtype="0" fill="hold" grpId="0" nodeType="withEffect">
                                  <p:stCondLst>
                                    <p:cond delay="0"/>
                                  </p:stCondLst>
                                  <p:childTnLst>
                                    <p:set>
                                      <p:cBhvr>
                                        <p:cTn id="222" dur="1" fill="hold">
                                          <p:stCondLst>
                                            <p:cond delay="0"/>
                                          </p:stCondLst>
                                        </p:cTn>
                                        <p:tgtEl>
                                          <p:spTgt spid="2969932"/>
                                        </p:tgtEl>
                                        <p:attrNameLst>
                                          <p:attrName>style.visibility</p:attrName>
                                        </p:attrNameLst>
                                      </p:cBhvr>
                                      <p:to>
                                        <p:strVal val="visible"/>
                                      </p:to>
                                    </p:set>
                                    <p:animEffect transition="in" filter="fade">
                                      <p:cBhvr>
                                        <p:cTn id="223" dur="500"/>
                                        <p:tgtEl>
                                          <p:spTgt spid="2969932"/>
                                        </p:tgtEl>
                                      </p:cBhvr>
                                    </p:animEffect>
                                  </p:childTnLst>
                                </p:cTn>
                              </p:par>
                              <p:par>
                                <p:cTn id="224" presetID="10" presetClass="entr" presetSubtype="0" fill="hold" grpId="0" nodeType="withEffect">
                                  <p:stCondLst>
                                    <p:cond delay="0"/>
                                  </p:stCondLst>
                                  <p:childTnLst>
                                    <p:set>
                                      <p:cBhvr>
                                        <p:cTn id="225" dur="1" fill="hold">
                                          <p:stCondLst>
                                            <p:cond delay="0"/>
                                          </p:stCondLst>
                                        </p:cTn>
                                        <p:tgtEl>
                                          <p:spTgt spid="2969933"/>
                                        </p:tgtEl>
                                        <p:attrNameLst>
                                          <p:attrName>style.visibility</p:attrName>
                                        </p:attrNameLst>
                                      </p:cBhvr>
                                      <p:to>
                                        <p:strVal val="visible"/>
                                      </p:to>
                                    </p:set>
                                    <p:animEffect transition="in" filter="fade">
                                      <p:cBhvr>
                                        <p:cTn id="226" dur="500"/>
                                        <p:tgtEl>
                                          <p:spTgt spid="2969933"/>
                                        </p:tgtEl>
                                      </p:cBhvr>
                                    </p:animEffect>
                                  </p:childTnLst>
                                </p:cTn>
                              </p:par>
                              <p:par>
                                <p:cTn id="227" presetID="10" presetClass="entr" presetSubtype="0" fill="hold" grpId="0" nodeType="withEffect">
                                  <p:stCondLst>
                                    <p:cond delay="0"/>
                                  </p:stCondLst>
                                  <p:childTnLst>
                                    <p:set>
                                      <p:cBhvr>
                                        <p:cTn id="228" dur="1" fill="hold">
                                          <p:stCondLst>
                                            <p:cond delay="0"/>
                                          </p:stCondLst>
                                        </p:cTn>
                                        <p:tgtEl>
                                          <p:spTgt spid="2969934"/>
                                        </p:tgtEl>
                                        <p:attrNameLst>
                                          <p:attrName>style.visibility</p:attrName>
                                        </p:attrNameLst>
                                      </p:cBhvr>
                                      <p:to>
                                        <p:strVal val="visible"/>
                                      </p:to>
                                    </p:set>
                                    <p:animEffect transition="in" filter="fade">
                                      <p:cBhvr>
                                        <p:cTn id="229" dur="500"/>
                                        <p:tgtEl>
                                          <p:spTgt spid="2969934"/>
                                        </p:tgtEl>
                                      </p:cBhvr>
                                    </p:animEffect>
                                  </p:childTnLst>
                                </p:cTn>
                              </p:par>
                            </p:childTnLst>
                          </p:cTn>
                        </p:par>
                        <p:par>
                          <p:cTn id="230" fill="hold" nodeType="afterGroup">
                            <p:stCondLst>
                              <p:cond delay="2500"/>
                            </p:stCondLst>
                            <p:childTnLst>
                              <p:par>
                                <p:cTn id="231" presetID="10" presetClass="entr" presetSubtype="0" fill="hold" grpId="0" nodeType="afterEffect">
                                  <p:stCondLst>
                                    <p:cond delay="0"/>
                                  </p:stCondLst>
                                  <p:childTnLst>
                                    <p:set>
                                      <p:cBhvr>
                                        <p:cTn id="232" dur="1" fill="hold">
                                          <p:stCondLst>
                                            <p:cond delay="0"/>
                                          </p:stCondLst>
                                        </p:cTn>
                                        <p:tgtEl>
                                          <p:spTgt spid="2969935"/>
                                        </p:tgtEl>
                                        <p:attrNameLst>
                                          <p:attrName>style.visibility</p:attrName>
                                        </p:attrNameLst>
                                      </p:cBhvr>
                                      <p:to>
                                        <p:strVal val="visible"/>
                                      </p:to>
                                    </p:set>
                                    <p:animEffect transition="in" filter="fade">
                                      <p:cBhvr>
                                        <p:cTn id="233" dur="500"/>
                                        <p:tgtEl>
                                          <p:spTgt spid="2969935"/>
                                        </p:tgtEl>
                                      </p:cBhvr>
                                    </p:animEffect>
                                  </p:childTnLst>
                                </p:cTn>
                              </p:par>
                              <p:par>
                                <p:cTn id="234" presetID="10" presetClass="entr" presetSubtype="0" fill="hold" grpId="0" nodeType="withEffect">
                                  <p:stCondLst>
                                    <p:cond delay="0"/>
                                  </p:stCondLst>
                                  <p:childTnLst>
                                    <p:set>
                                      <p:cBhvr>
                                        <p:cTn id="235" dur="1" fill="hold">
                                          <p:stCondLst>
                                            <p:cond delay="0"/>
                                          </p:stCondLst>
                                        </p:cTn>
                                        <p:tgtEl>
                                          <p:spTgt spid="2969936"/>
                                        </p:tgtEl>
                                        <p:attrNameLst>
                                          <p:attrName>style.visibility</p:attrName>
                                        </p:attrNameLst>
                                      </p:cBhvr>
                                      <p:to>
                                        <p:strVal val="visible"/>
                                      </p:to>
                                    </p:set>
                                    <p:animEffect transition="in" filter="fade">
                                      <p:cBhvr>
                                        <p:cTn id="236" dur="500"/>
                                        <p:tgtEl>
                                          <p:spTgt spid="2969936"/>
                                        </p:tgtEl>
                                      </p:cBhvr>
                                    </p:animEffect>
                                  </p:childTnLst>
                                </p:cTn>
                              </p:par>
                              <p:par>
                                <p:cTn id="237" presetID="10" presetClass="entr" presetSubtype="0" fill="hold" grpId="0" nodeType="withEffect">
                                  <p:stCondLst>
                                    <p:cond delay="0"/>
                                  </p:stCondLst>
                                  <p:childTnLst>
                                    <p:set>
                                      <p:cBhvr>
                                        <p:cTn id="238" dur="1" fill="hold">
                                          <p:stCondLst>
                                            <p:cond delay="0"/>
                                          </p:stCondLst>
                                        </p:cTn>
                                        <p:tgtEl>
                                          <p:spTgt spid="2969937"/>
                                        </p:tgtEl>
                                        <p:attrNameLst>
                                          <p:attrName>style.visibility</p:attrName>
                                        </p:attrNameLst>
                                      </p:cBhvr>
                                      <p:to>
                                        <p:strVal val="visible"/>
                                      </p:to>
                                    </p:set>
                                    <p:animEffect transition="in" filter="fade">
                                      <p:cBhvr>
                                        <p:cTn id="239" dur="500"/>
                                        <p:tgtEl>
                                          <p:spTgt spid="2969937"/>
                                        </p:tgtEl>
                                      </p:cBhvr>
                                    </p:animEffect>
                                  </p:childTnLst>
                                </p:cTn>
                              </p:par>
                              <p:par>
                                <p:cTn id="240" presetID="10" presetClass="entr" presetSubtype="0" fill="hold" grpId="0" nodeType="withEffect">
                                  <p:stCondLst>
                                    <p:cond delay="0"/>
                                  </p:stCondLst>
                                  <p:childTnLst>
                                    <p:set>
                                      <p:cBhvr>
                                        <p:cTn id="241" dur="1" fill="hold">
                                          <p:stCondLst>
                                            <p:cond delay="0"/>
                                          </p:stCondLst>
                                        </p:cTn>
                                        <p:tgtEl>
                                          <p:spTgt spid="2969938"/>
                                        </p:tgtEl>
                                        <p:attrNameLst>
                                          <p:attrName>style.visibility</p:attrName>
                                        </p:attrNameLst>
                                      </p:cBhvr>
                                      <p:to>
                                        <p:strVal val="visible"/>
                                      </p:to>
                                    </p:set>
                                    <p:animEffect transition="in" filter="fade">
                                      <p:cBhvr>
                                        <p:cTn id="242" dur="500"/>
                                        <p:tgtEl>
                                          <p:spTgt spid="2969938"/>
                                        </p:tgtEl>
                                      </p:cBhvr>
                                    </p:animEffect>
                                  </p:childTnLst>
                                </p:cTn>
                              </p:par>
                              <p:par>
                                <p:cTn id="243" presetID="10" presetClass="entr" presetSubtype="0" fill="hold" grpId="0" nodeType="withEffect">
                                  <p:stCondLst>
                                    <p:cond delay="0"/>
                                  </p:stCondLst>
                                  <p:childTnLst>
                                    <p:set>
                                      <p:cBhvr>
                                        <p:cTn id="244" dur="1" fill="hold">
                                          <p:stCondLst>
                                            <p:cond delay="0"/>
                                          </p:stCondLst>
                                        </p:cTn>
                                        <p:tgtEl>
                                          <p:spTgt spid="2969939"/>
                                        </p:tgtEl>
                                        <p:attrNameLst>
                                          <p:attrName>style.visibility</p:attrName>
                                        </p:attrNameLst>
                                      </p:cBhvr>
                                      <p:to>
                                        <p:strVal val="visible"/>
                                      </p:to>
                                    </p:set>
                                    <p:animEffect transition="in" filter="fade">
                                      <p:cBhvr>
                                        <p:cTn id="245" dur="500"/>
                                        <p:tgtEl>
                                          <p:spTgt spid="2969939"/>
                                        </p:tgtEl>
                                      </p:cBhvr>
                                    </p:animEffect>
                                  </p:childTnLst>
                                </p:cTn>
                              </p:par>
                              <p:par>
                                <p:cTn id="246" presetID="10" presetClass="entr" presetSubtype="0" fill="hold" grpId="0" nodeType="withEffect">
                                  <p:stCondLst>
                                    <p:cond delay="0"/>
                                  </p:stCondLst>
                                  <p:childTnLst>
                                    <p:set>
                                      <p:cBhvr>
                                        <p:cTn id="247" dur="1" fill="hold">
                                          <p:stCondLst>
                                            <p:cond delay="0"/>
                                          </p:stCondLst>
                                        </p:cTn>
                                        <p:tgtEl>
                                          <p:spTgt spid="2969941"/>
                                        </p:tgtEl>
                                        <p:attrNameLst>
                                          <p:attrName>style.visibility</p:attrName>
                                        </p:attrNameLst>
                                      </p:cBhvr>
                                      <p:to>
                                        <p:strVal val="visible"/>
                                      </p:to>
                                    </p:set>
                                    <p:animEffect transition="in" filter="fade">
                                      <p:cBhvr>
                                        <p:cTn id="248" dur="500"/>
                                        <p:tgtEl>
                                          <p:spTgt spid="2969941"/>
                                        </p:tgtEl>
                                      </p:cBhvr>
                                    </p:animEffect>
                                  </p:childTnLst>
                                </p:cTn>
                              </p:par>
                              <p:par>
                                <p:cTn id="249" presetID="10" presetClass="entr" presetSubtype="0" fill="hold" grpId="0" nodeType="withEffect">
                                  <p:stCondLst>
                                    <p:cond delay="0"/>
                                  </p:stCondLst>
                                  <p:childTnLst>
                                    <p:set>
                                      <p:cBhvr>
                                        <p:cTn id="250" dur="1" fill="hold">
                                          <p:stCondLst>
                                            <p:cond delay="0"/>
                                          </p:stCondLst>
                                        </p:cTn>
                                        <p:tgtEl>
                                          <p:spTgt spid="2969940"/>
                                        </p:tgtEl>
                                        <p:attrNameLst>
                                          <p:attrName>style.visibility</p:attrName>
                                        </p:attrNameLst>
                                      </p:cBhvr>
                                      <p:to>
                                        <p:strVal val="visible"/>
                                      </p:to>
                                    </p:set>
                                    <p:animEffect transition="in" filter="fade">
                                      <p:cBhvr>
                                        <p:cTn id="251" dur="500"/>
                                        <p:tgtEl>
                                          <p:spTgt spid="2969940"/>
                                        </p:tgtEl>
                                      </p:cBhvr>
                                    </p:animEffect>
                                  </p:childTnLst>
                                </p:cTn>
                              </p:par>
                              <p:par>
                                <p:cTn id="252" presetID="10" presetClass="entr" presetSubtype="0" fill="hold" grpId="0" nodeType="withEffect">
                                  <p:stCondLst>
                                    <p:cond delay="0"/>
                                  </p:stCondLst>
                                  <p:childTnLst>
                                    <p:set>
                                      <p:cBhvr>
                                        <p:cTn id="253" dur="1" fill="hold">
                                          <p:stCondLst>
                                            <p:cond delay="0"/>
                                          </p:stCondLst>
                                        </p:cTn>
                                        <p:tgtEl>
                                          <p:spTgt spid="2969942"/>
                                        </p:tgtEl>
                                        <p:attrNameLst>
                                          <p:attrName>style.visibility</p:attrName>
                                        </p:attrNameLst>
                                      </p:cBhvr>
                                      <p:to>
                                        <p:strVal val="visible"/>
                                      </p:to>
                                    </p:set>
                                    <p:animEffect transition="in" filter="fade">
                                      <p:cBhvr>
                                        <p:cTn id="254" dur="500"/>
                                        <p:tgtEl>
                                          <p:spTgt spid="2969942"/>
                                        </p:tgtEl>
                                      </p:cBhvr>
                                    </p:animEffect>
                                  </p:childTnLst>
                                </p:cTn>
                              </p:par>
                            </p:childTnLst>
                          </p:cTn>
                        </p:par>
                        <p:par>
                          <p:cTn id="255" fill="hold" nodeType="afterGroup">
                            <p:stCondLst>
                              <p:cond delay="3000"/>
                            </p:stCondLst>
                            <p:childTnLst>
                              <p:par>
                                <p:cTn id="256" presetID="10" presetClass="entr" presetSubtype="0" fill="hold" grpId="0" nodeType="afterEffect">
                                  <p:stCondLst>
                                    <p:cond delay="0"/>
                                  </p:stCondLst>
                                  <p:childTnLst>
                                    <p:set>
                                      <p:cBhvr>
                                        <p:cTn id="257" dur="1" fill="hold">
                                          <p:stCondLst>
                                            <p:cond delay="0"/>
                                          </p:stCondLst>
                                        </p:cTn>
                                        <p:tgtEl>
                                          <p:spTgt spid="2969943"/>
                                        </p:tgtEl>
                                        <p:attrNameLst>
                                          <p:attrName>style.visibility</p:attrName>
                                        </p:attrNameLst>
                                      </p:cBhvr>
                                      <p:to>
                                        <p:strVal val="visible"/>
                                      </p:to>
                                    </p:set>
                                    <p:animEffect transition="in" filter="fade">
                                      <p:cBhvr>
                                        <p:cTn id="258" dur="500"/>
                                        <p:tgtEl>
                                          <p:spTgt spid="2969943"/>
                                        </p:tgtEl>
                                      </p:cBhvr>
                                    </p:animEffect>
                                  </p:childTnLst>
                                </p:cTn>
                              </p:par>
                              <p:par>
                                <p:cTn id="259" presetID="10" presetClass="entr" presetSubtype="0" fill="hold" grpId="0" nodeType="withEffect">
                                  <p:stCondLst>
                                    <p:cond delay="0"/>
                                  </p:stCondLst>
                                  <p:childTnLst>
                                    <p:set>
                                      <p:cBhvr>
                                        <p:cTn id="260" dur="1" fill="hold">
                                          <p:stCondLst>
                                            <p:cond delay="0"/>
                                          </p:stCondLst>
                                        </p:cTn>
                                        <p:tgtEl>
                                          <p:spTgt spid="2969944"/>
                                        </p:tgtEl>
                                        <p:attrNameLst>
                                          <p:attrName>style.visibility</p:attrName>
                                        </p:attrNameLst>
                                      </p:cBhvr>
                                      <p:to>
                                        <p:strVal val="visible"/>
                                      </p:to>
                                    </p:set>
                                    <p:animEffect transition="in" filter="fade">
                                      <p:cBhvr>
                                        <p:cTn id="261" dur="500"/>
                                        <p:tgtEl>
                                          <p:spTgt spid="2969944"/>
                                        </p:tgtEl>
                                      </p:cBhvr>
                                    </p:animEffect>
                                  </p:childTnLst>
                                </p:cTn>
                              </p:par>
                              <p:par>
                                <p:cTn id="262" presetID="10" presetClass="entr" presetSubtype="0" fill="hold" grpId="0" nodeType="withEffect">
                                  <p:stCondLst>
                                    <p:cond delay="0"/>
                                  </p:stCondLst>
                                  <p:childTnLst>
                                    <p:set>
                                      <p:cBhvr>
                                        <p:cTn id="263" dur="1" fill="hold">
                                          <p:stCondLst>
                                            <p:cond delay="0"/>
                                          </p:stCondLst>
                                        </p:cTn>
                                        <p:tgtEl>
                                          <p:spTgt spid="2969945"/>
                                        </p:tgtEl>
                                        <p:attrNameLst>
                                          <p:attrName>style.visibility</p:attrName>
                                        </p:attrNameLst>
                                      </p:cBhvr>
                                      <p:to>
                                        <p:strVal val="visible"/>
                                      </p:to>
                                    </p:set>
                                    <p:animEffect transition="in" filter="fade">
                                      <p:cBhvr>
                                        <p:cTn id="264" dur="500"/>
                                        <p:tgtEl>
                                          <p:spTgt spid="2969945"/>
                                        </p:tgtEl>
                                      </p:cBhvr>
                                    </p:animEffect>
                                  </p:childTnLst>
                                </p:cTn>
                              </p:par>
                              <p:par>
                                <p:cTn id="265" presetID="10" presetClass="entr" presetSubtype="0" fill="hold" grpId="0" nodeType="withEffect">
                                  <p:stCondLst>
                                    <p:cond delay="0"/>
                                  </p:stCondLst>
                                  <p:childTnLst>
                                    <p:set>
                                      <p:cBhvr>
                                        <p:cTn id="266" dur="1" fill="hold">
                                          <p:stCondLst>
                                            <p:cond delay="0"/>
                                          </p:stCondLst>
                                        </p:cTn>
                                        <p:tgtEl>
                                          <p:spTgt spid="2969946"/>
                                        </p:tgtEl>
                                        <p:attrNameLst>
                                          <p:attrName>style.visibility</p:attrName>
                                        </p:attrNameLst>
                                      </p:cBhvr>
                                      <p:to>
                                        <p:strVal val="visible"/>
                                      </p:to>
                                    </p:set>
                                    <p:animEffect transition="in" filter="fade">
                                      <p:cBhvr>
                                        <p:cTn id="267" dur="500"/>
                                        <p:tgtEl>
                                          <p:spTgt spid="2969946"/>
                                        </p:tgtEl>
                                      </p:cBhvr>
                                    </p:animEffect>
                                  </p:childTnLst>
                                </p:cTn>
                              </p:par>
                              <p:par>
                                <p:cTn id="268" presetID="10" presetClass="entr" presetSubtype="0" fill="hold" grpId="0" nodeType="withEffect">
                                  <p:stCondLst>
                                    <p:cond delay="0"/>
                                  </p:stCondLst>
                                  <p:childTnLst>
                                    <p:set>
                                      <p:cBhvr>
                                        <p:cTn id="269" dur="1" fill="hold">
                                          <p:stCondLst>
                                            <p:cond delay="0"/>
                                          </p:stCondLst>
                                        </p:cTn>
                                        <p:tgtEl>
                                          <p:spTgt spid="2969947"/>
                                        </p:tgtEl>
                                        <p:attrNameLst>
                                          <p:attrName>style.visibility</p:attrName>
                                        </p:attrNameLst>
                                      </p:cBhvr>
                                      <p:to>
                                        <p:strVal val="visible"/>
                                      </p:to>
                                    </p:set>
                                    <p:animEffect transition="in" filter="fade">
                                      <p:cBhvr>
                                        <p:cTn id="270" dur="500"/>
                                        <p:tgtEl>
                                          <p:spTgt spid="2969947"/>
                                        </p:tgtEl>
                                      </p:cBhvr>
                                    </p:animEffect>
                                  </p:childTnLst>
                                </p:cTn>
                              </p:par>
                              <p:par>
                                <p:cTn id="271" presetID="10" presetClass="entr" presetSubtype="0" fill="hold" grpId="0" nodeType="withEffect">
                                  <p:stCondLst>
                                    <p:cond delay="0"/>
                                  </p:stCondLst>
                                  <p:childTnLst>
                                    <p:set>
                                      <p:cBhvr>
                                        <p:cTn id="272" dur="1" fill="hold">
                                          <p:stCondLst>
                                            <p:cond delay="0"/>
                                          </p:stCondLst>
                                        </p:cTn>
                                        <p:tgtEl>
                                          <p:spTgt spid="2969949"/>
                                        </p:tgtEl>
                                        <p:attrNameLst>
                                          <p:attrName>style.visibility</p:attrName>
                                        </p:attrNameLst>
                                      </p:cBhvr>
                                      <p:to>
                                        <p:strVal val="visible"/>
                                      </p:to>
                                    </p:set>
                                    <p:animEffect transition="in" filter="fade">
                                      <p:cBhvr>
                                        <p:cTn id="273" dur="500"/>
                                        <p:tgtEl>
                                          <p:spTgt spid="2969949"/>
                                        </p:tgtEl>
                                      </p:cBhvr>
                                    </p:animEffect>
                                  </p:childTnLst>
                                </p:cTn>
                              </p:par>
                              <p:par>
                                <p:cTn id="274" presetID="10" presetClass="entr" presetSubtype="0" fill="hold" grpId="0" nodeType="withEffect">
                                  <p:stCondLst>
                                    <p:cond delay="0"/>
                                  </p:stCondLst>
                                  <p:childTnLst>
                                    <p:set>
                                      <p:cBhvr>
                                        <p:cTn id="275" dur="1" fill="hold">
                                          <p:stCondLst>
                                            <p:cond delay="0"/>
                                          </p:stCondLst>
                                        </p:cTn>
                                        <p:tgtEl>
                                          <p:spTgt spid="2969948"/>
                                        </p:tgtEl>
                                        <p:attrNameLst>
                                          <p:attrName>style.visibility</p:attrName>
                                        </p:attrNameLst>
                                      </p:cBhvr>
                                      <p:to>
                                        <p:strVal val="visible"/>
                                      </p:to>
                                    </p:set>
                                    <p:animEffect transition="in" filter="fade">
                                      <p:cBhvr>
                                        <p:cTn id="276" dur="500"/>
                                        <p:tgtEl>
                                          <p:spTgt spid="2969948"/>
                                        </p:tgtEl>
                                      </p:cBhvr>
                                    </p:animEffect>
                                  </p:childTnLst>
                                </p:cTn>
                              </p:par>
                              <p:par>
                                <p:cTn id="277" presetID="10" presetClass="entr" presetSubtype="0" fill="hold" grpId="0" nodeType="withEffect">
                                  <p:stCondLst>
                                    <p:cond delay="0"/>
                                  </p:stCondLst>
                                  <p:childTnLst>
                                    <p:set>
                                      <p:cBhvr>
                                        <p:cTn id="278" dur="1" fill="hold">
                                          <p:stCondLst>
                                            <p:cond delay="0"/>
                                          </p:stCondLst>
                                        </p:cTn>
                                        <p:tgtEl>
                                          <p:spTgt spid="2969950"/>
                                        </p:tgtEl>
                                        <p:attrNameLst>
                                          <p:attrName>style.visibility</p:attrName>
                                        </p:attrNameLst>
                                      </p:cBhvr>
                                      <p:to>
                                        <p:strVal val="visible"/>
                                      </p:to>
                                    </p:set>
                                    <p:animEffect transition="in" filter="fade">
                                      <p:cBhvr>
                                        <p:cTn id="279" dur="500"/>
                                        <p:tgtEl>
                                          <p:spTgt spid="2969950"/>
                                        </p:tgtEl>
                                      </p:cBhvr>
                                    </p:animEffect>
                                  </p:childTnLst>
                                </p:cTn>
                              </p:par>
                            </p:childTnLst>
                          </p:cTn>
                        </p:par>
                      </p:childTnLst>
                    </p:cTn>
                  </p:par>
                  <p:par>
                    <p:cTn id="280" fill="hold" nodeType="clickPar">
                      <p:stCondLst>
                        <p:cond delay="indefinite"/>
                      </p:stCondLst>
                      <p:childTnLst>
                        <p:par>
                          <p:cTn id="281" fill="hold" nodeType="withGroup">
                            <p:stCondLst>
                              <p:cond delay="0"/>
                            </p:stCondLst>
                            <p:childTnLst>
                              <p:par>
                                <p:cTn id="282" presetID="10" presetClass="entr" presetSubtype="0" fill="hold" grpId="0" nodeType="clickEffect">
                                  <p:stCondLst>
                                    <p:cond delay="0"/>
                                  </p:stCondLst>
                                  <p:childTnLst>
                                    <p:set>
                                      <p:cBhvr>
                                        <p:cTn id="283" dur="1" fill="hold">
                                          <p:stCondLst>
                                            <p:cond delay="0"/>
                                          </p:stCondLst>
                                        </p:cTn>
                                        <p:tgtEl>
                                          <p:spTgt spid="2969951"/>
                                        </p:tgtEl>
                                        <p:attrNameLst>
                                          <p:attrName>style.visibility</p:attrName>
                                        </p:attrNameLst>
                                      </p:cBhvr>
                                      <p:to>
                                        <p:strVal val="visible"/>
                                      </p:to>
                                    </p:set>
                                    <p:animEffect transition="in" filter="fade">
                                      <p:cBhvr>
                                        <p:cTn id="284" dur="500"/>
                                        <p:tgtEl>
                                          <p:spTgt spid="2969951"/>
                                        </p:tgtEl>
                                      </p:cBhvr>
                                    </p:animEffect>
                                  </p:childTnLst>
                                </p:cTn>
                              </p:par>
                              <p:par>
                                <p:cTn id="285" presetID="10" presetClass="entr" presetSubtype="0" fill="hold" grpId="0" nodeType="withEffect">
                                  <p:stCondLst>
                                    <p:cond delay="0"/>
                                  </p:stCondLst>
                                  <p:childTnLst>
                                    <p:set>
                                      <p:cBhvr>
                                        <p:cTn id="286" dur="1" fill="hold">
                                          <p:stCondLst>
                                            <p:cond delay="0"/>
                                          </p:stCondLst>
                                        </p:cTn>
                                        <p:tgtEl>
                                          <p:spTgt spid="2969952"/>
                                        </p:tgtEl>
                                        <p:attrNameLst>
                                          <p:attrName>style.visibility</p:attrName>
                                        </p:attrNameLst>
                                      </p:cBhvr>
                                      <p:to>
                                        <p:strVal val="visible"/>
                                      </p:to>
                                    </p:set>
                                    <p:animEffect transition="in" filter="fade">
                                      <p:cBhvr>
                                        <p:cTn id="287" dur="500"/>
                                        <p:tgtEl>
                                          <p:spTgt spid="2969952"/>
                                        </p:tgtEl>
                                      </p:cBhvr>
                                    </p:animEffect>
                                  </p:childTnLst>
                                </p:cTn>
                              </p:par>
                              <p:par>
                                <p:cTn id="288" presetID="10" presetClass="entr" presetSubtype="0" fill="hold" grpId="0" nodeType="withEffect">
                                  <p:stCondLst>
                                    <p:cond delay="0"/>
                                  </p:stCondLst>
                                  <p:childTnLst>
                                    <p:set>
                                      <p:cBhvr>
                                        <p:cTn id="289" dur="1" fill="hold">
                                          <p:stCondLst>
                                            <p:cond delay="0"/>
                                          </p:stCondLst>
                                        </p:cTn>
                                        <p:tgtEl>
                                          <p:spTgt spid="2969953"/>
                                        </p:tgtEl>
                                        <p:attrNameLst>
                                          <p:attrName>style.visibility</p:attrName>
                                        </p:attrNameLst>
                                      </p:cBhvr>
                                      <p:to>
                                        <p:strVal val="visible"/>
                                      </p:to>
                                    </p:set>
                                    <p:animEffect transition="in" filter="fade">
                                      <p:cBhvr>
                                        <p:cTn id="290" dur="500"/>
                                        <p:tgtEl>
                                          <p:spTgt spid="2969953"/>
                                        </p:tgtEl>
                                      </p:cBhvr>
                                    </p:animEffect>
                                  </p:childTnLst>
                                </p:cTn>
                              </p:par>
                              <p:par>
                                <p:cTn id="291" presetID="10" presetClass="entr" presetSubtype="0" fill="hold" grpId="0" nodeType="withEffect">
                                  <p:stCondLst>
                                    <p:cond delay="0"/>
                                  </p:stCondLst>
                                  <p:childTnLst>
                                    <p:set>
                                      <p:cBhvr>
                                        <p:cTn id="292" dur="1" fill="hold">
                                          <p:stCondLst>
                                            <p:cond delay="0"/>
                                          </p:stCondLst>
                                        </p:cTn>
                                        <p:tgtEl>
                                          <p:spTgt spid="2969954"/>
                                        </p:tgtEl>
                                        <p:attrNameLst>
                                          <p:attrName>style.visibility</p:attrName>
                                        </p:attrNameLst>
                                      </p:cBhvr>
                                      <p:to>
                                        <p:strVal val="visible"/>
                                      </p:to>
                                    </p:set>
                                    <p:animEffect transition="in" filter="fade">
                                      <p:cBhvr>
                                        <p:cTn id="293" dur="500"/>
                                        <p:tgtEl>
                                          <p:spTgt spid="2969954"/>
                                        </p:tgtEl>
                                      </p:cBhvr>
                                    </p:animEffect>
                                  </p:childTnLst>
                                </p:cTn>
                              </p:par>
                              <p:par>
                                <p:cTn id="294" presetID="10" presetClass="entr" presetSubtype="0" fill="hold" grpId="0" nodeType="withEffect">
                                  <p:stCondLst>
                                    <p:cond delay="0"/>
                                  </p:stCondLst>
                                  <p:childTnLst>
                                    <p:set>
                                      <p:cBhvr>
                                        <p:cTn id="295" dur="1" fill="hold">
                                          <p:stCondLst>
                                            <p:cond delay="0"/>
                                          </p:stCondLst>
                                        </p:cTn>
                                        <p:tgtEl>
                                          <p:spTgt spid="2969955"/>
                                        </p:tgtEl>
                                        <p:attrNameLst>
                                          <p:attrName>style.visibility</p:attrName>
                                        </p:attrNameLst>
                                      </p:cBhvr>
                                      <p:to>
                                        <p:strVal val="visible"/>
                                      </p:to>
                                    </p:set>
                                    <p:animEffect transition="in" filter="fade">
                                      <p:cBhvr>
                                        <p:cTn id="296" dur="500"/>
                                        <p:tgtEl>
                                          <p:spTgt spid="2969955"/>
                                        </p:tgtEl>
                                      </p:cBhvr>
                                    </p:animEffect>
                                  </p:childTnLst>
                                </p:cTn>
                              </p:par>
                              <p:par>
                                <p:cTn id="297" presetID="10" presetClass="entr" presetSubtype="0" fill="hold" grpId="0" nodeType="withEffect">
                                  <p:stCondLst>
                                    <p:cond delay="0"/>
                                  </p:stCondLst>
                                  <p:childTnLst>
                                    <p:set>
                                      <p:cBhvr>
                                        <p:cTn id="298" dur="1" fill="hold">
                                          <p:stCondLst>
                                            <p:cond delay="0"/>
                                          </p:stCondLst>
                                        </p:cTn>
                                        <p:tgtEl>
                                          <p:spTgt spid="2969956"/>
                                        </p:tgtEl>
                                        <p:attrNameLst>
                                          <p:attrName>style.visibility</p:attrName>
                                        </p:attrNameLst>
                                      </p:cBhvr>
                                      <p:to>
                                        <p:strVal val="visible"/>
                                      </p:to>
                                    </p:set>
                                    <p:animEffect transition="in" filter="fade">
                                      <p:cBhvr>
                                        <p:cTn id="299" dur="500"/>
                                        <p:tgtEl>
                                          <p:spTgt spid="2969956"/>
                                        </p:tgtEl>
                                      </p:cBhvr>
                                    </p:animEffect>
                                  </p:childTnLst>
                                </p:cTn>
                              </p:par>
                              <p:par>
                                <p:cTn id="300" presetID="10" presetClass="entr" presetSubtype="0" fill="hold" grpId="0" nodeType="withEffect">
                                  <p:stCondLst>
                                    <p:cond delay="0"/>
                                  </p:stCondLst>
                                  <p:childTnLst>
                                    <p:set>
                                      <p:cBhvr>
                                        <p:cTn id="301" dur="1" fill="hold">
                                          <p:stCondLst>
                                            <p:cond delay="0"/>
                                          </p:stCondLst>
                                        </p:cTn>
                                        <p:tgtEl>
                                          <p:spTgt spid="2969957"/>
                                        </p:tgtEl>
                                        <p:attrNameLst>
                                          <p:attrName>style.visibility</p:attrName>
                                        </p:attrNameLst>
                                      </p:cBhvr>
                                      <p:to>
                                        <p:strVal val="visible"/>
                                      </p:to>
                                    </p:set>
                                    <p:animEffect transition="in" filter="fade">
                                      <p:cBhvr>
                                        <p:cTn id="302" dur="500"/>
                                        <p:tgtEl>
                                          <p:spTgt spid="2969957"/>
                                        </p:tgtEl>
                                      </p:cBhvr>
                                    </p:animEffect>
                                  </p:childTnLst>
                                </p:cTn>
                              </p:par>
                              <p:par>
                                <p:cTn id="303" presetID="10" presetClass="entr" presetSubtype="0" fill="hold" grpId="0" nodeType="withEffect">
                                  <p:stCondLst>
                                    <p:cond delay="0"/>
                                  </p:stCondLst>
                                  <p:childTnLst>
                                    <p:set>
                                      <p:cBhvr>
                                        <p:cTn id="304" dur="1" fill="hold">
                                          <p:stCondLst>
                                            <p:cond delay="0"/>
                                          </p:stCondLst>
                                        </p:cTn>
                                        <p:tgtEl>
                                          <p:spTgt spid="2969958"/>
                                        </p:tgtEl>
                                        <p:attrNameLst>
                                          <p:attrName>style.visibility</p:attrName>
                                        </p:attrNameLst>
                                      </p:cBhvr>
                                      <p:to>
                                        <p:strVal val="visible"/>
                                      </p:to>
                                    </p:set>
                                    <p:animEffect transition="in" filter="fade">
                                      <p:cBhvr>
                                        <p:cTn id="305" dur="500"/>
                                        <p:tgtEl>
                                          <p:spTgt spid="2969958"/>
                                        </p:tgtEl>
                                      </p:cBhvr>
                                    </p:animEffect>
                                  </p:childTnLst>
                                </p:cTn>
                              </p:par>
                            </p:childTnLst>
                          </p:cTn>
                        </p:par>
                        <p:par>
                          <p:cTn id="306" fill="hold" nodeType="afterGroup">
                            <p:stCondLst>
                              <p:cond delay="500"/>
                            </p:stCondLst>
                            <p:childTnLst>
                              <p:par>
                                <p:cTn id="307" presetID="10" presetClass="entr" presetSubtype="0" fill="hold" grpId="0" nodeType="afterEffect">
                                  <p:stCondLst>
                                    <p:cond delay="0"/>
                                  </p:stCondLst>
                                  <p:childTnLst>
                                    <p:set>
                                      <p:cBhvr>
                                        <p:cTn id="308" dur="1" fill="hold">
                                          <p:stCondLst>
                                            <p:cond delay="0"/>
                                          </p:stCondLst>
                                        </p:cTn>
                                        <p:tgtEl>
                                          <p:spTgt spid="2969959"/>
                                        </p:tgtEl>
                                        <p:attrNameLst>
                                          <p:attrName>style.visibility</p:attrName>
                                        </p:attrNameLst>
                                      </p:cBhvr>
                                      <p:to>
                                        <p:strVal val="visible"/>
                                      </p:to>
                                    </p:set>
                                    <p:animEffect transition="in" filter="fade">
                                      <p:cBhvr>
                                        <p:cTn id="309" dur="500"/>
                                        <p:tgtEl>
                                          <p:spTgt spid="2969959"/>
                                        </p:tgtEl>
                                      </p:cBhvr>
                                    </p:animEffect>
                                  </p:childTnLst>
                                </p:cTn>
                              </p:par>
                              <p:par>
                                <p:cTn id="310" presetID="10" presetClass="entr" presetSubtype="0" fill="hold" grpId="0" nodeType="withEffect">
                                  <p:stCondLst>
                                    <p:cond delay="0"/>
                                  </p:stCondLst>
                                  <p:childTnLst>
                                    <p:set>
                                      <p:cBhvr>
                                        <p:cTn id="311" dur="1" fill="hold">
                                          <p:stCondLst>
                                            <p:cond delay="0"/>
                                          </p:stCondLst>
                                        </p:cTn>
                                        <p:tgtEl>
                                          <p:spTgt spid="2969960"/>
                                        </p:tgtEl>
                                        <p:attrNameLst>
                                          <p:attrName>style.visibility</p:attrName>
                                        </p:attrNameLst>
                                      </p:cBhvr>
                                      <p:to>
                                        <p:strVal val="visible"/>
                                      </p:to>
                                    </p:set>
                                    <p:animEffect transition="in" filter="fade">
                                      <p:cBhvr>
                                        <p:cTn id="312" dur="500"/>
                                        <p:tgtEl>
                                          <p:spTgt spid="2969960"/>
                                        </p:tgtEl>
                                      </p:cBhvr>
                                    </p:animEffect>
                                  </p:childTnLst>
                                </p:cTn>
                              </p:par>
                              <p:par>
                                <p:cTn id="313" presetID="10" presetClass="entr" presetSubtype="0" fill="hold" grpId="0" nodeType="withEffect">
                                  <p:stCondLst>
                                    <p:cond delay="0"/>
                                  </p:stCondLst>
                                  <p:childTnLst>
                                    <p:set>
                                      <p:cBhvr>
                                        <p:cTn id="314" dur="1" fill="hold">
                                          <p:stCondLst>
                                            <p:cond delay="0"/>
                                          </p:stCondLst>
                                        </p:cTn>
                                        <p:tgtEl>
                                          <p:spTgt spid="2969961"/>
                                        </p:tgtEl>
                                        <p:attrNameLst>
                                          <p:attrName>style.visibility</p:attrName>
                                        </p:attrNameLst>
                                      </p:cBhvr>
                                      <p:to>
                                        <p:strVal val="visible"/>
                                      </p:to>
                                    </p:set>
                                    <p:animEffect transition="in" filter="fade">
                                      <p:cBhvr>
                                        <p:cTn id="315" dur="500"/>
                                        <p:tgtEl>
                                          <p:spTgt spid="2969961"/>
                                        </p:tgtEl>
                                      </p:cBhvr>
                                    </p:animEffect>
                                  </p:childTnLst>
                                </p:cTn>
                              </p:par>
                              <p:par>
                                <p:cTn id="316" presetID="10" presetClass="entr" presetSubtype="0" fill="hold" grpId="0" nodeType="withEffect">
                                  <p:stCondLst>
                                    <p:cond delay="0"/>
                                  </p:stCondLst>
                                  <p:childTnLst>
                                    <p:set>
                                      <p:cBhvr>
                                        <p:cTn id="317" dur="1" fill="hold">
                                          <p:stCondLst>
                                            <p:cond delay="0"/>
                                          </p:stCondLst>
                                        </p:cTn>
                                        <p:tgtEl>
                                          <p:spTgt spid="2969962"/>
                                        </p:tgtEl>
                                        <p:attrNameLst>
                                          <p:attrName>style.visibility</p:attrName>
                                        </p:attrNameLst>
                                      </p:cBhvr>
                                      <p:to>
                                        <p:strVal val="visible"/>
                                      </p:to>
                                    </p:set>
                                    <p:animEffect transition="in" filter="fade">
                                      <p:cBhvr>
                                        <p:cTn id="318" dur="500"/>
                                        <p:tgtEl>
                                          <p:spTgt spid="2969962"/>
                                        </p:tgtEl>
                                      </p:cBhvr>
                                    </p:animEffect>
                                  </p:childTnLst>
                                </p:cTn>
                              </p:par>
                              <p:par>
                                <p:cTn id="319" presetID="10" presetClass="entr" presetSubtype="0" fill="hold" grpId="0" nodeType="withEffect">
                                  <p:stCondLst>
                                    <p:cond delay="0"/>
                                  </p:stCondLst>
                                  <p:childTnLst>
                                    <p:set>
                                      <p:cBhvr>
                                        <p:cTn id="320" dur="1" fill="hold">
                                          <p:stCondLst>
                                            <p:cond delay="0"/>
                                          </p:stCondLst>
                                        </p:cTn>
                                        <p:tgtEl>
                                          <p:spTgt spid="2969963"/>
                                        </p:tgtEl>
                                        <p:attrNameLst>
                                          <p:attrName>style.visibility</p:attrName>
                                        </p:attrNameLst>
                                      </p:cBhvr>
                                      <p:to>
                                        <p:strVal val="visible"/>
                                      </p:to>
                                    </p:set>
                                    <p:animEffect transition="in" filter="fade">
                                      <p:cBhvr>
                                        <p:cTn id="321" dur="500"/>
                                        <p:tgtEl>
                                          <p:spTgt spid="2969963"/>
                                        </p:tgtEl>
                                      </p:cBhvr>
                                    </p:animEffect>
                                  </p:childTnLst>
                                </p:cTn>
                              </p:par>
                              <p:par>
                                <p:cTn id="322" presetID="10" presetClass="entr" presetSubtype="0" fill="hold" grpId="0" nodeType="withEffect">
                                  <p:stCondLst>
                                    <p:cond delay="0"/>
                                  </p:stCondLst>
                                  <p:childTnLst>
                                    <p:set>
                                      <p:cBhvr>
                                        <p:cTn id="323" dur="1" fill="hold">
                                          <p:stCondLst>
                                            <p:cond delay="0"/>
                                          </p:stCondLst>
                                        </p:cTn>
                                        <p:tgtEl>
                                          <p:spTgt spid="2969965"/>
                                        </p:tgtEl>
                                        <p:attrNameLst>
                                          <p:attrName>style.visibility</p:attrName>
                                        </p:attrNameLst>
                                      </p:cBhvr>
                                      <p:to>
                                        <p:strVal val="visible"/>
                                      </p:to>
                                    </p:set>
                                    <p:animEffect transition="in" filter="fade">
                                      <p:cBhvr>
                                        <p:cTn id="324" dur="500"/>
                                        <p:tgtEl>
                                          <p:spTgt spid="2969965"/>
                                        </p:tgtEl>
                                      </p:cBhvr>
                                    </p:animEffect>
                                  </p:childTnLst>
                                </p:cTn>
                              </p:par>
                              <p:par>
                                <p:cTn id="325" presetID="10" presetClass="entr" presetSubtype="0" fill="hold" grpId="0" nodeType="withEffect">
                                  <p:stCondLst>
                                    <p:cond delay="0"/>
                                  </p:stCondLst>
                                  <p:childTnLst>
                                    <p:set>
                                      <p:cBhvr>
                                        <p:cTn id="326" dur="1" fill="hold">
                                          <p:stCondLst>
                                            <p:cond delay="0"/>
                                          </p:stCondLst>
                                        </p:cTn>
                                        <p:tgtEl>
                                          <p:spTgt spid="2969964"/>
                                        </p:tgtEl>
                                        <p:attrNameLst>
                                          <p:attrName>style.visibility</p:attrName>
                                        </p:attrNameLst>
                                      </p:cBhvr>
                                      <p:to>
                                        <p:strVal val="visible"/>
                                      </p:to>
                                    </p:set>
                                    <p:animEffect transition="in" filter="fade">
                                      <p:cBhvr>
                                        <p:cTn id="327" dur="500"/>
                                        <p:tgtEl>
                                          <p:spTgt spid="2969964"/>
                                        </p:tgtEl>
                                      </p:cBhvr>
                                    </p:animEffect>
                                  </p:childTnLst>
                                </p:cTn>
                              </p:par>
                              <p:par>
                                <p:cTn id="328" presetID="10" presetClass="entr" presetSubtype="0" fill="hold" grpId="0" nodeType="withEffect">
                                  <p:stCondLst>
                                    <p:cond delay="0"/>
                                  </p:stCondLst>
                                  <p:childTnLst>
                                    <p:set>
                                      <p:cBhvr>
                                        <p:cTn id="329" dur="1" fill="hold">
                                          <p:stCondLst>
                                            <p:cond delay="0"/>
                                          </p:stCondLst>
                                        </p:cTn>
                                        <p:tgtEl>
                                          <p:spTgt spid="2969966"/>
                                        </p:tgtEl>
                                        <p:attrNameLst>
                                          <p:attrName>style.visibility</p:attrName>
                                        </p:attrNameLst>
                                      </p:cBhvr>
                                      <p:to>
                                        <p:strVal val="visible"/>
                                      </p:to>
                                    </p:set>
                                    <p:animEffect transition="in" filter="fade">
                                      <p:cBhvr>
                                        <p:cTn id="330" dur="500"/>
                                        <p:tgtEl>
                                          <p:spTgt spid="2969966"/>
                                        </p:tgtEl>
                                      </p:cBhvr>
                                    </p:animEffect>
                                  </p:childTnLst>
                                </p:cTn>
                              </p:par>
                            </p:childTnLst>
                          </p:cTn>
                        </p:par>
                        <p:par>
                          <p:cTn id="331" fill="hold" nodeType="afterGroup">
                            <p:stCondLst>
                              <p:cond delay="1000"/>
                            </p:stCondLst>
                            <p:childTnLst>
                              <p:par>
                                <p:cTn id="332" presetID="10" presetClass="entr" presetSubtype="0" fill="hold" grpId="0" nodeType="afterEffect">
                                  <p:stCondLst>
                                    <p:cond delay="0"/>
                                  </p:stCondLst>
                                  <p:childTnLst>
                                    <p:set>
                                      <p:cBhvr>
                                        <p:cTn id="333" dur="1" fill="hold">
                                          <p:stCondLst>
                                            <p:cond delay="0"/>
                                          </p:stCondLst>
                                        </p:cTn>
                                        <p:tgtEl>
                                          <p:spTgt spid="2969967"/>
                                        </p:tgtEl>
                                        <p:attrNameLst>
                                          <p:attrName>style.visibility</p:attrName>
                                        </p:attrNameLst>
                                      </p:cBhvr>
                                      <p:to>
                                        <p:strVal val="visible"/>
                                      </p:to>
                                    </p:set>
                                    <p:animEffect transition="in" filter="fade">
                                      <p:cBhvr>
                                        <p:cTn id="334" dur="500"/>
                                        <p:tgtEl>
                                          <p:spTgt spid="2969967"/>
                                        </p:tgtEl>
                                      </p:cBhvr>
                                    </p:animEffect>
                                  </p:childTnLst>
                                </p:cTn>
                              </p:par>
                              <p:par>
                                <p:cTn id="335" presetID="10" presetClass="entr" presetSubtype="0" fill="hold" grpId="0" nodeType="withEffect">
                                  <p:stCondLst>
                                    <p:cond delay="0"/>
                                  </p:stCondLst>
                                  <p:childTnLst>
                                    <p:set>
                                      <p:cBhvr>
                                        <p:cTn id="336" dur="1" fill="hold">
                                          <p:stCondLst>
                                            <p:cond delay="0"/>
                                          </p:stCondLst>
                                        </p:cTn>
                                        <p:tgtEl>
                                          <p:spTgt spid="2969968"/>
                                        </p:tgtEl>
                                        <p:attrNameLst>
                                          <p:attrName>style.visibility</p:attrName>
                                        </p:attrNameLst>
                                      </p:cBhvr>
                                      <p:to>
                                        <p:strVal val="visible"/>
                                      </p:to>
                                    </p:set>
                                    <p:animEffect transition="in" filter="fade">
                                      <p:cBhvr>
                                        <p:cTn id="337" dur="500"/>
                                        <p:tgtEl>
                                          <p:spTgt spid="2969968"/>
                                        </p:tgtEl>
                                      </p:cBhvr>
                                    </p:animEffect>
                                  </p:childTnLst>
                                </p:cTn>
                              </p:par>
                              <p:par>
                                <p:cTn id="338" presetID="10" presetClass="entr" presetSubtype="0" fill="hold" grpId="0" nodeType="withEffect">
                                  <p:stCondLst>
                                    <p:cond delay="0"/>
                                  </p:stCondLst>
                                  <p:childTnLst>
                                    <p:set>
                                      <p:cBhvr>
                                        <p:cTn id="339" dur="1" fill="hold">
                                          <p:stCondLst>
                                            <p:cond delay="0"/>
                                          </p:stCondLst>
                                        </p:cTn>
                                        <p:tgtEl>
                                          <p:spTgt spid="2969969"/>
                                        </p:tgtEl>
                                        <p:attrNameLst>
                                          <p:attrName>style.visibility</p:attrName>
                                        </p:attrNameLst>
                                      </p:cBhvr>
                                      <p:to>
                                        <p:strVal val="visible"/>
                                      </p:to>
                                    </p:set>
                                    <p:animEffect transition="in" filter="fade">
                                      <p:cBhvr>
                                        <p:cTn id="340" dur="500"/>
                                        <p:tgtEl>
                                          <p:spTgt spid="2969969"/>
                                        </p:tgtEl>
                                      </p:cBhvr>
                                    </p:animEffect>
                                  </p:childTnLst>
                                </p:cTn>
                              </p:par>
                              <p:par>
                                <p:cTn id="341" presetID="10" presetClass="entr" presetSubtype="0" fill="hold" grpId="0" nodeType="withEffect">
                                  <p:stCondLst>
                                    <p:cond delay="0"/>
                                  </p:stCondLst>
                                  <p:childTnLst>
                                    <p:set>
                                      <p:cBhvr>
                                        <p:cTn id="342" dur="1" fill="hold">
                                          <p:stCondLst>
                                            <p:cond delay="0"/>
                                          </p:stCondLst>
                                        </p:cTn>
                                        <p:tgtEl>
                                          <p:spTgt spid="2969971"/>
                                        </p:tgtEl>
                                        <p:attrNameLst>
                                          <p:attrName>style.visibility</p:attrName>
                                        </p:attrNameLst>
                                      </p:cBhvr>
                                      <p:to>
                                        <p:strVal val="visible"/>
                                      </p:to>
                                    </p:set>
                                    <p:animEffect transition="in" filter="fade">
                                      <p:cBhvr>
                                        <p:cTn id="343" dur="500"/>
                                        <p:tgtEl>
                                          <p:spTgt spid="2969971"/>
                                        </p:tgtEl>
                                      </p:cBhvr>
                                    </p:animEffect>
                                  </p:childTnLst>
                                </p:cTn>
                              </p:par>
                              <p:par>
                                <p:cTn id="344" presetID="10" presetClass="entr" presetSubtype="0" fill="hold" grpId="0" nodeType="withEffect">
                                  <p:stCondLst>
                                    <p:cond delay="0"/>
                                  </p:stCondLst>
                                  <p:childTnLst>
                                    <p:set>
                                      <p:cBhvr>
                                        <p:cTn id="345" dur="1" fill="hold">
                                          <p:stCondLst>
                                            <p:cond delay="0"/>
                                          </p:stCondLst>
                                        </p:cTn>
                                        <p:tgtEl>
                                          <p:spTgt spid="2969970"/>
                                        </p:tgtEl>
                                        <p:attrNameLst>
                                          <p:attrName>style.visibility</p:attrName>
                                        </p:attrNameLst>
                                      </p:cBhvr>
                                      <p:to>
                                        <p:strVal val="visible"/>
                                      </p:to>
                                    </p:set>
                                    <p:animEffect transition="in" filter="fade">
                                      <p:cBhvr>
                                        <p:cTn id="346" dur="500"/>
                                        <p:tgtEl>
                                          <p:spTgt spid="2969970"/>
                                        </p:tgtEl>
                                      </p:cBhvr>
                                    </p:animEffect>
                                  </p:childTnLst>
                                </p:cTn>
                              </p:par>
                              <p:par>
                                <p:cTn id="347" presetID="10" presetClass="entr" presetSubtype="0" fill="hold" grpId="0" nodeType="withEffect">
                                  <p:stCondLst>
                                    <p:cond delay="0"/>
                                  </p:stCondLst>
                                  <p:childTnLst>
                                    <p:set>
                                      <p:cBhvr>
                                        <p:cTn id="348" dur="1" fill="hold">
                                          <p:stCondLst>
                                            <p:cond delay="0"/>
                                          </p:stCondLst>
                                        </p:cTn>
                                        <p:tgtEl>
                                          <p:spTgt spid="2969972"/>
                                        </p:tgtEl>
                                        <p:attrNameLst>
                                          <p:attrName>style.visibility</p:attrName>
                                        </p:attrNameLst>
                                      </p:cBhvr>
                                      <p:to>
                                        <p:strVal val="visible"/>
                                      </p:to>
                                    </p:set>
                                    <p:animEffect transition="in" filter="fade">
                                      <p:cBhvr>
                                        <p:cTn id="349" dur="500"/>
                                        <p:tgtEl>
                                          <p:spTgt spid="2969972"/>
                                        </p:tgtEl>
                                      </p:cBhvr>
                                    </p:animEffect>
                                  </p:childTnLst>
                                </p:cTn>
                              </p:par>
                              <p:par>
                                <p:cTn id="350" presetID="10" presetClass="entr" presetSubtype="0" fill="hold" grpId="0" nodeType="withEffect">
                                  <p:stCondLst>
                                    <p:cond delay="0"/>
                                  </p:stCondLst>
                                  <p:childTnLst>
                                    <p:set>
                                      <p:cBhvr>
                                        <p:cTn id="351" dur="1" fill="hold">
                                          <p:stCondLst>
                                            <p:cond delay="0"/>
                                          </p:stCondLst>
                                        </p:cTn>
                                        <p:tgtEl>
                                          <p:spTgt spid="2969973"/>
                                        </p:tgtEl>
                                        <p:attrNameLst>
                                          <p:attrName>style.visibility</p:attrName>
                                        </p:attrNameLst>
                                      </p:cBhvr>
                                      <p:to>
                                        <p:strVal val="visible"/>
                                      </p:to>
                                    </p:set>
                                    <p:animEffect transition="in" filter="fade">
                                      <p:cBhvr>
                                        <p:cTn id="352" dur="500"/>
                                        <p:tgtEl>
                                          <p:spTgt spid="2969973"/>
                                        </p:tgtEl>
                                      </p:cBhvr>
                                    </p:animEffect>
                                  </p:childTnLst>
                                </p:cTn>
                              </p:par>
                              <p:par>
                                <p:cTn id="353" presetID="10" presetClass="entr" presetSubtype="0" fill="hold" grpId="0" nodeType="withEffect">
                                  <p:stCondLst>
                                    <p:cond delay="0"/>
                                  </p:stCondLst>
                                  <p:childTnLst>
                                    <p:set>
                                      <p:cBhvr>
                                        <p:cTn id="354" dur="1" fill="hold">
                                          <p:stCondLst>
                                            <p:cond delay="0"/>
                                          </p:stCondLst>
                                        </p:cTn>
                                        <p:tgtEl>
                                          <p:spTgt spid="2969974"/>
                                        </p:tgtEl>
                                        <p:attrNameLst>
                                          <p:attrName>style.visibility</p:attrName>
                                        </p:attrNameLst>
                                      </p:cBhvr>
                                      <p:to>
                                        <p:strVal val="visible"/>
                                      </p:to>
                                    </p:set>
                                    <p:animEffect transition="in" filter="fade">
                                      <p:cBhvr>
                                        <p:cTn id="355" dur="500"/>
                                        <p:tgtEl>
                                          <p:spTgt spid="2969974"/>
                                        </p:tgtEl>
                                      </p:cBhvr>
                                    </p:animEffect>
                                  </p:childTnLst>
                                </p:cTn>
                              </p:par>
                            </p:childTnLst>
                          </p:cTn>
                        </p:par>
                        <p:par>
                          <p:cTn id="356" fill="hold" nodeType="afterGroup">
                            <p:stCondLst>
                              <p:cond delay="1500"/>
                            </p:stCondLst>
                            <p:childTnLst>
                              <p:par>
                                <p:cTn id="357" presetID="10" presetClass="entr" presetSubtype="0" fill="hold" grpId="0" nodeType="afterEffect">
                                  <p:stCondLst>
                                    <p:cond delay="0"/>
                                  </p:stCondLst>
                                  <p:childTnLst>
                                    <p:set>
                                      <p:cBhvr>
                                        <p:cTn id="358" dur="1" fill="hold">
                                          <p:stCondLst>
                                            <p:cond delay="0"/>
                                          </p:stCondLst>
                                        </p:cTn>
                                        <p:tgtEl>
                                          <p:spTgt spid="2969975"/>
                                        </p:tgtEl>
                                        <p:attrNameLst>
                                          <p:attrName>style.visibility</p:attrName>
                                        </p:attrNameLst>
                                      </p:cBhvr>
                                      <p:to>
                                        <p:strVal val="visible"/>
                                      </p:to>
                                    </p:set>
                                    <p:animEffect transition="in" filter="fade">
                                      <p:cBhvr>
                                        <p:cTn id="359" dur="500"/>
                                        <p:tgtEl>
                                          <p:spTgt spid="2969975"/>
                                        </p:tgtEl>
                                      </p:cBhvr>
                                    </p:animEffect>
                                  </p:childTnLst>
                                </p:cTn>
                              </p:par>
                              <p:par>
                                <p:cTn id="360" presetID="10" presetClass="entr" presetSubtype="0" fill="hold" grpId="0" nodeType="withEffect">
                                  <p:stCondLst>
                                    <p:cond delay="0"/>
                                  </p:stCondLst>
                                  <p:childTnLst>
                                    <p:set>
                                      <p:cBhvr>
                                        <p:cTn id="361" dur="1" fill="hold">
                                          <p:stCondLst>
                                            <p:cond delay="0"/>
                                          </p:stCondLst>
                                        </p:cTn>
                                        <p:tgtEl>
                                          <p:spTgt spid="2969976"/>
                                        </p:tgtEl>
                                        <p:attrNameLst>
                                          <p:attrName>style.visibility</p:attrName>
                                        </p:attrNameLst>
                                      </p:cBhvr>
                                      <p:to>
                                        <p:strVal val="visible"/>
                                      </p:to>
                                    </p:set>
                                    <p:animEffect transition="in" filter="fade">
                                      <p:cBhvr>
                                        <p:cTn id="362" dur="500"/>
                                        <p:tgtEl>
                                          <p:spTgt spid="2969976"/>
                                        </p:tgtEl>
                                      </p:cBhvr>
                                    </p:animEffect>
                                  </p:childTnLst>
                                </p:cTn>
                              </p:par>
                              <p:par>
                                <p:cTn id="363" presetID="10" presetClass="entr" presetSubtype="0" fill="hold" grpId="0" nodeType="withEffect">
                                  <p:stCondLst>
                                    <p:cond delay="0"/>
                                  </p:stCondLst>
                                  <p:childTnLst>
                                    <p:set>
                                      <p:cBhvr>
                                        <p:cTn id="364" dur="1" fill="hold">
                                          <p:stCondLst>
                                            <p:cond delay="0"/>
                                          </p:stCondLst>
                                        </p:cTn>
                                        <p:tgtEl>
                                          <p:spTgt spid="2969977"/>
                                        </p:tgtEl>
                                        <p:attrNameLst>
                                          <p:attrName>style.visibility</p:attrName>
                                        </p:attrNameLst>
                                      </p:cBhvr>
                                      <p:to>
                                        <p:strVal val="visible"/>
                                      </p:to>
                                    </p:set>
                                    <p:animEffect transition="in" filter="fade">
                                      <p:cBhvr>
                                        <p:cTn id="365" dur="500"/>
                                        <p:tgtEl>
                                          <p:spTgt spid="2969977"/>
                                        </p:tgtEl>
                                      </p:cBhvr>
                                    </p:animEffect>
                                  </p:childTnLst>
                                </p:cTn>
                              </p:par>
                              <p:par>
                                <p:cTn id="366" presetID="10" presetClass="entr" presetSubtype="0" fill="hold" grpId="0" nodeType="withEffect">
                                  <p:stCondLst>
                                    <p:cond delay="0"/>
                                  </p:stCondLst>
                                  <p:childTnLst>
                                    <p:set>
                                      <p:cBhvr>
                                        <p:cTn id="367" dur="1" fill="hold">
                                          <p:stCondLst>
                                            <p:cond delay="0"/>
                                          </p:stCondLst>
                                        </p:cTn>
                                        <p:tgtEl>
                                          <p:spTgt spid="2969978"/>
                                        </p:tgtEl>
                                        <p:attrNameLst>
                                          <p:attrName>style.visibility</p:attrName>
                                        </p:attrNameLst>
                                      </p:cBhvr>
                                      <p:to>
                                        <p:strVal val="visible"/>
                                      </p:to>
                                    </p:set>
                                    <p:animEffect transition="in" filter="fade">
                                      <p:cBhvr>
                                        <p:cTn id="368" dur="500"/>
                                        <p:tgtEl>
                                          <p:spTgt spid="2969978"/>
                                        </p:tgtEl>
                                      </p:cBhvr>
                                    </p:animEffect>
                                  </p:childTnLst>
                                </p:cTn>
                              </p:par>
                              <p:par>
                                <p:cTn id="369" presetID="10" presetClass="entr" presetSubtype="0" fill="hold" grpId="0" nodeType="withEffect">
                                  <p:stCondLst>
                                    <p:cond delay="0"/>
                                  </p:stCondLst>
                                  <p:childTnLst>
                                    <p:set>
                                      <p:cBhvr>
                                        <p:cTn id="370" dur="1" fill="hold">
                                          <p:stCondLst>
                                            <p:cond delay="0"/>
                                          </p:stCondLst>
                                        </p:cTn>
                                        <p:tgtEl>
                                          <p:spTgt spid="2969979"/>
                                        </p:tgtEl>
                                        <p:attrNameLst>
                                          <p:attrName>style.visibility</p:attrName>
                                        </p:attrNameLst>
                                      </p:cBhvr>
                                      <p:to>
                                        <p:strVal val="visible"/>
                                      </p:to>
                                    </p:set>
                                    <p:animEffect transition="in" filter="fade">
                                      <p:cBhvr>
                                        <p:cTn id="371" dur="500"/>
                                        <p:tgtEl>
                                          <p:spTgt spid="2969979"/>
                                        </p:tgtEl>
                                      </p:cBhvr>
                                    </p:animEffect>
                                  </p:childTnLst>
                                </p:cTn>
                              </p:par>
                              <p:par>
                                <p:cTn id="372" presetID="10" presetClass="entr" presetSubtype="0" fill="hold" grpId="0" nodeType="withEffect">
                                  <p:stCondLst>
                                    <p:cond delay="0"/>
                                  </p:stCondLst>
                                  <p:childTnLst>
                                    <p:set>
                                      <p:cBhvr>
                                        <p:cTn id="373" dur="1" fill="hold">
                                          <p:stCondLst>
                                            <p:cond delay="0"/>
                                          </p:stCondLst>
                                        </p:cTn>
                                        <p:tgtEl>
                                          <p:spTgt spid="2969981"/>
                                        </p:tgtEl>
                                        <p:attrNameLst>
                                          <p:attrName>style.visibility</p:attrName>
                                        </p:attrNameLst>
                                      </p:cBhvr>
                                      <p:to>
                                        <p:strVal val="visible"/>
                                      </p:to>
                                    </p:set>
                                    <p:animEffect transition="in" filter="fade">
                                      <p:cBhvr>
                                        <p:cTn id="374" dur="500"/>
                                        <p:tgtEl>
                                          <p:spTgt spid="2969981"/>
                                        </p:tgtEl>
                                      </p:cBhvr>
                                    </p:animEffect>
                                  </p:childTnLst>
                                </p:cTn>
                              </p:par>
                              <p:par>
                                <p:cTn id="375" presetID="10" presetClass="entr" presetSubtype="0" fill="hold" grpId="0" nodeType="withEffect">
                                  <p:stCondLst>
                                    <p:cond delay="0"/>
                                  </p:stCondLst>
                                  <p:childTnLst>
                                    <p:set>
                                      <p:cBhvr>
                                        <p:cTn id="376" dur="1" fill="hold">
                                          <p:stCondLst>
                                            <p:cond delay="0"/>
                                          </p:stCondLst>
                                        </p:cTn>
                                        <p:tgtEl>
                                          <p:spTgt spid="2969980"/>
                                        </p:tgtEl>
                                        <p:attrNameLst>
                                          <p:attrName>style.visibility</p:attrName>
                                        </p:attrNameLst>
                                      </p:cBhvr>
                                      <p:to>
                                        <p:strVal val="visible"/>
                                      </p:to>
                                    </p:set>
                                    <p:animEffect transition="in" filter="fade">
                                      <p:cBhvr>
                                        <p:cTn id="377" dur="500"/>
                                        <p:tgtEl>
                                          <p:spTgt spid="2969980"/>
                                        </p:tgtEl>
                                      </p:cBhvr>
                                    </p:animEffect>
                                  </p:childTnLst>
                                </p:cTn>
                              </p:par>
                              <p:par>
                                <p:cTn id="378" presetID="10" presetClass="entr" presetSubtype="0" fill="hold" grpId="0" nodeType="withEffect">
                                  <p:stCondLst>
                                    <p:cond delay="0"/>
                                  </p:stCondLst>
                                  <p:childTnLst>
                                    <p:set>
                                      <p:cBhvr>
                                        <p:cTn id="379" dur="1" fill="hold">
                                          <p:stCondLst>
                                            <p:cond delay="0"/>
                                          </p:stCondLst>
                                        </p:cTn>
                                        <p:tgtEl>
                                          <p:spTgt spid="2969982"/>
                                        </p:tgtEl>
                                        <p:attrNameLst>
                                          <p:attrName>style.visibility</p:attrName>
                                        </p:attrNameLst>
                                      </p:cBhvr>
                                      <p:to>
                                        <p:strVal val="visible"/>
                                      </p:to>
                                    </p:set>
                                    <p:animEffect transition="in" filter="fade">
                                      <p:cBhvr>
                                        <p:cTn id="380" dur="500"/>
                                        <p:tgtEl>
                                          <p:spTgt spid="2969982"/>
                                        </p:tgtEl>
                                      </p:cBhvr>
                                    </p:animEffect>
                                  </p:childTnLst>
                                </p:cTn>
                              </p:par>
                            </p:childTnLst>
                          </p:cTn>
                        </p:par>
                        <p:par>
                          <p:cTn id="381" fill="hold" nodeType="afterGroup">
                            <p:stCondLst>
                              <p:cond delay="2000"/>
                            </p:stCondLst>
                            <p:childTnLst>
                              <p:par>
                                <p:cTn id="382" presetID="10" presetClass="entr" presetSubtype="0" fill="hold" grpId="0" nodeType="afterEffect">
                                  <p:stCondLst>
                                    <p:cond delay="0"/>
                                  </p:stCondLst>
                                  <p:childTnLst>
                                    <p:set>
                                      <p:cBhvr>
                                        <p:cTn id="383" dur="1" fill="hold">
                                          <p:stCondLst>
                                            <p:cond delay="0"/>
                                          </p:stCondLst>
                                        </p:cTn>
                                        <p:tgtEl>
                                          <p:spTgt spid="2969983"/>
                                        </p:tgtEl>
                                        <p:attrNameLst>
                                          <p:attrName>style.visibility</p:attrName>
                                        </p:attrNameLst>
                                      </p:cBhvr>
                                      <p:to>
                                        <p:strVal val="visible"/>
                                      </p:to>
                                    </p:set>
                                    <p:animEffect transition="in" filter="fade">
                                      <p:cBhvr>
                                        <p:cTn id="384" dur="500"/>
                                        <p:tgtEl>
                                          <p:spTgt spid="2969983"/>
                                        </p:tgtEl>
                                      </p:cBhvr>
                                    </p:animEffect>
                                  </p:childTnLst>
                                </p:cTn>
                              </p:par>
                              <p:par>
                                <p:cTn id="385" presetID="10" presetClass="entr" presetSubtype="0" fill="hold" grpId="0" nodeType="withEffect">
                                  <p:stCondLst>
                                    <p:cond delay="0"/>
                                  </p:stCondLst>
                                  <p:childTnLst>
                                    <p:set>
                                      <p:cBhvr>
                                        <p:cTn id="386" dur="1" fill="hold">
                                          <p:stCondLst>
                                            <p:cond delay="0"/>
                                          </p:stCondLst>
                                        </p:cTn>
                                        <p:tgtEl>
                                          <p:spTgt spid="2969984"/>
                                        </p:tgtEl>
                                        <p:attrNameLst>
                                          <p:attrName>style.visibility</p:attrName>
                                        </p:attrNameLst>
                                      </p:cBhvr>
                                      <p:to>
                                        <p:strVal val="visible"/>
                                      </p:to>
                                    </p:set>
                                    <p:animEffect transition="in" filter="fade">
                                      <p:cBhvr>
                                        <p:cTn id="387" dur="500"/>
                                        <p:tgtEl>
                                          <p:spTgt spid="2969984"/>
                                        </p:tgtEl>
                                      </p:cBhvr>
                                    </p:animEffect>
                                  </p:childTnLst>
                                </p:cTn>
                              </p:par>
                              <p:par>
                                <p:cTn id="388" presetID="10" presetClass="entr" presetSubtype="0" fill="hold" grpId="0" nodeType="withEffect">
                                  <p:stCondLst>
                                    <p:cond delay="0"/>
                                  </p:stCondLst>
                                  <p:childTnLst>
                                    <p:set>
                                      <p:cBhvr>
                                        <p:cTn id="389" dur="1" fill="hold">
                                          <p:stCondLst>
                                            <p:cond delay="0"/>
                                          </p:stCondLst>
                                        </p:cTn>
                                        <p:tgtEl>
                                          <p:spTgt spid="2969985"/>
                                        </p:tgtEl>
                                        <p:attrNameLst>
                                          <p:attrName>style.visibility</p:attrName>
                                        </p:attrNameLst>
                                      </p:cBhvr>
                                      <p:to>
                                        <p:strVal val="visible"/>
                                      </p:to>
                                    </p:set>
                                    <p:animEffect transition="in" filter="fade">
                                      <p:cBhvr>
                                        <p:cTn id="390" dur="500"/>
                                        <p:tgtEl>
                                          <p:spTgt spid="2969985"/>
                                        </p:tgtEl>
                                      </p:cBhvr>
                                    </p:animEffect>
                                  </p:childTnLst>
                                </p:cTn>
                              </p:par>
                              <p:par>
                                <p:cTn id="391" presetID="10" presetClass="entr" presetSubtype="0" fill="hold" grpId="0" nodeType="withEffect">
                                  <p:stCondLst>
                                    <p:cond delay="0"/>
                                  </p:stCondLst>
                                  <p:childTnLst>
                                    <p:set>
                                      <p:cBhvr>
                                        <p:cTn id="392" dur="1" fill="hold">
                                          <p:stCondLst>
                                            <p:cond delay="0"/>
                                          </p:stCondLst>
                                        </p:cTn>
                                        <p:tgtEl>
                                          <p:spTgt spid="2969987"/>
                                        </p:tgtEl>
                                        <p:attrNameLst>
                                          <p:attrName>style.visibility</p:attrName>
                                        </p:attrNameLst>
                                      </p:cBhvr>
                                      <p:to>
                                        <p:strVal val="visible"/>
                                      </p:to>
                                    </p:set>
                                    <p:animEffect transition="in" filter="fade">
                                      <p:cBhvr>
                                        <p:cTn id="393" dur="500"/>
                                        <p:tgtEl>
                                          <p:spTgt spid="2969987"/>
                                        </p:tgtEl>
                                      </p:cBhvr>
                                    </p:animEffect>
                                  </p:childTnLst>
                                </p:cTn>
                              </p:par>
                              <p:par>
                                <p:cTn id="394" presetID="10" presetClass="entr" presetSubtype="0" fill="hold" grpId="0" nodeType="withEffect">
                                  <p:stCondLst>
                                    <p:cond delay="0"/>
                                  </p:stCondLst>
                                  <p:childTnLst>
                                    <p:set>
                                      <p:cBhvr>
                                        <p:cTn id="395" dur="1" fill="hold">
                                          <p:stCondLst>
                                            <p:cond delay="0"/>
                                          </p:stCondLst>
                                        </p:cTn>
                                        <p:tgtEl>
                                          <p:spTgt spid="2969986"/>
                                        </p:tgtEl>
                                        <p:attrNameLst>
                                          <p:attrName>style.visibility</p:attrName>
                                        </p:attrNameLst>
                                      </p:cBhvr>
                                      <p:to>
                                        <p:strVal val="visible"/>
                                      </p:to>
                                    </p:set>
                                    <p:animEffect transition="in" filter="fade">
                                      <p:cBhvr>
                                        <p:cTn id="396" dur="500"/>
                                        <p:tgtEl>
                                          <p:spTgt spid="2969986"/>
                                        </p:tgtEl>
                                      </p:cBhvr>
                                    </p:animEffect>
                                  </p:childTnLst>
                                </p:cTn>
                              </p:par>
                              <p:par>
                                <p:cTn id="397" presetID="10" presetClass="entr" presetSubtype="0" fill="hold" grpId="0" nodeType="withEffect">
                                  <p:stCondLst>
                                    <p:cond delay="0"/>
                                  </p:stCondLst>
                                  <p:childTnLst>
                                    <p:set>
                                      <p:cBhvr>
                                        <p:cTn id="398" dur="1" fill="hold">
                                          <p:stCondLst>
                                            <p:cond delay="0"/>
                                          </p:stCondLst>
                                        </p:cTn>
                                        <p:tgtEl>
                                          <p:spTgt spid="2969988"/>
                                        </p:tgtEl>
                                        <p:attrNameLst>
                                          <p:attrName>style.visibility</p:attrName>
                                        </p:attrNameLst>
                                      </p:cBhvr>
                                      <p:to>
                                        <p:strVal val="visible"/>
                                      </p:to>
                                    </p:set>
                                    <p:animEffect transition="in" filter="fade">
                                      <p:cBhvr>
                                        <p:cTn id="399" dur="500"/>
                                        <p:tgtEl>
                                          <p:spTgt spid="2969988"/>
                                        </p:tgtEl>
                                      </p:cBhvr>
                                    </p:animEffect>
                                  </p:childTnLst>
                                </p:cTn>
                              </p:par>
                              <p:par>
                                <p:cTn id="400" presetID="10" presetClass="entr" presetSubtype="0" fill="hold" grpId="0" nodeType="withEffect">
                                  <p:stCondLst>
                                    <p:cond delay="0"/>
                                  </p:stCondLst>
                                  <p:childTnLst>
                                    <p:set>
                                      <p:cBhvr>
                                        <p:cTn id="401" dur="1" fill="hold">
                                          <p:stCondLst>
                                            <p:cond delay="0"/>
                                          </p:stCondLst>
                                        </p:cTn>
                                        <p:tgtEl>
                                          <p:spTgt spid="2969989"/>
                                        </p:tgtEl>
                                        <p:attrNameLst>
                                          <p:attrName>style.visibility</p:attrName>
                                        </p:attrNameLst>
                                      </p:cBhvr>
                                      <p:to>
                                        <p:strVal val="visible"/>
                                      </p:to>
                                    </p:set>
                                    <p:animEffect transition="in" filter="fade">
                                      <p:cBhvr>
                                        <p:cTn id="402" dur="500"/>
                                        <p:tgtEl>
                                          <p:spTgt spid="2969989"/>
                                        </p:tgtEl>
                                      </p:cBhvr>
                                    </p:animEffect>
                                  </p:childTnLst>
                                </p:cTn>
                              </p:par>
                              <p:par>
                                <p:cTn id="403" presetID="10" presetClass="entr" presetSubtype="0" fill="hold" grpId="0" nodeType="withEffect">
                                  <p:stCondLst>
                                    <p:cond delay="0"/>
                                  </p:stCondLst>
                                  <p:childTnLst>
                                    <p:set>
                                      <p:cBhvr>
                                        <p:cTn id="404" dur="1" fill="hold">
                                          <p:stCondLst>
                                            <p:cond delay="0"/>
                                          </p:stCondLst>
                                        </p:cTn>
                                        <p:tgtEl>
                                          <p:spTgt spid="2969990"/>
                                        </p:tgtEl>
                                        <p:attrNameLst>
                                          <p:attrName>style.visibility</p:attrName>
                                        </p:attrNameLst>
                                      </p:cBhvr>
                                      <p:to>
                                        <p:strVal val="visible"/>
                                      </p:to>
                                    </p:set>
                                    <p:animEffect transition="in" filter="fade">
                                      <p:cBhvr>
                                        <p:cTn id="405" dur="500"/>
                                        <p:tgtEl>
                                          <p:spTgt spid="2969990"/>
                                        </p:tgtEl>
                                      </p:cBhvr>
                                    </p:animEffect>
                                  </p:childTnLst>
                                </p:cTn>
                              </p:par>
                            </p:childTnLst>
                          </p:cTn>
                        </p:par>
                        <p:par>
                          <p:cTn id="406" fill="hold" nodeType="afterGroup">
                            <p:stCondLst>
                              <p:cond delay="2500"/>
                            </p:stCondLst>
                            <p:childTnLst>
                              <p:par>
                                <p:cTn id="407" presetID="10" presetClass="entr" presetSubtype="0" fill="hold" grpId="0" nodeType="afterEffect">
                                  <p:stCondLst>
                                    <p:cond delay="0"/>
                                  </p:stCondLst>
                                  <p:childTnLst>
                                    <p:set>
                                      <p:cBhvr>
                                        <p:cTn id="408" dur="1" fill="hold">
                                          <p:stCondLst>
                                            <p:cond delay="0"/>
                                          </p:stCondLst>
                                        </p:cTn>
                                        <p:tgtEl>
                                          <p:spTgt spid="2969991"/>
                                        </p:tgtEl>
                                        <p:attrNameLst>
                                          <p:attrName>style.visibility</p:attrName>
                                        </p:attrNameLst>
                                      </p:cBhvr>
                                      <p:to>
                                        <p:strVal val="visible"/>
                                      </p:to>
                                    </p:set>
                                    <p:animEffect transition="in" filter="fade">
                                      <p:cBhvr>
                                        <p:cTn id="409" dur="500"/>
                                        <p:tgtEl>
                                          <p:spTgt spid="2969991"/>
                                        </p:tgtEl>
                                      </p:cBhvr>
                                    </p:animEffect>
                                  </p:childTnLst>
                                </p:cTn>
                              </p:par>
                              <p:par>
                                <p:cTn id="410" presetID="10" presetClass="entr" presetSubtype="0" fill="hold" grpId="0" nodeType="withEffect">
                                  <p:stCondLst>
                                    <p:cond delay="0"/>
                                  </p:stCondLst>
                                  <p:childTnLst>
                                    <p:set>
                                      <p:cBhvr>
                                        <p:cTn id="411" dur="1" fill="hold">
                                          <p:stCondLst>
                                            <p:cond delay="0"/>
                                          </p:stCondLst>
                                        </p:cTn>
                                        <p:tgtEl>
                                          <p:spTgt spid="2969992"/>
                                        </p:tgtEl>
                                        <p:attrNameLst>
                                          <p:attrName>style.visibility</p:attrName>
                                        </p:attrNameLst>
                                      </p:cBhvr>
                                      <p:to>
                                        <p:strVal val="visible"/>
                                      </p:to>
                                    </p:set>
                                    <p:animEffect transition="in" filter="fade">
                                      <p:cBhvr>
                                        <p:cTn id="412" dur="500"/>
                                        <p:tgtEl>
                                          <p:spTgt spid="2969992"/>
                                        </p:tgtEl>
                                      </p:cBhvr>
                                    </p:animEffect>
                                  </p:childTnLst>
                                </p:cTn>
                              </p:par>
                              <p:par>
                                <p:cTn id="413" presetID="10" presetClass="entr" presetSubtype="0" fill="hold" grpId="0" nodeType="withEffect">
                                  <p:stCondLst>
                                    <p:cond delay="0"/>
                                  </p:stCondLst>
                                  <p:childTnLst>
                                    <p:set>
                                      <p:cBhvr>
                                        <p:cTn id="414" dur="1" fill="hold">
                                          <p:stCondLst>
                                            <p:cond delay="0"/>
                                          </p:stCondLst>
                                        </p:cTn>
                                        <p:tgtEl>
                                          <p:spTgt spid="2969993"/>
                                        </p:tgtEl>
                                        <p:attrNameLst>
                                          <p:attrName>style.visibility</p:attrName>
                                        </p:attrNameLst>
                                      </p:cBhvr>
                                      <p:to>
                                        <p:strVal val="visible"/>
                                      </p:to>
                                    </p:set>
                                    <p:animEffect transition="in" filter="fade">
                                      <p:cBhvr>
                                        <p:cTn id="415" dur="500"/>
                                        <p:tgtEl>
                                          <p:spTgt spid="2969993"/>
                                        </p:tgtEl>
                                      </p:cBhvr>
                                    </p:animEffect>
                                  </p:childTnLst>
                                </p:cTn>
                              </p:par>
                              <p:par>
                                <p:cTn id="416" presetID="10" presetClass="entr" presetSubtype="0" fill="hold" grpId="0" nodeType="withEffect">
                                  <p:stCondLst>
                                    <p:cond delay="0"/>
                                  </p:stCondLst>
                                  <p:childTnLst>
                                    <p:set>
                                      <p:cBhvr>
                                        <p:cTn id="417" dur="1" fill="hold">
                                          <p:stCondLst>
                                            <p:cond delay="0"/>
                                          </p:stCondLst>
                                        </p:cTn>
                                        <p:tgtEl>
                                          <p:spTgt spid="2969994"/>
                                        </p:tgtEl>
                                        <p:attrNameLst>
                                          <p:attrName>style.visibility</p:attrName>
                                        </p:attrNameLst>
                                      </p:cBhvr>
                                      <p:to>
                                        <p:strVal val="visible"/>
                                      </p:to>
                                    </p:set>
                                    <p:animEffect transition="in" filter="fade">
                                      <p:cBhvr>
                                        <p:cTn id="418" dur="500"/>
                                        <p:tgtEl>
                                          <p:spTgt spid="2969994"/>
                                        </p:tgtEl>
                                      </p:cBhvr>
                                    </p:animEffect>
                                  </p:childTnLst>
                                </p:cTn>
                              </p:par>
                              <p:par>
                                <p:cTn id="419" presetID="10" presetClass="entr" presetSubtype="0" fill="hold" grpId="0" nodeType="withEffect">
                                  <p:stCondLst>
                                    <p:cond delay="0"/>
                                  </p:stCondLst>
                                  <p:childTnLst>
                                    <p:set>
                                      <p:cBhvr>
                                        <p:cTn id="420" dur="1" fill="hold">
                                          <p:stCondLst>
                                            <p:cond delay="0"/>
                                          </p:stCondLst>
                                        </p:cTn>
                                        <p:tgtEl>
                                          <p:spTgt spid="2969995"/>
                                        </p:tgtEl>
                                        <p:attrNameLst>
                                          <p:attrName>style.visibility</p:attrName>
                                        </p:attrNameLst>
                                      </p:cBhvr>
                                      <p:to>
                                        <p:strVal val="visible"/>
                                      </p:to>
                                    </p:set>
                                    <p:animEffect transition="in" filter="fade">
                                      <p:cBhvr>
                                        <p:cTn id="421" dur="500"/>
                                        <p:tgtEl>
                                          <p:spTgt spid="2969995"/>
                                        </p:tgtEl>
                                      </p:cBhvr>
                                    </p:animEffect>
                                  </p:childTnLst>
                                </p:cTn>
                              </p:par>
                              <p:par>
                                <p:cTn id="422" presetID="10" presetClass="entr" presetSubtype="0" fill="hold" grpId="0" nodeType="withEffect">
                                  <p:stCondLst>
                                    <p:cond delay="0"/>
                                  </p:stCondLst>
                                  <p:childTnLst>
                                    <p:set>
                                      <p:cBhvr>
                                        <p:cTn id="423" dur="1" fill="hold">
                                          <p:stCondLst>
                                            <p:cond delay="0"/>
                                          </p:stCondLst>
                                        </p:cTn>
                                        <p:tgtEl>
                                          <p:spTgt spid="2969997"/>
                                        </p:tgtEl>
                                        <p:attrNameLst>
                                          <p:attrName>style.visibility</p:attrName>
                                        </p:attrNameLst>
                                      </p:cBhvr>
                                      <p:to>
                                        <p:strVal val="visible"/>
                                      </p:to>
                                    </p:set>
                                    <p:animEffect transition="in" filter="fade">
                                      <p:cBhvr>
                                        <p:cTn id="424" dur="500"/>
                                        <p:tgtEl>
                                          <p:spTgt spid="2969997"/>
                                        </p:tgtEl>
                                      </p:cBhvr>
                                    </p:animEffect>
                                  </p:childTnLst>
                                </p:cTn>
                              </p:par>
                              <p:par>
                                <p:cTn id="425" presetID="10" presetClass="entr" presetSubtype="0" fill="hold" grpId="0" nodeType="withEffect">
                                  <p:stCondLst>
                                    <p:cond delay="0"/>
                                  </p:stCondLst>
                                  <p:childTnLst>
                                    <p:set>
                                      <p:cBhvr>
                                        <p:cTn id="426" dur="1" fill="hold">
                                          <p:stCondLst>
                                            <p:cond delay="0"/>
                                          </p:stCondLst>
                                        </p:cTn>
                                        <p:tgtEl>
                                          <p:spTgt spid="2969996"/>
                                        </p:tgtEl>
                                        <p:attrNameLst>
                                          <p:attrName>style.visibility</p:attrName>
                                        </p:attrNameLst>
                                      </p:cBhvr>
                                      <p:to>
                                        <p:strVal val="visible"/>
                                      </p:to>
                                    </p:set>
                                    <p:animEffect transition="in" filter="fade">
                                      <p:cBhvr>
                                        <p:cTn id="427" dur="500"/>
                                        <p:tgtEl>
                                          <p:spTgt spid="2969996"/>
                                        </p:tgtEl>
                                      </p:cBhvr>
                                    </p:animEffect>
                                  </p:childTnLst>
                                </p:cTn>
                              </p:par>
                              <p:par>
                                <p:cTn id="428" presetID="10" presetClass="entr" presetSubtype="0" fill="hold" grpId="0" nodeType="withEffect">
                                  <p:stCondLst>
                                    <p:cond delay="0"/>
                                  </p:stCondLst>
                                  <p:childTnLst>
                                    <p:set>
                                      <p:cBhvr>
                                        <p:cTn id="429" dur="1" fill="hold">
                                          <p:stCondLst>
                                            <p:cond delay="0"/>
                                          </p:stCondLst>
                                        </p:cTn>
                                        <p:tgtEl>
                                          <p:spTgt spid="2969998"/>
                                        </p:tgtEl>
                                        <p:attrNameLst>
                                          <p:attrName>style.visibility</p:attrName>
                                        </p:attrNameLst>
                                      </p:cBhvr>
                                      <p:to>
                                        <p:strVal val="visible"/>
                                      </p:to>
                                    </p:set>
                                    <p:animEffect transition="in" filter="fade">
                                      <p:cBhvr>
                                        <p:cTn id="430" dur="500"/>
                                        <p:tgtEl>
                                          <p:spTgt spid="2969998"/>
                                        </p:tgtEl>
                                      </p:cBhvr>
                                    </p:animEffect>
                                  </p:childTnLst>
                                </p:cTn>
                              </p:par>
                            </p:childTnLst>
                          </p:cTn>
                        </p:par>
                        <p:par>
                          <p:cTn id="431" fill="hold" nodeType="afterGroup">
                            <p:stCondLst>
                              <p:cond delay="3000"/>
                            </p:stCondLst>
                            <p:childTnLst>
                              <p:par>
                                <p:cTn id="432" presetID="10" presetClass="entr" presetSubtype="0" fill="hold" grpId="0" nodeType="afterEffect">
                                  <p:stCondLst>
                                    <p:cond delay="0"/>
                                  </p:stCondLst>
                                  <p:childTnLst>
                                    <p:set>
                                      <p:cBhvr>
                                        <p:cTn id="433" dur="1" fill="hold">
                                          <p:stCondLst>
                                            <p:cond delay="0"/>
                                          </p:stCondLst>
                                        </p:cTn>
                                        <p:tgtEl>
                                          <p:spTgt spid="2969999"/>
                                        </p:tgtEl>
                                        <p:attrNameLst>
                                          <p:attrName>style.visibility</p:attrName>
                                        </p:attrNameLst>
                                      </p:cBhvr>
                                      <p:to>
                                        <p:strVal val="visible"/>
                                      </p:to>
                                    </p:set>
                                    <p:animEffect transition="in" filter="fade">
                                      <p:cBhvr>
                                        <p:cTn id="434" dur="500"/>
                                        <p:tgtEl>
                                          <p:spTgt spid="2969999"/>
                                        </p:tgtEl>
                                      </p:cBhvr>
                                    </p:animEffect>
                                  </p:childTnLst>
                                </p:cTn>
                              </p:par>
                              <p:par>
                                <p:cTn id="435" presetID="10" presetClass="entr" presetSubtype="0" fill="hold" grpId="0" nodeType="withEffect">
                                  <p:stCondLst>
                                    <p:cond delay="0"/>
                                  </p:stCondLst>
                                  <p:childTnLst>
                                    <p:set>
                                      <p:cBhvr>
                                        <p:cTn id="436" dur="1" fill="hold">
                                          <p:stCondLst>
                                            <p:cond delay="0"/>
                                          </p:stCondLst>
                                        </p:cTn>
                                        <p:tgtEl>
                                          <p:spTgt spid="2970000"/>
                                        </p:tgtEl>
                                        <p:attrNameLst>
                                          <p:attrName>style.visibility</p:attrName>
                                        </p:attrNameLst>
                                      </p:cBhvr>
                                      <p:to>
                                        <p:strVal val="visible"/>
                                      </p:to>
                                    </p:set>
                                    <p:animEffect transition="in" filter="fade">
                                      <p:cBhvr>
                                        <p:cTn id="437" dur="500"/>
                                        <p:tgtEl>
                                          <p:spTgt spid="2970000"/>
                                        </p:tgtEl>
                                      </p:cBhvr>
                                    </p:animEffect>
                                  </p:childTnLst>
                                </p:cTn>
                              </p:par>
                              <p:par>
                                <p:cTn id="438" presetID="10" presetClass="entr" presetSubtype="0" fill="hold" grpId="0" nodeType="withEffect">
                                  <p:stCondLst>
                                    <p:cond delay="0"/>
                                  </p:stCondLst>
                                  <p:childTnLst>
                                    <p:set>
                                      <p:cBhvr>
                                        <p:cTn id="439" dur="1" fill="hold">
                                          <p:stCondLst>
                                            <p:cond delay="0"/>
                                          </p:stCondLst>
                                        </p:cTn>
                                        <p:tgtEl>
                                          <p:spTgt spid="2970001"/>
                                        </p:tgtEl>
                                        <p:attrNameLst>
                                          <p:attrName>style.visibility</p:attrName>
                                        </p:attrNameLst>
                                      </p:cBhvr>
                                      <p:to>
                                        <p:strVal val="visible"/>
                                      </p:to>
                                    </p:set>
                                    <p:animEffect transition="in" filter="fade">
                                      <p:cBhvr>
                                        <p:cTn id="440" dur="500"/>
                                        <p:tgtEl>
                                          <p:spTgt spid="2970001"/>
                                        </p:tgtEl>
                                      </p:cBhvr>
                                    </p:animEffect>
                                  </p:childTnLst>
                                </p:cTn>
                              </p:par>
                              <p:par>
                                <p:cTn id="441" presetID="10" presetClass="entr" presetSubtype="0" fill="hold" grpId="0" nodeType="withEffect">
                                  <p:stCondLst>
                                    <p:cond delay="0"/>
                                  </p:stCondLst>
                                  <p:childTnLst>
                                    <p:set>
                                      <p:cBhvr>
                                        <p:cTn id="442" dur="1" fill="hold">
                                          <p:stCondLst>
                                            <p:cond delay="0"/>
                                          </p:stCondLst>
                                        </p:cTn>
                                        <p:tgtEl>
                                          <p:spTgt spid="2970002"/>
                                        </p:tgtEl>
                                        <p:attrNameLst>
                                          <p:attrName>style.visibility</p:attrName>
                                        </p:attrNameLst>
                                      </p:cBhvr>
                                      <p:to>
                                        <p:strVal val="visible"/>
                                      </p:to>
                                    </p:set>
                                    <p:animEffect transition="in" filter="fade">
                                      <p:cBhvr>
                                        <p:cTn id="443" dur="500"/>
                                        <p:tgtEl>
                                          <p:spTgt spid="2970002"/>
                                        </p:tgtEl>
                                      </p:cBhvr>
                                    </p:animEffect>
                                  </p:childTnLst>
                                </p:cTn>
                              </p:par>
                              <p:par>
                                <p:cTn id="444" presetID="10" presetClass="entr" presetSubtype="0" fill="hold" grpId="0" nodeType="withEffect">
                                  <p:stCondLst>
                                    <p:cond delay="0"/>
                                  </p:stCondLst>
                                  <p:childTnLst>
                                    <p:set>
                                      <p:cBhvr>
                                        <p:cTn id="445" dur="1" fill="hold">
                                          <p:stCondLst>
                                            <p:cond delay="0"/>
                                          </p:stCondLst>
                                        </p:cTn>
                                        <p:tgtEl>
                                          <p:spTgt spid="2970003"/>
                                        </p:tgtEl>
                                        <p:attrNameLst>
                                          <p:attrName>style.visibility</p:attrName>
                                        </p:attrNameLst>
                                      </p:cBhvr>
                                      <p:to>
                                        <p:strVal val="visible"/>
                                      </p:to>
                                    </p:set>
                                    <p:animEffect transition="in" filter="fade">
                                      <p:cBhvr>
                                        <p:cTn id="446" dur="500"/>
                                        <p:tgtEl>
                                          <p:spTgt spid="2970003"/>
                                        </p:tgtEl>
                                      </p:cBhvr>
                                    </p:animEffect>
                                  </p:childTnLst>
                                </p:cTn>
                              </p:par>
                              <p:par>
                                <p:cTn id="447" presetID="10" presetClass="entr" presetSubtype="0" fill="hold" grpId="0" nodeType="withEffect">
                                  <p:stCondLst>
                                    <p:cond delay="0"/>
                                  </p:stCondLst>
                                  <p:childTnLst>
                                    <p:set>
                                      <p:cBhvr>
                                        <p:cTn id="448" dur="1" fill="hold">
                                          <p:stCondLst>
                                            <p:cond delay="0"/>
                                          </p:stCondLst>
                                        </p:cTn>
                                        <p:tgtEl>
                                          <p:spTgt spid="2970005"/>
                                        </p:tgtEl>
                                        <p:attrNameLst>
                                          <p:attrName>style.visibility</p:attrName>
                                        </p:attrNameLst>
                                      </p:cBhvr>
                                      <p:to>
                                        <p:strVal val="visible"/>
                                      </p:to>
                                    </p:set>
                                    <p:animEffect transition="in" filter="fade">
                                      <p:cBhvr>
                                        <p:cTn id="449" dur="500"/>
                                        <p:tgtEl>
                                          <p:spTgt spid="2970005"/>
                                        </p:tgtEl>
                                      </p:cBhvr>
                                    </p:animEffect>
                                  </p:childTnLst>
                                </p:cTn>
                              </p:par>
                              <p:par>
                                <p:cTn id="450" presetID="10" presetClass="entr" presetSubtype="0" fill="hold" grpId="0" nodeType="withEffect">
                                  <p:stCondLst>
                                    <p:cond delay="0"/>
                                  </p:stCondLst>
                                  <p:childTnLst>
                                    <p:set>
                                      <p:cBhvr>
                                        <p:cTn id="451" dur="1" fill="hold">
                                          <p:stCondLst>
                                            <p:cond delay="0"/>
                                          </p:stCondLst>
                                        </p:cTn>
                                        <p:tgtEl>
                                          <p:spTgt spid="2970004"/>
                                        </p:tgtEl>
                                        <p:attrNameLst>
                                          <p:attrName>style.visibility</p:attrName>
                                        </p:attrNameLst>
                                      </p:cBhvr>
                                      <p:to>
                                        <p:strVal val="visible"/>
                                      </p:to>
                                    </p:set>
                                    <p:animEffect transition="in" filter="fade">
                                      <p:cBhvr>
                                        <p:cTn id="452" dur="500"/>
                                        <p:tgtEl>
                                          <p:spTgt spid="2970004"/>
                                        </p:tgtEl>
                                      </p:cBhvr>
                                    </p:animEffect>
                                  </p:childTnLst>
                                </p:cTn>
                              </p:par>
                              <p:par>
                                <p:cTn id="453" presetID="10" presetClass="entr" presetSubtype="0" fill="hold" grpId="0" nodeType="withEffect">
                                  <p:stCondLst>
                                    <p:cond delay="0"/>
                                  </p:stCondLst>
                                  <p:childTnLst>
                                    <p:set>
                                      <p:cBhvr>
                                        <p:cTn id="454" dur="1" fill="hold">
                                          <p:stCondLst>
                                            <p:cond delay="0"/>
                                          </p:stCondLst>
                                        </p:cTn>
                                        <p:tgtEl>
                                          <p:spTgt spid="2970006"/>
                                        </p:tgtEl>
                                        <p:attrNameLst>
                                          <p:attrName>style.visibility</p:attrName>
                                        </p:attrNameLst>
                                      </p:cBhvr>
                                      <p:to>
                                        <p:strVal val="visible"/>
                                      </p:to>
                                    </p:set>
                                    <p:animEffect transition="in" filter="fade">
                                      <p:cBhvr>
                                        <p:cTn id="455" dur="500"/>
                                        <p:tgtEl>
                                          <p:spTgt spid="2970006"/>
                                        </p:tgtEl>
                                      </p:cBhvr>
                                    </p:animEffect>
                                  </p:childTnLst>
                                </p:cTn>
                              </p:par>
                            </p:childTnLst>
                          </p:cTn>
                        </p:par>
                        <p:par>
                          <p:cTn id="456" fill="hold" nodeType="afterGroup">
                            <p:stCondLst>
                              <p:cond delay="3500"/>
                            </p:stCondLst>
                            <p:childTnLst>
                              <p:par>
                                <p:cTn id="457" presetID="10" presetClass="entr" presetSubtype="0" fill="hold" grpId="0" nodeType="afterEffect">
                                  <p:stCondLst>
                                    <p:cond delay="0"/>
                                  </p:stCondLst>
                                  <p:childTnLst>
                                    <p:set>
                                      <p:cBhvr>
                                        <p:cTn id="458" dur="1" fill="hold">
                                          <p:stCondLst>
                                            <p:cond delay="0"/>
                                          </p:stCondLst>
                                        </p:cTn>
                                        <p:tgtEl>
                                          <p:spTgt spid="2970007"/>
                                        </p:tgtEl>
                                        <p:attrNameLst>
                                          <p:attrName>style.visibility</p:attrName>
                                        </p:attrNameLst>
                                      </p:cBhvr>
                                      <p:to>
                                        <p:strVal val="visible"/>
                                      </p:to>
                                    </p:set>
                                    <p:animEffect transition="in" filter="fade">
                                      <p:cBhvr>
                                        <p:cTn id="459" dur="500"/>
                                        <p:tgtEl>
                                          <p:spTgt spid="2970007"/>
                                        </p:tgtEl>
                                      </p:cBhvr>
                                    </p:animEffect>
                                  </p:childTnLst>
                                </p:cTn>
                              </p:par>
                              <p:par>
                                <p:cTn id="460" presetID="10" presetClass="entr" presetSubtype="0" fill="hold" grpId="0" nodeType="withEffect">
                                  <p:stCondLst>
                                    <p:cond delay="0"/>
                                  </p:stCondLst>
                                  <p:childTnLst>
                                    <p:set>
                                      <p:cBhvr>
                                        <p:cTn id="461" dur="1" fill="hold">
                                          <p:stCondLst>
                                            <p:cond delay="0"/>
                                          </p:stCondLst>
                                        </p:cTn>
                                        <p:tgtEl>
                                          <p:spTgt spid="2970008"/>
                                        </p:tgtEl>
                                        <p:attrNameLst>
                                          <p:attrName>style.visibility</p:attrName>
                                        </p:attrNameLst>
                                      </p:cBhvr>
                                      <p:to>
                                        <p:strVal val="visible"/>
                                      </p:to>
                                    </p:set>
                                    <p:animEffect transition="in" filter="fade">
                                      <p:cBhvr>
                                        <p:cTn id="462" dur="500"/>
                                        <p:tgtEl>
                                          <p:spTgt spid="2970008"/>
                                        </p:tgtEl>
                                      </p:cBhvr>
                                    </p:animEffect>
                                  </p:childTnLst>
                                </p:cTn>
                              </p:par>
                              <p:par>
                                <p:cTn id="463" presetID="10" presetClass="entr" presetSubtype="0" fill="hold" grpId="0" nodeType="withEffect">
                                  <p:stCondLst>
                                    <p:cond delay="0"/>
                                  </p:stCondLst>
                                  <p:childTnLst>
                                    <p:set>
                                      <p:cBhvr>
                                        <p:cTn id="464" dur="1" fill="hold">
                                          <p:stCondLst>
                                            <p:cond delay="0"/>
                                          </p:stCondLst>
                                        </p:cTn>
                                        <p:tgtEl>
                                          <p:spTgt spid="2970009"/>
                                        </p:tgtEl>
                                        <p:attrNameLst>
                                          <p:attrName>style.visibility</p:attrName>
                                        </p:attrNameLst>
                                      </p:cBhvr>
                                      <p:to>
                                        <p:strVal val="visible"/>
                                      </p:to>
                                    </p:set>
                                    <p:animEffect transition="in" filter="fade">
                                      <p:cBhvr>
                                        <p:cTn id="465" dur="500"/>
                                        <p:tgtEl>
                                          <p:spTgt spid="2970009"/>
                                        </p:tgtEl>
                                      </p:cBhvr>
                                    </p:animEffect>
                                  </p:childTnLst>
                                </p:cTn>
                              </p:par>
                              <p:par>
                                <p:cTn id="466" presetID="10" presetClass="entr" presetSubtype="0" fill="hold" grpId="0" nodeType="withEffect">
                                  <p:stCondLst>
                                    <p:cond delay="0"/>
                                  </p:stCondLst>
                                  <p:childTnLst>
                                    <p:set>
                                      <p:cBhvr>
                                        <p:cTn id="467" dur="1" fill="hold">
                                          <p:stCondLst>
                                            <p:cond delay="0"/>
                                          </p:stCondLst>
                                        </p:cTn>
                                        <p:tgtEl>
                                          <p:spTgt spid="2970010"/>
                                        </p:tgtEl>
                                        <p:attrNameLst>
                                          <p:attrName>style.visibility</p:attrName>
                                        </p:attrNameLst>
                                      </p:cBhvr>
                                      <p:to>
                                        <p:strVal val="visible"/>
                                      </p:to>
                                    </p:set>
                                    <p:animEffect transition="in" filter="fade">
                                      <p:cBhvr>
                                        <p:cTn id="468" dur="500"/>
                                        <p:tgtEl>
                                          <p:spTgt spid="2970010"/>
                                        </p:tgtEl>
                                      </p:cBhvr>
                                    </p:animEffect>
                                  </p:childTnLst>
                                </p:cTn>
                              </p:par>
                              <p:par>
                                <p:cTn id="469" presetID="10" presetClass="entr" presetSubtype="0" fill="hold" grpId="0" nodeType="withEffect">
                                  <p:stCondLst>
                                    <p:cond delay="0"/>
                                  </p:stCondLst>
                                  <p:childTnLst>
                                    <p:set>
                                      <p:cBhvr>
                                        <p:cTn id="470" dur="1" fill="hold">
                                          <p:stCondLst>
                                            <p:cond delay="0"/>
                                          </p:stCondLst>
                                        </p:cTn>
                                        <p:tgtEl>
                                          <p:spTgt spid="2970011"/>
                                        </p:tgtEl>
                                        <p:attrNameLst>
                                          <p:attrName>style.visibility</p:attrName>
                                        </p:attrNameLst>
                                      </p:cBhvr>
                                      <p:to>
                                        <p:strVal val="visible"/>
                                      </p:to>
                                    </p:set>
                                    <p:animEffect transition="in" filter="fade">
                                      <p:cBhvr>
                                        <p:cTn id="471" dur="500"/>
                                        <p:tgtEl>
                                          <p:spTgt spid="2970011"/>
                                        </p:tgtEl>
                                      </p:cBhvr>
                                    </p:animEffect>
                                  </p:childTnLst>
                                </p:cTn>
                              </p:par>
                              <p:par>
                                <p:cTn id="472" presetID="10" presetClass="entr" presetSubtype="0" fill="hold" grpId="0" nodeType="withEffect">
                                  <p:stCondLst>
                                    <p:cond delay="0"/>
                                  </p:stCondLst>
                                  <p:childTnLst>
                                    <p:set>
                                      <p:cBhvr>
                                        <p:cTn id="473" dur="1" fill="hold">
                                          <p:stCondLst>
                                            <p:cond delay="0"/>
                                          </p:stCondLst>
                                        </p:cTn>
                                        <p:tgtEl>
                                          <p:spTgt spid="2970013"/>
                                        </p:tgtEl>
                                        <p:attrNameLst>
                                          <p:attrName>style.visibility</p:attrName>
                                        </p:attrNameLst>
                                      </p:cBhvr>
                                      <p:to>
                                        <p:strVal val="visible"/>
                                      </p:to>
                                    </p:set>
                                    <p:animEffect transition="in" filter="fade">
                                      <p:cBhvr>
                                        <p:cTn id="474" dur="500"/>
                                        <p:tgtEl>
                                          <p:spTgt spid="2970013"/>
                                        </p:tgtEl>
                                      </p:cBhvr>
                                    </p:animEffect>
                                  </p:childTnLst>
                                </p:cTn>
                              </p:par>
                              <p:par>
                                <p:cTn id="475" presetID="10" presetClass="entr" presetSubtype="0" fill="hold" grpId="0" nodeType="withEffect">
                                  <p:stCondLst>
                                    <p:cond delay="0"/>
                                  </p:stCondLst>
                                  <p:childTnLst>
                                    <p:set>
                                      <p:cBhvr>
                                        <p:cTn id="476" dur="1" fill="hold">
                                          <p:stCondLst>
                                            <p:cond delay="0"/>
                                          </p:stCondLst>
                                        </p:cTn>
                                        <p:tgtEl>
                                          <p:spTgt spid="2970012"/>
                                        </p:tgtEl>
                                        <p:attrNameLst>
                                          <p:attrName>style.visibility</p:attrName>
                                        </p:attrNameLst>
                                      </p:cBhvr>
                                      <p:to>
                                        <p:strVal val="visible"/>
                                      </p:to>
                                    </p:set>
                                    <p:animEffect transition="in" filter="fade">
                                      <p:cBhvr>
                                        <p:cTn id="477" dur="500"/>
                                        <p:tgtEl>
                                          <p:spTgt spid="2970012"/>
                                        </p:tgtEl>
                                      </p:cBhvr>
                                    </p:animEffect>
                                  </p:childTnLst>
                                </p:cTn>
                              </p:par>
                              <p:par>
                                <p:cTn id="478" presetID="10" presetClass="entr" presetSubtype="0" fill="hold" grpId="0" nodeType="withEffect">
                                  <p:stCondLst>
                                    <p:cond delay="0"/>
                                  </p:stCondLst>
                                  <p:childTnLst>
                                    <p:set>
                                      <p:cBhvr>
                                        <p:cTn id="479" dur="1" fill="hold">
                                          <p:stCondLst>
                                            <p:cond delay="0"/>
                                          </p:stCondLst>
                                        </p:cTn>
                                        <p:tgtEl>
                                          <p:spTgt spid="2970014"/>
                                        </p:tgtEl>
                                        <p:attrNameLst>
                                          <p:attrName>style.visibility</p:attrName>
                                        </p:attrNameLst>
                                      </p:cBhvr>
                                      <p:to>
                                        <p:strVal val="visible"/>
                                      </p:to>
                                    </p:set>
                                    <p:animEffect transition="in" filter="fade">
                                      <p:cBhvr>
                                        <p:cTn id="480" dur="500"/>
                                        <p:tgtEl>
                                          <p:spTgt spid="29700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63" grpId="0" animBg="1"/>
      <p:bldP spid="2969864" grpId="0" animBg="1"/>
      <p:bldP spid="2969865" grpId="0" animBg="1"/>
      <p:bldP spid="2969866" grpId="0" animBg="1"/>
      <p:bldP spid="2969867" grpId="0" animBg="1"/>
      <p:bldP spid="2969868" grpId="0" animBg="1"/>
      <p:bldP spid="2969869" grpId="0" animBg="1"/>
      <p:bldP spid="2969870" grpId="0" animBg="1"/>
      <p:bldP spid="2969871" grpId="0" animBg="1"/>
      <p:bldP spid="2969872" grpId="0" animBg="1"/>
      <p:bldP spid="2969873" grpId="0" animBg="1"/>
      <p:bldP spid="2969874" grpId="0" animBg="1"/>
      <p:bldP spid="2969875" grpId="0" animBg="1"/>
      <p:bldP spid="2969876" grpId="0" animBg="1"/>
      <p:bldP spid="2969877" grpId="0" animBg="1"/>
      <p:bldP spid="2969878" grpId="0" animBg="1"/>
      <p:bldP spid="2969879" grpId="0" animBg="1"/>
      <p:bldP spid="2969880" grpId="0" animBg="1"/>
      <p:bldP spid="2969881" grpId="0" animBg="1"/>
      <p:bldP spid="2969882" grpId="0" animBg="1"/>
      <p:bldP spid="2969883" grpId="0" animBg="1"/>
      <p:bldP spid="2969884" grpId="0" animBg="1"/>
      <p:bldP spid="2969885" grpId="0" animBg="1"/>
      <p:bldP spid="2969886" grpId="0" animBg="1"/>
      <p:bldP spid="2969887" grpId="0" animBg="1"/>
      <p:bldP spid="2969888" grpId="0" animBg="1"/>
      <p:bldP spid="2969889" grpId="0" animBg="1"/>
      <p:bldP spid="2969890" grpId="0" animBg="1"/>
      <p:bldP spid="2969891" grpId="0" animBg="1"/>
      <p:bldP spid="2969892" grpId="0" animBg="1"/>
      <p:bldP spid="2969893" grpId="0" animBg="1"/>
      <p:bldP spid="2969894" grpId="0" animBg="1"/>
      <p:bldP spid="2969895" grpId="0" animBg="1"/>
      <p:bldP spid="2969896" grpId="0" animBg="1"/>
      <p:bldP spid="2969897" grpId="0" animBg="1"/>
      <p:bldP spid="2969898" grpId="0" animBg="1"/>
      <p:bldP spid="2969899" grpId="0" animBg="1"/>
      <p:bldP spid="2969900" grpId="0" animBg="1"/>
      <p:bldP spid="2969901" grpId="0" animBg="1"/>
      <p:bldP spid="2969902" grpId="0" animBg="1"/>
      <p:bldP spid="2969903" grpId="0" animBg="1"/>
      <p:bldP spid="2969904" grpId="0" animBg="1"/>
      <p:bldP spid="2969905" grpId="0" animBg="1"/>
      <p:bldP spid="2969906" grpId="0" animBg="1"/>
      <p:bldP spid="2969907" grpId="0" animBg="1"/>
      <p:bldP spid="2969908" grpId="0" animBg="1"/>
      <p:bldP spid="2969909" grpId="0" animBg="1"/>
      <p:bldP spid="2969910" grpId="0" animBg="1"/>
      <p:bldP spid="2969911" grpId="0" animBg="1"/>
      <p:bldP spid="2969912" grpId="0" animBg="1"/>
      <p:bldP spid="2969913" grpId="0" animBg="1"/>
      <p:bldP spid="2969914" grpId="0" animBg="1"/>
      <p:bldP spid="2969915" grpId="0" animBg="1"/>
      <p:bldP spid="2969916" grpId="0" animBg="1"/>
      <p:bldP spid="2969917" grpId="0" animBg="1"/>
      <p:bldP spid="2969918" grpId="0" animBg="1"/>
      <p:bldP spid="2969919" grpId="0" animBg="1"/>
      <p:bldP spid="2969920" grpId="0" animBg="1"/>
      <p:bldP spid="2969921" grpId="0" animBg="1"/>
      <p:bldP spid="2969922" grpId="0" animBg="1"/>
      <p:bldP spid="2969923" grpId="0" animBg="1"/>
      <p:bldP spid="2969924" grpId="0" animBg="1"/>
      <p:bldP spid="2969925" grpId="0" animBg="1"/>
      <p:bldP spid="2969926" grpId="0" animBg="1"/>
      <p:bldP spid="2969927" grpId="0" animBg="1"/>
      <p:bldP spid="2969928" grpId="0" animBg="1"/>
      <p:bldP spid="2969929" grpId="0" animBg="1"/>
      <p:bldP spid="2969930" grpId="0" animBg="1"/>
      <p:bldP spid="2969931" grpId="0" animBg="1"/>
      <p:bldP spid="2969932" grpId="0" animBg="1"/>
      <p:bldP spid="2969933" grpId="0" animBg="1"/>
      <p:bldP spid="2969934" grpId="0" animBg="1"/>
      <p:bldP spid="2969935" grpId="0" animBg="1"/>
      <p:bldP spid="2969936" grpId="0" animBg="1"/>
      <p:bldP spid="2969937" grpId="0" animBg="1"/>
      <p:bldP spid="2969938" grpId="0" animBg="1"/>
      <p:bldP spid="2969939" grpId="0" animBg="1"/>
      <p:bldP spid="2969940" grpId="0" animBg="1"/>
      <p:bldP spid="2969941" grpId="0" animBg="1"/>
      <p:bldP spid="2969942" grpId="0" animBg="1"/>
      <p:bldP spid="2969943" grpId="0" animBg="1"/>
      <p:bldP spid="2969944" grpId="0" animBg="1"/>
      <p:bldP spid="2969945" grpId="0" animBg="1"/>
      <p:bldP spid="2969946" grpId="0" animBg="1"/>
      <p:bldP spid="2969947" grpId="0" animBg="1"/>
      <p:bldP spid="2969948" grpId="0" animBg="1"/>
      <p:bldP spid="2969949" grpId="0" animBg="1"/>
      <p:bldP spid="2969950" grpId="0" animBg="1"/>
      <p:bldP spid="2969951" grpId="0" animBg="1"/>
      <p:bldP spid="2969952" grpId="0" animBg="1"/>
      <p:bldP spid="2969953" grpId="0" animBg="1"/>
      <p:bldP spid="2969954" grpId="0" animBg="1"/>
      <p:bldP spid="2969955" grpId="0" animBg="1"/>
      <p:bldP spid="2969956" grpId="0" animBg="1"/>
      <p:bldP spid="2969957" grpId="0" animBg="1"/>
      <p:bldP spid="2969958" grpId="0" animBg="1"/>
      <p:bldP spid="2969959" grpId="0" animBg="1"/>
      <p:bldP spid="2969960" grpId="0" animBg="1"/>
      <p:bldP spid="2969961" grpId="0" animBg="1"/>
      <p:bldP spid="2969962" grpId="0" animBg="1"/>
      <p:bldP spid="2969963" grpId="0" animBg="1"/>
      <p:bldP spid="2969964" grpId="0" animBg="1"/>
      <p:bldP spid="2969965" grpId="0" animBg="1"/>
      <p:bldP spid="2969966" grpId="0" animBg="1"/>
      <p:bldP spid="2969967" grpId="0" animBg="1"/>
      <p:bldP spid="2969968" grpId="0" animBg="1"/>
      <p:bldP spid="2969969" grpId="0" animBg="1"/>
      <p:bldP spid="2969970" grpId="0" animBg="1"/>
      <p:bldP spid="2969971" grpId="0" animBg="1"/>
      <p:bldP spid="2969972" grpId="0" animBg="1"/>
      <p:bldP spid="2969973" grpId="0" animBg="1"/>
      <p:bldP spid="2969974" grpId="0" animBg="1"/>
      <p:bldP spid="2969975" grpId="0" animBg="1"/>
      <p:bldP spid="2969976" grpId="0" animBg="1"/>
      <p:bldP spid="2969977" grpId="0" animBg="1"/>
      <p:bldP spid="2969978" grpId="0" animBg="1"/>
      <p:bldP spid="2969979" grpId="0" animBg="1"/>
      <p:bldP spid="2969980" grpId="0" animBg="1"/>
      <p:bldP spid="2969981" grpId="0" animBg="1"/>
      <p:bldP spid="2969982" grpId="0" animBg="1"/>
      <p:bldP spid="2969983" grpId="0" animBg="1"/>
      <p:bldP spid="2969984" grpId="0" animBg="1"/>
      <p:bldP spid="2969985" grpId="0" animBg="1"/>
      <p:bldP spid="2969986" grpId="0" animBg="1"/>
      <p:bldP spid="2969987" grpId="0" animBg="1"/>
      <p:bldP spid="2969988" grpId="0" animBg="1"/>
      <p:bldP spid="2969989" grpId="0" animBg="1"/>
      <p:bldP spid="2969990" grpId="0" animBg="1"/>
      <p:bldP spid="2969991" grpId="0" animBg="1"/>
      <p:bldP spid="2969992" grpId="0" animBg="1"/>
      <p:bldP spid="2969993" grpId="0" animBg="1"/>
      <p:bldP spid="2969994" grpId="0" animBg="1"/>
      <p:bldP spid="2969995" grpId="0" animBg="1"/>
      <p:bldP spid="2969996" grpId="0" animBg="1"/>
      <p:bldP spid="2969997" grpId="0" animBg="1"/>
      <p:bldP spid="2969998" grpId="0" animBg="1"/>
      <p:bldP spid="2969999" grpId="0" animBg="1"/>
      <p:bldP spid="2970000" grpId="0" animBg="1"/>
      <p:bldP spid="2970001" grpId="0" animBg="1"/>
      <p:bldP spid="2970002" grpId="0" animBg="1"/>
      <p:bldP spid="2970003" grpId="0" animBg="1"/>
      <p:bldP spid="2970004" grpId="0" animBg="1"/>
      <p:bldP spid="2970005" grpId="0" animBg="1"/>
      <p:bldP spid="2970006" grpId="0" animBg="1"/>
      <p:bldP spid="2970007" grpId="0" animBg="1"/>
      <p:bldP spid="2970008" grpId="0" animBg="1"/>
      <p:bldP spid="2970009" grpId="0" animBg="1"/>
      <p:bldP spid="2970010" grpId="0" animBg="1"/>
      <p:bldP spid="2970011" grpId="0" animBg="1"/>
      <p:bldP spid="2970012" grpId="0" animBg="1"/>
      <p:bldP spid="2970013" grpId="0" animBg="1"/>
      <p:bldP spid="297001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D0312366-4251-1660-128D-D02E9122277F}"/>
              </a:ext>
            </a:extLst>
          </p:cNvPr>
          <p:cNvSpPr>
            <a:spLocks noGrp="1"/>
          </p:cNvSpPr>
          <p:nvPr>
            <p:ph type="title"/>
          </p:nvPr>
        </p:nvSpPr>
        <p:spPr/>
        <p:txBody>
          <a:bodyPr/>
          <a:lstStyle/>
          <a:p>
            <a:pPr eaLnBrk="1" hangingPunct="1"/>
            <a:r>
              <a:rPr lang="en-US" altLang="en-US"/>
              <a:t>Cache Data Protection</a:t>
            </a:r>
          </a:p>
        </p:txBody>
      </p:sp>
      <p:sp>
        <p:nvSpPr>
          <p:cNvPr id="2971651" name="Rectangle 3">
            <a:extLst>
              <a:ext uri="{FF2B5EF4-FFF2-40B4-BE49-F238E27FC236}">
                <a16:creationId xmlns:a16="http://schemas.microsoft.com/office/drawing/2014/main" id="{F0B40960-7B98-3D44-7DFA-ECC87CA7C0E4}"/>
              </a:ext>
            </a:extLst>
          </p:cNvPr>
          <p:cNvSpPr>
            <a:spLocks noGrp="1" noChangeArrowheads="1"/>
          </p:cNvSpPr>
          <p:nvPr>
            <p:ph type="body" idx="1"/>
          </p:nvPr>
        </p:nvSpPr>
        <p:spPr/>
        <p:txBody>
          <a:bodyPr rtlCol="0">
            <a:normAutofit/>
          </a:bodyPr>
          <a:lstStyle/>
          <a:p>
            <a:pPr eaLnBrk="1" fontAlgn="auto" hangingPunct="1">
              <a:spcAft>
                <a:spcPts val="0"/>
              </a:spcAft>
              <a:defRPr/>
            </a:pPr>
            <a:r>
              <a:rPr lang="en-US" sz="2100" dirty="0"/>
              <a:t>Protecting cache data against failure</a:t>
            </a:r>
            <a:r>
              <a:rPr lang="en-US" sz="2100" dirty="0">
                <a:sym typeface="Wingdings" pitchFamily="2" charset="2"/>
              </a:rPr>
              <a:t>: (power failure)</a:t>
            </a:r>
            <a:endParaRPr lang="en-US" sz="2100" dirty="0"/>
          </a:p>
          <a:p>
            <a:pPr lvl="1" eaLnBrk="1" fontAlgn="auto" hangingPunct="1">
              <a:spcAft>
                <a:spcPts val="0"/>
              </a:spcAft>
              <a:defRPr/>
            </a:pPr>
            <a:r>
              <a:rPr lang="en-US" sz="2100" dirty="0"/>
              <a:t>Cache mirroring</a:t>
            </a:r>
          </a:p>
          <a:p>
            <a:pPr lvl="2" eaLnBrk="1" fontAlgn="auto" hangingPunct="1">
              <a:spcAft>
                <a:spcPts val="0"/>
              </a:spcAft>
              <a:defRPr/>
            </a:pPr>
            <a:r>
              <a:rPr lang="en-US" sz="2100" dirty="0"/>
              <a:t>Each write to the cache is held in two different memory locations on two independent memory cards</a:t>
            </a:r>
          </a:p>
          <a:p>
            <a:pPr lvl="2" eaLnBrk="1" fontAlgn="auto" hangingPunct="1">
              <a:spcAft>
                <a:spcPts val="0"/>
              </a:spcAft>
              <a:defRPr/>
            </a:pPr>
            <a:r>
              <a:rPr lang="en-US" sz="2100" dirty="0"/>
              <a:t>Cache coherency(only writes r mirrored)</a:t>
            </a:r>
          </a:p>
          <a:p>
            <a:pPr lvl="1" eaLnBrk="1" fontAlgn="auto" hangingPunct="1">
              <a:spcAft>
                <a:spcPts val="0"/>
              </a:spcAft>
              <a:defRPr/>
            </a:pPr>
            <a:r>
              <a:rPr lang="en-US" sz="2100" dirty="0"/>
              <a:t>Cache vaulting</a:t>
            </a:r>
          </a:p>
          <a:p>
            <a:pPr lvl="2" eaLnBrk="1" fontAlgn="auto" hangingPunct="1">
              <a:spcAft>
                <a:spcPts val="0"/>
              </a:spcAft>
              <a:defRPr/>
            </a:pPr>
            <a:r>
              <a:rPr lang="en-US" sz="2100" dirty="0"/>
              <a:t>Cache is exposed to the risk of uncommitted data loss due to power failure</a:t>
            </a:r>
          </a:p>
          <a:p>
            <a:pPr lvl="2" eaLnBrk="1" fontAlgn="auto" hangingPunct="1">
              <a:spcAft>
                <a:spcPts val="0"/>
              </a:spcAft>
              <a:defRPr/>
            </a:pPr>
            <a:r>
              <a:rPr lang="en-US" sz="2100" dirty="0"/>
              <a:t>In the event of power failure, uncommitted data is dumped to a dedicated set of drives called vault drives</a:t>
            </a:r>
          </a:p>
        </p:txBody>
      </p:sp>
      <p:sp>
        <p:nvSpPr>
          <p:cNvPr id="29701" name="Slide Number Placeholder 2">
            <a:extLst>
              <a:ext uri="{FF2B5EF4-FFF2-40B4-BE49-F238E27FC236}">
                <a16:creationId xmlns:a16="http://schemas.microsoft.com/office/drawing/2014/main" id="{6C7412DE-50C3-F42E-9F01-98606D88EEE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5E2E93F-D541-4459-B8A6-254A20988079}"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3698" name="Rectangle 2">
            <a:extLst>
              <a:ext uri="{FF2B5EF4-FFF2-40B4-BE49-F238E27FC236}">
                <a16:creationId xmlns:a16="http://schemas.microsoft.com/office/drawing/2014/main" id="{B3CCC876-46BA-22EF-07C3-BBEC76950163}"/>
              </a:ext>
            </a:extLst>
          </p:cNvPr>
          <p:cNvSpPr>
            <a:spLocks noGrp="1" noChangeArrowheads="1"/>
          </p:cNvSpPr>
          <p:nvPr>
            <p:ph type="title"/>
          </p:nvPr>
        </p:nvSpPr>
        <p:spPr/>
        <p:txBody>
          <a:bodyPr rtlCol="0">
            <a:normAutofit fontScale="90000"/>
          </a:bodyPr>
          <a:lstStyle/>
          <a:p>
            <a:pPr eaLnBrk="1" fontAlgn="auto" hangingPunct="1">
              <a:spcAft>
                <a:spcPts val="0"/>
              </a:spcAft>
              <a:defRPr/>
            </a:pPr>
            <a:r>
              <a:rPr lang="en-US"/>
              <a:t>Intelligent Storage System: Back End</a:t>
            </a:r>
          </a:p>
        </p:txBody>
      </p:sp>
      <p:sp>
        <p:nvSpPr>
          <p:cNvPr id="31747" name="AutoShape 3">
            <a:extLst>
              <a:ext uri="{FF2B5EF4-FFF2-40B4-BE49-F238E27FC236}">
                <a16:creationId xmlns:a16="http://schemas.microsoft.com/office/drawing/2014/main" id="{EF8FE6A6-D962-C406-97CA-A5304FACEFA5}"/>
              </a:ext>
            </a:extLst>
          </p:cNvPr>
          <p:cNvSpPr>
            <a:spLocks noChangeArrowheads="1"/>
          </p:cNvSpPr>
          <p:nvPr/>
        </p:nvSpPr>
        <p:spPr bwMode="auto">
          <a:xfrm>
            <a:off x="3090863" y="2359025"/>
            <a:ext cx="5822950" cy="3244850"/>
          </a:xfrm>
          <a:prstGeom prst="roundRect">
            <a:avLst>
              <a:gd name="adj" fmla="val 5528"/>
            </a:avLst>
          </a:prstGeom>
          <a:gradFill rotWithShape="1">
            <a:gsLst>
              <a:gs pos="0">
                <a:srgbClr val="EAF3F2"/>
              </a:gs>
              <a:gs pos="100000">
                <a:srgbClr val="D1E5E4"/>
              </a:gs>
            </a:gsLst>
            <a:lin ang="2700000" scaled="1"/>
          </a:gradFill>
          <a:ln w="12700" algn="ctr">
            <a:solidFill>
              <a:srgbClr val="88B8B6"/>
            </a:solidFill>
            <a:round/>
            <a:headEnd/>
            <a:tailEnd type="none" w="lg" len="med"/>
          </a:ln>
          <a:effectLst>
            <a:outerShdw dist="35921" dir="2700000" algn="ctr" rotWithShape="0">
              <a:srgbClr val="000000"/>
            </a:outerShdw>
          </a:effec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748" name="Text Box 4">
            <a:extLst>
              <a:ext uri="{FF2B5EF4-FFF2-40B4-BE49-F238E27FC236}">
                <a16:creationId xmlns:a16="http://schemas.microsoft.com/office/drawing/2014/main" id="{6B1AFB99-A02A-BCD9-1D55-1BE2AEAAF8E7}"/>
              </a:ext>
            </a:extLst>
          </p:cNvPr>
          <p:cNvSpPr txBox="1">
            <a:spLocks noChangeArrowheads="1"/>
          </p:cNvSpPr>
          <p:nvPr/>
        </p:nvSpPr>
        <p:spPr bwMode="auto">
          <a:xfrm>
            <a:off x="457200" y="2759075"/>
            <a:ext cx="457200" cy="21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altLang="en-US" sz="1400" b="1" i="0" u="none" strike="noStrike" kern="1200" cap="none" spc="0" normalizeH="0" baseline="0" noProof="0">
                <a:ln>
                  <a:noFill/>
                </a:ln>
                <a:solidFill>
                  <a:srgbClr val="000308"/>
                </a:solidFill>
                <a:effectLst/>
                <a:uLnTx/>
                <a:uFillTx/>
                <a:latin typeface="Verdana" panose="020B0604030504040204" pitchFamily="34" charset="0"/>
                <a:ea typeface="+mn-ea"/>
                <a:cs typeface="Arial" panose="020B0604020202020204" pitchFamily="34" charset="0"/>
              </a:rPr>
              <a:t>Host</a:t>
            </a:r>
          </a:p>
        </p:txBody>
      </p:sp>
      <p:sp>
        <p:nvSpPr>
          <p:cNvPr id="31749" name="Text Box 5">
            <a:extLst>
              <a:ext uri="{FF2B5EF4-FFF2-40B4-BE49-F238E27FC236}">
                <a16:creationId xmlns:a16="http://schemas.microsoft.com/office/drawing/2014/main" id="{B8C30A74-3557-2A6C-C028-DA4C863E2A30}"/>
              </a:ext>
            </a:extLst>
          </p:cNvPr>
          <p:cNvSpPr txBox="1">
            <a:spLocks noChangeArrowheads="1"/>
          </p:cNvSpPr>
          <p:nvPr/>
        </p:nvSpPr>
        <p:spPr bwMode="auto">
          <a:xfrm>
            <a:off x="1349375" y="3444875"/>
            <a:ext cx="1241425" cy="21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altLang="en-US" sz="1400" b="1" i="0" u="none" strike="noStrike" kern="1200" cap="none" spc="0" normalizeH="0" baseline="0" noProof="0">
                <a:ln>
                  <a:noFill/>
                </a:ln>
                <a:solidFill>
                  <a:srgbClr val="000308"/>
                </a:solidFill>
                <a:effectLst/>
                <a:uLnTx/>
                <a:uFillTx/>
                <a:latin typeface="Verdana" panose="020B0604030504040204" pitchFamily="34" charset="0"/>
                <a:ea typeface="+mn-ea"/>
                <a:cs typeface="Arial" panose="020B0604020202020204" pitchFamily="34" charset="0"/>
              </a:rPr>
              <a:t>Connectivity</a:t>
            </a:r>
          </a:p>
        </p:txBody>
      </p:sp>
      <p:sp>
        <p:nvSpPr>
          <p:cNvPr id="31750" name="AutoShape 6">
            <a:extLst>
              <a:ext uri="{FF2B5EF4-FFF2-40B4-BE49-F238E27FC236}">
                <a16:creationId xmlns:a16="http://schemas.microsoft.com/office/drawing/2014/main" id="{3AF46200-6A73-3A65-1D22-F42121417D77}"/>
              </a:ext>
            </a:extLst>
          </p:cNvPr>
          <p:cNvSpPr>
            <a:spLocks noChangeArrowheads="1"/>
          </p:cNvSpPr>
          <p:nvPr/>
        </p:nvSpPr>
        <p:spPr bwMode="auto">
          <a:xfrm>
            <a:off x="7526338" y="3046413"/>
            <a:ext cx="1298575" cy="1868487"/>
          </a:xfrm>
          <a:prstGeom prst="roundRect">
            <a:avLst>
              <a:gd name="adj" fmla="val 11657"/>
            </a:avLst>
          </a:prstGeom>
          <a:gradFill rotWithShape="1">
            <a:gsLst>
              <a:gs pos="0">
                <a:srgbClr val="E2EAEA"/>
              </a:gs>
              <a:gs pos="100000">
                <a:srgbClr val="F8FAFA"/>
              </a:gs>
            </a:gsLst>
            <a:lin ang="2700000" scaled="1"/>
          </a:gradFill>
          <a:ln w="6350" algn="ctr">
            <a:solidFill>
              <a:srgbClr val="6F9995"/>
            </a:solidFill>
            <a:round/>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751" name="Rectangle 7">
            <a:extLst>
              <a:ext uri="{FF2B5EF4-FFF2-40B4-BE49-F238E27FC236}">
                <a16:creationId xmlns:a16="http://schemas.microsoft.com/office/drawing/2014/main" id="{48CBFFDE-A6EF-2E28-E21B-4A0A729D5696}"/>
              </a:ext>
            </a:extLst>
          </p:cNvPr>
          <p:cNvSpPr>
            <a:spLocks noChangeArrowheads="1"/>
          </p:cNvSpPr>
          <p:nvPr/>
        </p:nvSpPr>
        <p:spPr bwMode="auto">
          <a:xfrm>
            <a:off x="5911850" y="3046413"/>
            <a:ext cx="784225" cy="1871662"/>
          </a:xfrm>
          <a:prstGeom prst="rect">
            <a:avLst/>
          </a:prstGeom>
          <a:gradFill rotWithShape="1">
            <a:gsLst>
              <a:gs pos="0">
                <a:srgbClr val="EBE3A8"/>
              </a:gs>
              <a:gs pos="100000">
                <a:srgbClr val="D4C344"/>
              </a:gs>
            </a:gsLst>
            <a:lin ang="2700000" scaled="1"/>
          </a:gradFill>
          <a:ln w="19050" algn="ctr">
            <a:solidFill>
              <a:srgbClr val="000000"/>
            </a:solidFill>
            <a:miter lim="800000"/>
            <a:headEnd/>
            <a:tailEnd type="none" w="lg" len="med"/>
          </a:ln>
          <a:effectLst>
            <a:outerShdw dist="45791" dir="7421404" algn="ctr" rotWithShape="0">
              <a:srgbClr val="000000"/>
            </a:outerShdw>
          </a:effec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752" name="Rectangle 8">
            <a:extLst>
              <a:ext uri="{FF2B5EF4-FFF2-40B4-BE49-F238E27FC236}">
                <a16:creationId xmlns:a16="http://schemas.microsoft.com/office/drawing/2014/main" id="{CC5A2916-CD7D-E4A3-0C47-C9F705DFD6FF}"/>
              </a:ext>
            </a:extLst>
          </p:cNvPr>
          <p:cNvSpPr>
            <a:spLocks noChangeArrowheads="1"/>
          </p:cNvSpPr>
          <p:nvPr/>
        </p:nvSpPr>
        <p:spPr bwMode="auto">
          <a:xfrm>
            <a:off x="6300788" y="3189288"/>
            <a:ext cx="395287" cy="720725"/>
          </a:xfrm>
          <a:prstGeom prst="rect">
            <a:avLst/>
          </a:prstGeom>
          <a:gradFill rotWithShape="1">
            <a:gsLst>
              <a:gs pos="0">
                <a:srgbClr val="D4C344"/>
              </a:gs>
              <a:gs pos="100000">
                <a:srgbClr val="B0A239"/>
              </a:gs>
            </a:gsLst>
            <a:lin ang="2700000" scaled="1"/>
          </a:gradFill>
          <a:ln w="19050" algn="ctr">
            <a:solidFill>
              <a:srgbClr val="000000"/>
            </a:solidFill>
            <a:miter lim="800000"/>
            <a:headEnd/>
            <a:tailEnd type="none" w="lg" len="me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753" name="Rectangle 9">
            <a:extLst>
              <a:ext uri="{FF2B5EF4-FFF2-40B4-BE49-F238E27FC236}">
                <a16:creationId xmlns:a16="http://schemas.microsoft.com/office/drawing/2014/main" id="{B7103E22-8908-45A3-A99F-8D958DD6D6DA}"/>
              </a:ext>
            </a:extLst>
          </p:cNvPr>
          <p:cNvSpPr>
            <a:spLocks noChangeArrowheads="1"/>
          </p:cNvSpPr>
          <p:nvPr/>
        </p:nvSpPr>
        <p:spPr bwMode="auto">
          <a:xfrm>
            <a:off x="6300788" y="4052888"/>
            <a:ext cx="395287" cy="720725"/>
          </a:xfrm>
          <a:prstGeom prst="rect">
            <a:avLst/>
          </a:prstGeom>
          <a:gradFill rotWithShape="1">
            <a:gsLst>
              <a:gs pos="0">
                <a:srgbClr val="D4C344"/>
              </a:gs>
              <a:gs pos="100000">
                <a:srgbClr val="B0A239"/>
              </a:gs>
            </a:gsLst>
            <a:lin ang="2700000" scaled="1"/>
          </a:gradFill>
          <a:ln w="19050" algn="ctr">
            <a:solidFill>
              <a:srgbClr val="000000"/>
            </a:solidFill>
            <a:miter lim="800000"/>
            <a:headEnd/>
            <a:tailEnd type="none" w="lg" len="me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754" name="Rectangle 11">
            <a:extLst>
              <a:ext uri="{FF2B5EF4-FFF2-40B4-BE49-F238E27FC236}">
                <a16:creationId xmlns:a16="http://schemas.microsoft.com/office/drawing/2014/main" id="{E670DADC-8719-8A94-F731-A2F805FF07C7}"/>
              </a:ext>
            </a:extLst>
          </p:cNvPr>
          <p:cNvSpPr>
            <a:spLocks noChangeArrowheads="1"/>
          </p:cNvSpPr>
          <p:nvPr/>
        </p:nvSpPr>
        <p:spPr bwMode="auto">
          <a:xfrm>
            <a:off x="6696075" y="3289300"/>
            <a:ext cx="150813" cy="150813"/>
          </a:xfrm>
          <a:prstGeom prst="rect">
            <a:avLst/>
          </a:prstGeom>
          <a:gradFill rotWithShape="1">
            <a:gsLst>
              <a:gs pos="0">
                <a:srgbClr val="D4C344"/>
              </a:gs>
              <a:gs pos="100000">
                <a:srgbClr val="B0A239"/>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755" name="Rectangle 12">
            <a:extLst>
              <a:ext uri="{FF2B5EF4-FFF2-40B4-BE49-F238E27FC236}">
                <a16:creationId xmlns:a16="http://schemas.microsoft.com/office/drawing/2014/main" id="{F8F6937F-3EC9-BB03-3A16-55AB4259ED1C}"/>
              </a:ext>
            </a:extLst>
          </p:cNvPr>
          <p:cNvSpPr>
            <a:spLocks noChangeArrowheads="1"/>
          </p:cNvSpPr>
          <p:nvPr/>
        </p:nvSpPr>
        <p:spPr bwMode="auto">
          <a:xfrm>
            <a:off x="6696075" y="3657600"/>
            <a:ext cx="150813" cy="150813"/>
          </a:xfrm>
          <a:prstGeom prst="rect">
            <a:avLst/>
          </a:prstGeom>
          <a:gradFill rotWithShape="1">
            <a:gsLst>
              <a:gs pos="0">
                <a:srgbClr val="D4C344"/>
              </a:gs>
              <a:gs pos="100000">
                <a:srgbClr val="B0A239"/>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756" name="Rectangle 14">
            <a:extLst>
              <a:ext uri="{FF2B5EF4-FFF2-40B4-BE49-F238E27FC236}">
                <a16:creationId xmlns:a16="http://schemas.microsoft.com/office/drawing/2014/main" id="{C0894BC9-DA2F-1598-EFBB-44E046637404}"/>
              </a:ext>
            </a:extLst>
          </p:cNvPr>
          <p:cNvSpPr>
            <a:spLocks noChangeArrowheads="1"/>
          </p:cNvSpPr>
          <p:nvPr/>
        </p:nvSpPr>
        <p:spPr bwMode="auto">
          <a:xfrm>
            <a:off x="6696075" y="4154488"/>
            <a:ext cx="150813" cy="150812"/>
          </a:xfrm>
          <a:prstGeom prst="rect">
            <a:avLst/>
          </a:prstGeom>
          <a:gradFill rotWithShape="1">
            <a:gsLst>
              <a:gs pos="0">
                <a:srgbClr val="D4C344"/>
              </a:gs>
              <a:gs pos="100000">
                <a:srgbClr val="B0A239"/>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757" name="Rectangle 15">
            <a:extLst>
              <a:ext uri="{FF2B5EF4-FFF2-40B4-BE49-F238E27FC236}">
                <a16:creationId xmlns:a16="http://schemas.microsoft.com/office/drawing/2014/main" id="{7EF594EC-F635-5F82-2A68-4877A40DCEE2}"/>
              </a:ext>
            </a:extLst>
          </p:cNvPr>
          <p:cNvSpPr>
            <a:spLocks noChangeArrowheads="1"/>
          </p:cNvSpPr>
          <p:nvPr/>
        </p:nvSpPr>
        <p:spPr bwMode="auto">
          <a:xfrm>
            <a:off x="6696075" y="4522788"/>
            <a:ext cx="150813" cy="150812"/>
          </a:xfrm>
          <a:prstGeom prst="rect">
            <a:avLst/>
          </a:prstGeom>
          <a:gradFill rotWithShape="1">
            <a:gsLst>
              <a:gs pos="0">
                <a:srgbClr val="D4C344"/>
              </a:gs>
              <a:gs pos="100000">
                <a:srgbClr val="B0A239"/>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45791" dir="3378596"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758" name="Text Box 16">
            <a:extLst>
              <a:ext uri="{FF2B5EF4-FFF2-40B4-BE49-F238E27FC236}">
                <a16:creationId xmlns:a16="http://schemas.microsoft.com/office/drawing/2014/main" id="{3DA29EB1-495E-8D46-60C6-41C65D9A966E}"/>
              </a:ext>
            </a:extLst>
          </p:cNvPr>
          <p:cNvSpPr txBox="1">
            <a:spLocks noChangeArrowheads="1"/>
          </p:cNvSpPr>
          <p:nvPr/>
        </p:nvSpPr>
        <p:spPr bwMode="auto">
          <a:xfrm>
            <a:off x="7772400" y="5861050"/>
            <a:ext cx="527050" cy="21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altLang="en-US" sz="1400" b="1" i="0" u="none" strike="noStrike" kern="1200" cap="none" spc="0" normalizeH="0" baseline="0" noProof="0">
                <a:ln>
                  <a:noFill/>
                </a:ln>
                <a:solidFill>
                  <a:srgbClr val="000308"/>
                </a:solidFill>
                <a:effectLst/>
                <a:uLnTx/>
                <a:uFillTx/>
                <a:latin typeface="Verdana" panose="020B0604030504040204" pitchFamily="34" charset="0"/>
                <a:ea typeface="+mn-ea"/>
                <a:cs typeface="Arial" panose="020B0604020202020204" pitchFamily="34" charset="0"/>
              </a:rPr>
              <a:t>Ports</a:t>
            </a:r>
          </a:p>
        </p:txBody>
      </p:sp>
      <p:sp>
        <p:nvSpPr>
          <p:cNvPr id="31759" name="Line 18">
            <a:extLst>
              <a:ext uri="{FF2B5EF4-FFF2-40B4-BE49-F238E27FC236}">
                <a16:creationId xmlns:a16="http://schemas.microsoft.com/office/drawing/2014/main" id="{68FD93C8-8539-7282-4D7B-255072AAC164}"/>
              </a:ext>
            </a:extLst>
          </p:cNvPr>
          <p:cNvSpPr>
            <a:spLocks noChangeShapeType="1"/>
          </p:cNvSpPr>
          <p:nvPr/>
        </p:nvSpPr>
        <p:spPr bwMode="auto">
          <a:xfrm flipH="1" flipV="1">
            <a:off x="6850063" y="3446463"/>
            <a:ext cx="1284287" cy="2392362"/>
          </a:xfrm>
          <a:prstGeom prst="line">
            <a:avLst/>
          </a:prstGeom>
          <a:noFill/>
          <a:ln w="6350">
            <a:solidFill>
              <a:srgbClr val="000000"/>
            </a:solidFill>
            <a:prstDash val="dash"/>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760" name="Line 19">
            <a:extLst>
              <a:ext uri="{FF2B5EF4-FFF2-40B4-BE49-F238E27FC236}">
                <a16:creationId xmlns:a16="http://schemas.microsoft.com/office/drawing/2014/main" id="{C725AFFF-367F-32A0-C342-C840FC68466D}"/>
              </a:ext>
            </a:extLst>
          </p:cNvPr>
          <p:cNvSpPr>
            <a:spLocks noChangeShapeType="1"/>
          </p:cNvSpPr>
          <p:nvPr/>
        </p:nvSpPr>
        <p:spPr bwMode="auto">
          <a:xfrm flipH="1" flipV="1">
            <a:off x="6846888" y="3806825"/>
            <a:ext cx="1206500" cy="2032000"/>
          </a:xfrm>
          <a:prstGeom prst="line">
            <a:avLst/>
          </a:prstGeom>
          <a:noFill/>
          <a:ln w="6350">
            <a:solidFill>
              <a:srgbClr val="000000"/>
            </a:solidFill>
            <a:prstDash val="dash"/>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761" name="Line 20">
            <a:extLst>
              <a:ext uri="{FF2B5EF4-FFF2-40B4-BE49-F238E27FC236}">
                <a16:creationId xmlns:a16="http://schemas.microsoft.com/office/drawing/2014/main" id="{9B431DED-3ABC-FA81-4D14-FE09AC24D2C1}"/>
              </a:ext>
            </a:extLst>
          </p:cNvPr>
          <p:cNvSpPr>
            <a:spLocks noChangeShapeType="1"/>
          </p:cNvSpPr>
          <p:nvPr/>
        </p:nvSpPr>
        <p:spPr bwMode="auto">
          <a:xfrm flipH="1" flipV="1">
            <a:off x="6843713" y="4303713"/>
            <a:ext cx="1128712" cy="1535112"/>
          </a:xfrm>
          <a:prstGeom prst="line">
            <a:avLst/>
          </a:prstGeom>
          <a:noFill/>
          <a:ln w="6350">
            <a:solidFill>
              <a:srgbClr val="000000"/>
            </a:solidFill>
            <a:prstDash val="dash"/>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762" name="Line 21">
            <a:extLst>
              <a:ext uri="{FF2B5EF4-FFF2-40B4-BE49-F238E27FC236}">
                <a16:creationId xmlns:a16="http://schemas.microsoft.com/office/drawing/2014/main" id="{18998F62-70E5-DBE9-E0EE-76FB0E8A6B15}"/>
              </a:ext>
            </a:extLst>
          </p:cNvPr>
          <p:cNvSpPr>
            <a:spLocks noChangeShapeType="1"/>
          </p:cNvSpPr>
          <p:nvPr/>
        </p:nvSpPr>
        <p:spPr bwMode="auto">
          <a:xfrm flipH="1" flipV="1">
            <a:off x="6850063" y="4672013"/>
            <a:ext cx="1041400" cy="1166812"/>
          </a:xfrm>
          <a:prstGeom prst="line">
            <a:avLst/>
          </a:prstGeom>
          <a:noFill/>
          <a:ln w="6350">
            <a:solidFill>
              <a:srgbClr val="000000"/>
            </a:solidFill>
            <a:prstDash val="dash"/>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763" name="Line 22">
            <a:extLst>
              <a:ext uri="{FF2B5EF4-FFF2-40B4-BE49-F238E27FC236}">
                <a16:creationId xmlns:a16="http://schemas.microsoft.com/office/drawing/2014/main" id="{980A0DDD-8244-9AAD-F5DC-01E5215FFCA7}"/>
              </a:ext>
            </a:extLst>
          </p:cNvPr>
          <p:cNvSpPr>
            <a:spLocks noChangeShapeType="1"/>
          </p:cNvSpPr>
          <p:nvPr/>
        </p:nvSpPr>
        <p:spPr bwMode="auto">
          <a:xfrm flipV="1">
            <a:off x="5951538" y="3908425"/>
            <a:ext cx="527050" cy="1930400"/>
          </a:xfrm>
          <a:prstGeom prst="line">
            <a:avLst/>
          </a:prstGeom>
          <a:noFill/>
          <a:ln w="6350">
            <a:solidFill>
              <a:srgbClr val="000000"/>
            </a:solidFill>
            <a:prstDash val="dash"/>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764" name="Line 23">
            <a:extLst>
              <a:ext uri="{FF2B5EF4-FFF2-40B4-BE49-F238E27FC236}">
                <a16:creationId xmlns:a16="http://schemas.microsoft.com/office/drawing/2014/main" id="{1DB740E7-0E9A-08B8-F94B-866ED0BE24BA}"/>
              </a:ext>
            </a:extLst>
          </p:cNvPr>
          <p:cNvSpPr>
            <a:spLocks noChangeShapeType="1"/>
          </p:cNvSpPr>
          <p:nvPr/>
        </p:nvSpPr>
        <p:spPr bwMode="auto">
          <a:xfrm flipV="1">
            <a:off x="6035675" y="4767263"/>
            <a:ext cx="441325" cy="1071562"/>
          </a:xfrm>
          <a:prstGeom prst="line">
            <a:avLst/>
          </a:prstGeom>
          <a:noFill/>
          <a:ln w="6350">
            <a:solidFill>
              <a:srgbClr val="000000"/>
            </a:solidFill>
            <a:prstDash val="dash"/>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765" name="Text Box 24">
            <a:extLst>
              <a:ext uri="{FF2B5EF4-FFF2-40B4-BE49-F238E27FC236}">
                <a16:creationId xmlns:a16="http://schemas.microsoft.com/office/drawing/2014/main" id="{5EDB7FE0-D157-1015-D665-6BDB5002CFF3}"/>
              </a:ext>
            </a:extLst>
          </p:cNvPr>
          <p:cNvSpPr txBox="1">
            <a:spLocks noChangeArrowheads="1"/>
          </p:cNvSpPr>
          <p:nvPr/>
        </p:nvSpPr>
        <p:spPr bwMode="auto">
          <a:xfrm>
            <a:off x="5451475" y="5861050"/>
            <a:ext cx="1101725" cy="21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altLang="en-US" sz="1400" b="1" i="0" u="none" strike="noStrike" kern="1200" cap="none" spc="0" normalizeH="0" baseline="0" noProof="0">
                <a:ln>
                  <a:noFill/>
                </a:ln>
                <a:solidFill>
                  <a:srgbClr val="000308"/>
                </a:solidFill>
                <a:effectLst/>
                <a:uLnTx/>
                <a:uFillTx/>
                <a:latin typeface="Verdana" panose="020B0604030504040204" pitchFamily="34" charset="0"/>
                <a:ea typeface="+mn-ea"/>
                <a:cs typeface="Arial" panose="020B0604020202020204" pitchFamily="34" charset="0"/>
              </a:rPr>
              <a:t>Controllers</a:t>
            </a:r>
          </a:p>
        </p:txBody>
      </p:sp>
      <p:sp>
        <p:nvSpPr>
          <p:cNvPr id="31766" name="Text Box 25">
            <a:extLst>
              <a:ext uri="{FF2B5EF4-FFF2-40B4-BE49-F238E27FC236}">
                <a16:creationId xmlns:a16="http://schemas.microsoft.com/office/drawing/2014/main" id="{57CD7270-32F5-4446-2851-5A6767D6FCD8}"/>
              </a:ext>
            </a:extLst>
          </p:cNvPr>
          <p:cNvSpPr txBox="1">
            <a:spLocks noChangeArrowheads="1"/>
          </p:cNvSpPr>
          <p:nvPr/>
        </p:nvSpPr>
        <p:spPr bwMode="auto">
          <a:xfrm>
            <a:off x="3497263" y="2794000"/>
            <a:ext cx="968375" cy="1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ctr" defTabSz="941388" rtl="0" eaLnBrk="1" fontAlgn="base" latinLnBrk="0" hangingPunct="1">
              <a:lnSpc>
                <a:spcPct val="90000"/>
              </a:lnSpc>
              <a:spcBef>
                <a:spcPct val="50000"/>
              </a:spcBef>
              <a:spcAft>
                <a:spcPct val="0"/>
              </a:spcAft>
              <a:buClrTx/>
              <a:buSzTx/>
              <a:buFontTx/>
              <a:buNone/>
              <a:tabLst/>
              <a:defRPr/>
            </a:pPr>
            <a:r>
              <a:rPr kumimoji="0" lang="en-US" altLang="en-US" sz="1400" b="1" i="0" u="none" strike="noStrike" kern="1200" cap="none" spc="0" normalizeH="0" baseline="0" noProof="0">
                <a:ln>
                  <a:noFill/>
                </a:ln>
                <a:solidFill>
                  <a:srgbClr val="000308"/>
                </a:solidFill>
                <a:effectLst/>
                <a:uLnTx/>
                <a:uFillTx/>
                <a:latin typeface="Verdana" panose="020B0604030504040204" pitchFamily="34" charset="0"/>
                <a:ea typeface="+mn-ea"/>
                <a:cs typeface="Arial" panose="020B0604020202020204" pitchFamily="34" charset="0"/>
              </a:rPr>
              <a:t>Front End</a:t>
            </a:r>
          </a:p>
        </p:txBody>
      </p:sp>
      <p:sp>
        <p:nvSpPr>
          <p:cNvPr id="31767" name="Text Box 26">
            <a:extLst>
              <a:ext uri="{FF2B5EF4-FFF2-40B4-BE49-F238E27FC236}">
                <a16:creationId xmlns:a16="http://schemas.microsoft.com/office/drawing/2014/main" id="{E83C36DF-592F-6BEE-F9A1-FE82AE9C9865}"/>
              </a:ext>
            </a:extLst>
          </p:cNvPr>
          <p:cNvSpPr txBox="1">
            <a:spLocks noChangeArrowheads="1"/>
          </p:cNvSpPr>
          <p:nvPr/>
        </p:nvSpPr>
        <p:spPr bwMode="auto">
          <a:xfrm>
            <a:off x="5848350" y="2794000"/>
            <a:ext cx="911225" cy="1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ctr" defTabSz="941388" rtl="0" eaLnBrk="1" fontAlgn="base" latinLnBrk="0" hangingPunct="1">
              <a:lnSpc>
                <a:spcPct val="90000"/>
              </a:lnSpc>
              <a:spcBef>
                <a:spcPct val="50000"/>
              </a:spcBef>
              <a:spcAft>
                <a:spcPct val="0"/>
              </a:spcAft>
              <a:buClrTx/>
              <a:buSzTx/>
              <a:buFontTx/>
              <a:buNone/>
              <a:tabLst/>
              <a:defRPr/>
            </a:pPr>
            <a:r>
              <a:rPr kumimoji="0" lang="en-US" altLang="en-US" sz="1400" b="1" i="0" u="none" strike="noStrike" kern="1200" cap="none" spc="0" normalizeH="0" baseline="0" noProof="0">
                <a:ln>
                  <a:noFill/>
                </a:ln>
                <a:solidFill>
                  <a:srgbClr val="000308"/>
                </a:solidFill>
                <a:effectLst/>
                <a:uLnTx/>
                <a:uFillTx/>
                <a:latin typeface="Verdana" panose="020B0604030504040204" pitchFamily="34" charset="0"/>
                <a:ea typeface="+mn-ea"/>
                <a:cs typeface="Arial" panose="020B0604020202020204" pitchFamily="34" charset="0"/>
              </a:rPr>
              <a:t>Back End</a:t>
            </a:r>
          </a:p>
        </p:txBody>
      </p:sp>
      <p:sp>
        <p:nvSpPr>
          <p:cNvPr id="31768" name="Text Box 27">
            <a:extLst>
              <a:ext uri="{FF2B5EF4-FFF2-40B4-BE49-F238E27FC236}">
                <a16:creationId xmlns:a16="http://schemas.microsoft.com/office/drawing/2014/main" id="{7D2F1D95-55C7-6A49-32D3-D6294799A0C5}"/>
              </a:ext>
            </a:extLst>
          </p:cNvPr>
          <p:cNvSpPr txBox="1">
            <a:spLocks noChangeArrowheads="1"/>
          </p:cNvSpPr>
          <p:nvPr/>
        </p:nvSpPr>
        <p:spPr bwMode="auto">
          <a:xfrm>
            <a:off x="4822825" y="3225800"/>
            <a:ext cx="596900" cy="1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ctr" defTabSz="941388" rtl="0" eaLnBrk="1" fontAlgn="base" latinLnBrk="0" hangingPunct="1">
              <a:lnSpc>
                <a:spcPct val="90000"/>
              </a:lnSpc>
              <a:spcBef>
                <a:spcPct val="50000"/>
              </a:spcBef>
              <a:spcAft>
                <a:spcPct val="0"/>
              </a:spcAft>
              <a:buClrTx/>
              <a:buSzTx/>
              <a:buFontTx/>
              <a:buNone/>
              <a:tabLst/>
              <a:defRPr/>
            </a:pPr>
            <a:r>
              <a:rPr kumimoji="0" lang="en-US" altLang="en-US" sz="1400" b="1" i="0" u="none" strike="noStrike" kern="1200" cap="none" spc="0" normalizeH="0" baseline="0" noProof="0">
                <a:ln>
                  <a:noFill/>
                </a:ln>
                <a:solidFill>
                  <a:srgbClr val="000308"/>
                </a:solidFill>
                <a:effectLst/>
                <a:uLnTx/>
                <a:uFillTx/>
                <a:latin typeface="Verdana" panose="020B0604030504040204" pitchFamily="34" charset="0"/>
                <a:ea typeface="+mn-ea"/>
                <a:cs typeface="Arial" panose="020B0604020202020204" pitchFamily="34" charset="0"/>
              </a:rPr>
              <a:t>Cache</a:t>
            </a:r>
          </a:p>
        </p:txBody>
      </p:sp>
      <p:sp>
        <p:nvSpPr>
          <p:cNvPr id="31769" name="Text Box 28">
            <a:extLst>
              <a:ext uri="{FF2B5EF4-FFF2-40B4-BE49-F238E27FC236}">
                <a16:creationId xmlns:a16="http://schemas.microsoft.com/office/drawing/2014/main" id="{C1C73D4B-2E94-1F6F-0E49-2E50D39AA221}"/>
              </a:ext>
            </a:extLst>
          </p:cNvPr>
          <p:cNvSpPr txBox="1">
            <a:spLocks noChangeArrowheads="1"/>
          </p:cNvSpPr>
          <p:nvPr/>
        </p:nvSpPr>
        <p:spPr bwMode="auto">
          <a:xfrm>
            <a:off x="7456488" y="2794000"/>
            <a:ext cx="1419225" cy="1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ctr" defTabSz="941388" rtl="0" eaLnBrk="1" fontAlgn="base" latinLnBrk="0" hangingPunct="1">
              <a:lnSpc>
                <a:spcPct val="90000"/>
              </a:lnSpc>
              <a:spcBef>
                <a:spcPct val="50000"/>
              </a:spcBef>
              <a:spcAft>
                <a:spcPct val="0"/>
              </a:spcAft>
              <a:buClrTx/>
              <a:buSzTx/>
              <a:buFontTx/>
              <a:buNone/>
              <a:tabLst/>
              <a:defRPr/>
            </a:pPr>
            <a:r>
              <a:rPr kumimoji="0" lang="en-US" altLang="en-US" sz="1400" b="1" i="0" u="none" strike="noStrike" kern="1200" cap="none" spc="0" normalizeH="0" baseline="0" noProof="0">
                <a:ln>
                  <a:noFill/>
                </a:ln>
                <a:solidFill>
                  <a:srgbClr val="000308"/>
                </a:solidFill>
                <a:effectLst/>
                <a:uLnTx/>
                <a:uFillTx/>
                <a:latin typeface="Verdana" panose="020B0604030504040204" pitchFamily="34" charset="0"/>
                <a:ea typeface="+mn-ea"/>
                <a:cs typeface="Arial" panose="020B0604020202020204" pitchFamily="34" charset="0"/>
              </a:rPr>
              <a:t>Physical Disks</a:t>
            </a:r>
          </a:p>
        </p:txBody>
      </p:sp>
      <p:sp>
        <p:nvSpPr>
          <p:cNvPr id="31770" name="Text Box 29">
            <a:extLst>
              <a:ext uri="{FF2B5EF4-FFF2-40B4-BE49-F238E27FC236}">
                <a16:creationId xmlns:a16="http://schemas.microsoft.com/office/drawing/2014/main" id="{E4D13213-1E26-03B7-2E67-659278150491}"/>
              </a:ext>
            </a:extLst>
          </p:cNvPr>
          <p:cNvSpPr txBox="1">
            <a:spLocks noChangeArrowheads="1"/>
          </p:cNvSpPr>
          <p:nvPr/>
        </p:nvSpPr>
        <p:spPr bwMode="auto">
          <a:xfrm>
            <a:off x="4408488" y="2001838"/>
            <a:ext cx="3186112" cy="3048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12700" algn="ctr">
                <a:solidFill>
                  <a:srgbClr val="080808"/>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9413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941388">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941388">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941388"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altLang="en-US" sz="2000" b="1" i="0" u="none" strike="noStrike" kern="1200" cap="none" spc="0" normalizeH="0" baseline="0" noProof="0">
                <a:ln>
                  <a:noFill/>
                </a:ln>
                <a:solidFill>
                  <a:srgbClr val="3A7A77"/>
                </a:solidFill>
                <a:effectLst/>
                <a:uLnTx/>
                <a:uFillTx/>
                <a:latin typeface="Arial" panose="020B0604020202020204" pitchFamily="34" charset="0"/>
                <a:ea typeface="+mn-ea"/>
                <a:cs typeface="Arial" panose="020B0604020202020204" pitchFamily="34" charset="0"/>
              </a:rPr>
              <a:t>Intelligent Storage System</a:t>
            </a:r>
          </a:p>
        </p:txBody>
      </p:sp>
      <p:sp>
        <p:nvSpPr>
          <p:cNvPr id="31771" name="Line 30">
            <a:extLst>
              <a:ext uri="{FF2B5EF4-FFF2-40B4-BE49-F238E27FC236}">
                <a16:creationId xmlns:a16="http://schemas.microsoft.com/office/drawing/2014/main" id="{8D9F8256-2337-6055-A0B0-2088435BEBA6}"/>
              </a:ext>
            </a:extLst>
          </p:cNvPr>
          <p:cNvSpPr>
            <a:spLocks noChangeShapeType="1"/>
          </p:cNvSpPr>
          <p:nvPr/>
        </p:nvSpPr>
        <p:spPr bwMode="auto">
          <a:xfrm flipH="1">
            <a:off x="1087438" y="3886200"/>
            <a:ext cx="457200"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772" name="Line 31">
            <a:extLst>
              <a:ext uri="{FF2B5EF4-FFF2-40B4-BE49-F238E27FC236}">
                <a16:creationId xmlns:a16="http://schemas.microsoft.com/office/drawing/2014/main" id="{2F91E5F1-EA5D-DE85-0B08-58568A2FCFF0}"/>
              </a:ext>
            </a:extLst>
          </p:cNvPr>
          <p:cNvSpPr>
            <a:spLocks noChangeShapeType="1"/>
          </p:cNvSpPr>
          <p:nvPr/>
        </p:nvSpPr>
        <p:spPr bwMode="auto">
          <a:xfrm flipH="1">
            <a:off x="1077913" y="3984625"/>
            <a:ext cx="457200"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773" name="Line 32">
            <a:extLst>
              <a:ext uri="{FF2B5EF4-FFF2-40B4-BE49-F238E27FC236}">
                <a16:creationId xmlns:a16="http://schemas.microsoft.com/office/drawing/2014/main" id="{7F23C78E-5D4B-2D07-59D5-6151A31EED01}"/>
              </a:ext>
            </a:extLst>
          </p:cNvPr>
          <p:cNvSpPr>
            <a:spLocks noChangeShapeType="1"/>
          </p:cNvSpPr>
          <p:nvPr/>
        </p:nvSpPr>
        <p:spPr bwMode="auto">
          <a:xfrm flipH="1">
            <a:off x="4343400" y="3886200"/>
            <a:ext cx="1524000" cy="0"/>
          </a:xfrm>
          <a:prstGeom prst="line">
            <a:avLst/>
          </a:prstGeom>
          <a:noFill/>
          <a:ln w="3810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774" name="Line 33">
            <a:extLst>
              <a:ext uri="{FF2B5EF4-FFF2-40B4-BE49-F238E27FC236}">
                <a16:creationId xmlns:a16="http://schemas.microsoft.com/office/drawing/2014/main" id="{6B4C0DBE-6B05-43DD-C083-898F05EC1751}"/>
              </a:ext>
            </a:extLst>
          </p:cNvPr>
          <p:cNvSpPr>
            <a:spLocks noChangeShapeType="1"/>
          </p:cNvSpPr>
          <p:nvPr/>
        </p:nvSpPr>
        <p:spPr bwMode="auto">
          <a:xfrm flipH="1">
            <a:off x="2247900" y="3962400"/>
            <a:ext cx="647700" cy="0"/>
          </a:xfrm>
          <a:prstGeom prst="line">
            <a:avLst/>
          </a:prstGeom>
          <a:noFill/>
          <a:ln w="3810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973731" name="Freeform 35">
            <a:extLst>
              <a:ext uri="{FF2B5EF4-FFF2-40B4-BE49-F238E27FC236}">
                <a16:creationId xmlns:a16="http://schemas.microsoft.com/office/drawing/2014/main" id="{8467A206-234A-8D78-C9ED-0DE7E7328A0A}"/>
              </a:ext>
            </a:extLst>
          </p:cNvPr>
          <p:cNvSpPr>
            <a:spLocks/>
          </p:cNvSpPr>
          <p:nvPr/>
        </p:nvSpPr>
        <p:spPr bwMode="auto">
          <a:xfrm>
            <a:off x="1524000" y="3705225"/>
            <a:ext cx="752475" cy="485775"/>
          </a:xfrm>
          <a:custGeom>
            <a:avLst/>
            <a:gdLst>
              <a:gd name="T0" fmla="*/ 1157 w 1423"/>
              <a:gd name="T1" fmla="*/ 5 h 917"/>
              <a:gd name="T2" fmla="*/ 1228 w 1423"/>
              <a:gd name="T3" fmla="*/ 34 h 917"/>
              <a:gd name="T4" fmla="*/ 1287 w 1423"/>
              <a:gd name="T5" fmla="*/ 80 h 917"/>
              <a:gd name="T6" fmla="*/ 1334 w 1423"/>
              <a:gd name="T7" fmla="*/ 157 h 917"/>
              <a:gd name="T8" fmla="*/ 1346 w 1423"/>
              <a:gd name="T9" fmla="*/ 214 h 917"/>
              <a:gd name="T10" fmla="*/ 1339 w 1423"/>
              <a:gd name="T11" fmla="*/ 269 h 917"/>
              <a:gd name="T12" fmla="*/ 1371 w 1423"/>
              <a:gd name="T13" fmla="*/ 328 h 917"/>
              <a:gd name="T14" fmla="*/ 1408 w 1423"/>
              <a:gd name="T15" fmla="*/ 388 h 917"/>
              <a:gd name="T16" fmla="*/ 1423 w 1423"/>
              <a:gd name="T17" fmla="*/ 452 h 917"/>
              <a:gd name="T18" fmla="*/ 1408 w 1423"/>
              <a:gd name="T19" fmla="*/ 515 h 917"/>
              <a:gd name="T20" fmla="*/ 1371 w 1423"/>
              <a:gd name="T21" fmla="*/ 580 h 917"/>
              <a:gd name="T22" fmla="*/ 1340 w 1423"/>
              <a:gd name="T23" fmla="*/ 640 h 917"/>
              <a:gd name="T24" fmla="*/ 1342 w 1423"/>
              <a:gd name="T25" fmla="*/ 719 h 917"/>
              <a:gd name="T26" fmla="*/ 1328 w 1423"/>
              <a:gd name="T27" fmla="*/ 769 h 917"/>
              <a:gd name="T28" fmla="*/ 1298 w 1423"/>
              <a:gd name="T29" fmla="*/ 815 h 917"/>
              <a:gd name="T30" fmla="*/ 1259 w 1423"/>
              <a:gd name="T31" fmla="*/ 853 h 917"/>
              <a:gd name="T32" fmla="*/ 1228 w 1423"/>
              <a:gd name="T33" fmla="*/ 876 h 917"/>
              <a:gd name="T34" fmla="*/ 1183 w 1423"/>
              <a:gd name="T35" fmla="*/ 894 h 917"/>
              <a:gd name="T36" fmla="*/ 1157 w 1423"/>
              <a:gd name="T37" fmla="*/ 902 h 917"/>
              <a:gd name="T38" fmla="*/ 1067 w 1423"/>
              <a:gd name="T39" fmla="*/ 904 h 917"/>
              <a:gd name="T40" fmla="*/ 1016 w 1423"/>
              <a:gd name="T41" fmla="*/ 882 h 917"/>
              <a:gd name="T42" fmla="*/ 971 w 1423"/>
              <a:gd name="T43" fmla="*/ 845 h 917"/>
              <a:gd name="T44" fmla="*/ 892 w 1423"/>
              <a:gd name="T45" fmla="*/ 866 h 917"/>
              <a:gd name="T46" fmla="*/ 794 w 1423"/>
              <a:gd name="T47" fmla="*/ 902 h 917"/>
              <a:gd name="T48" fmla="*/ 701 w 1423"/>
              <a:gd name="T49" fmla="*/ 917 h 917"/>
              <a:gd name="T50" fmla="*/ 609 w 1423"/>
              <a:gd name="T51" fmla="*/ 902 h 917"/>
              <a:gd name="T52" fmla="*/ 521 w 1423"/>
              <a:gd name="T53" fmla="*/ 866 h 917"/>
              <a:gd name="T54" fmla="*/ 458 w 1423"/>
              <a:gd name="T55" fmla="*/ 836 h 917"/>
              <a:gd name="T56" fmla="*/ 452 w 1423"/>
              <a:gd name="T57" fmla="*/ 845 h 917"/>
              <a:gd name="T58" fmla="*/ 408 w 1423"/>
              <a:gd name="T59" fmla="*/ 882 h 917"/>
              <a:gd name="T60" fmla="*/ 356 w 1423"/>
              <a:gd name="T61" fmla="*/ 904 h 917"/>
              <a:gd name="T62" fmla="*/ 302 w 1423"/>
              <a:gd name="T63" fmla="*/ 907 h 917"/>
              <a:gd name="T64" fmla="*/ 231 w 1423"/>
              <a:gd name="T65" fmla="*/ 892 h 917"/>
              <a:gd name="T66" fmla="*/ 177 w 1423"/>
              <a:gd name="T67" fmla="*/ 863 h 917"/>
              <a:gd name="T68" fmla="*/ 124 w 1423"/>
              <a:gd name="T69" fmla="*/ 812 h 917"/>
              <a:gd name="T70" fmla="*/ 84 w 1423"/>
              <a:gd name="T71" fmla="*/ 731 h 917"/>
              <a:gd name="T72" fmla="*/ 81 w 1423"/>
              <a:gd name="T73" fmla="*/ 659 h 917"/>
              <a:gd name="T74" fmla="*/ 51 w 1423"/>
              <a:gd name="T75" fmla="*/ 581 h 917"/>
              <a:gd name="T76" fmla="*/ 12 w 1423"/>
              <a:gd name="T77" fmla="*/ 518 h 917"/>
              <a:gd name="T78" fmla="*/ 2 w 1423"/>
              <a:gd name="T79" fmla="*/ 476 h 917"/>
              <a:gd name="T80" fmla="*/ 5 w 1423"/>
              <a:gd name="T81" fmla="*/ 414 h 917"/>
              <a:gd name="T82" fmla="*/ 35 w 1423"/>
              <a:gd name="T83" fmla="*/ 350 h 917"/>
              <a:gd name="T84" fmla="*/ 92 w 1423"/>
              <a:gd name="T85" fmla="*/ 288 h 917"/>
              <a:gd name="T86" fmla="*/ 78 w 1423"/>
              <a:gd name="T87" fmla="*/ 214 h 917"/>
              <a:gd name="T88" fmla="*/ 114 w 1423"/>
              <a:gd name="T89" fmla="*/ 108 h 917"/>
              <a:gd name="T90" fmla="*/ 179 w 1423"/>
              <a:gd name="T91" fmla="*/ 43 h 917"/>
              <a:gd name="T92" fmla="*/ 267 w 1423"/>
              <a:gd name="T93" fmla="*/ 5 h 917"/>
              <a:gd name="T94" fmla="*/ 356 w 1423"/>
              <a:gd name="T95" fmla="*/ 5 h 917"/>
              <a:gd name="T96" fmla="*/ 408 w 1423"/>
              <a:gd name="T97" fmla="*/ 26 h 917"/>
              <a:gd name="T98" fmla="*/ 452 w 1423"/>
              <a:gd name="T99" fmla="*/ 62 h 917"/>
              <a:gd name="T100" fmla="*/ 556 w 1423"/>
              <a:gd name="T101" fmla="*/ 35 h 917"/>
              <a:gd name="T102" fmla="*/ 650 w 1423"/>
              <a:gd name="T103" fmla="*/ 12 h 917"/>
              <a:gd name="T104" fmla="*/ 803 w 1423"/>
              <a:gd name="T105" fmla="*/ 18 h 917"/>
              <a:gd name="T106" fmla="*/ 897 w 1423"/>
              <a:gd name="T107" fmla="*/ 48 h 917"/>
              <a:gd name="T108" fmla="*/ 985 w 1423"/>
              <a:gd name="T109" fmla="*/ 49 h 917"/>
              <a:gd name="T110" fmla="*/ 1031 w 1423"/>
              <a:gd name="T111" fmla="*/ 17 h 917"/>
              <a:gd name="T112" fmla="*/ 1088 w 1423"/>
              <a:gd name="T113" fmla="*/ 2 h 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23" h="917">
                <a:moveTo>
                  <a:pt x="1088" y="2"/>
                </a:moveTo>
                <a:lnTo>
                  <a:pt x="1121" y="0"/>
                </a:lnTo>
                <a:lnTo>
                  <a:pt x="1157" y="5"/>
                </a:lnTo>
                <a:lnTo>
                  <a:pt x="1174" y="8"/>
                </a:lnTo>
                <a:lnTo>
                  <a:pt x="1192" y="16"/>
                </a:lnTo>
                <a:lnTo>
                  <a:pt x="1228" y="34"/>
                </a:lnTo>
                <a:lnTo>
                  <a:pt x="1244" y="43"/>
                </a:lnTo>
                <a:lnTo>
                  <a:pt x="1259" y="55"/>
                </a:lnTo>
                <a:lnTo>
                  <a:pt x="1287" y="80"/>
                </a:lnTo>
                <a:lnTo>
                  <a:pt x="1309" y="108"/>
                </a:lnTo>
                <a:lnTo>
                  <a:pt x="1328" y="140"/>
                </a:lnTo>
                <a:lnTo>
                  <a:pt x="1334" y="157"/>
                </a:lnTo>
                <a:lnTo>
                  <a:pt x="1340" y="176"/>
                </a:lnTo>
                <a:lnTo>
                  <a:pt x="1343" y="194"/>
                </a:lnTo>
                <a:lnTo>
                  <a:pt x="1346" y="214"/>
                </a:lnTo>
                <a:lnTo>
                  <a:pt x="1345" y="230"/>
                </a:lnTo>
                <a:lnTo>
                  <a:pt x="1342" y="250"/>
                </a:lnTo>
                <a:lnTo>
                  <a:pt x="1339" y="269"/>
                </a:lnTo>
                <a:lnTo>
                  <a:pt x="1333" y="288"/>
                </a:lnTo>
                <a:lnTo>
                  <a:pt x="1353" y="307"/>
                </a:lnTo>
                <a:lnTo>
                  <a:pt x="1371" y="328"/>
                </a:lnTo>
                <a:lnTo>
                  <a:pt x="1387" y="347"/>
                </a:lnTo>
                <a:lnTo>
                  <a:pt x="1400" y="368"/>
                </a:lnTo>
                <a:lnTo>
                  <a:pt x="1408" y="388"/>
                </a:lnTo>
                <a:lnTo>
                  <a:pt x="1417" y="409"/>
                </a:lnTo>
                <a:lnTo>
                  <a:pt x="1420" y="431"/>
                </a:lnTo>
                <a:lnTo>
                  <a:pt x="1423" y="452"/>
                </a:lnTo>
                <a:lnTo>
                  <a:pt x="1420" y="472"/>
                </a:lnTo>
                <a:lnTo>
                  <a:pt x="1417" y="493"/>
                </a:lnTo>
                <a:lnTo>
                  <a:pt x="1408" y="515"/>
                </a:lnTo>
                <a:lnTo>
                  <a:pt x="1400" y="536"/>
                </a:lnTo>
                <a:lnTo>
                  <a:pt x="1387" y="558"/>
                </a:lnTo>
                <a:lnTo>
                  <a:pt x="1371" y="580"/>
                </a:lnTo>
                <a:lnTo>
                  <a:pt x="1353" y="601"/>
                </a:lnTo>
                <a:lnTo>
                  <a:pt x="1333" y="623"/>
                </a:lnTo>
                <a:lnTo>
                  <a:pt x="1340" y="640"/>
                </a:lnTo>
                <a:lnTo>
                  <a:pt x="1345" y="671"/>
                </a:lnTo>
                <a:lnTo>
                  <a:pt x="1345" y="704"/>
                </a:lnTo>
                <a:lnTo>
                  <a:pt x="1342" y="719"/>
                </a:lnTo>
                <a:lnTo>
                  <a:pt x="1339" y="736"/>
                </a:lnTo>
                <a:lnTo>
                  <a:pt x="1334" y="752"/>
                </a:lnTo>
                <a:lnTo>
                  <a:pt x="1328" y="769"/>
                </a:lnTo>
                <a:lnTo>
                  <a:pt x="1318" y="785"/>
                </a:lnTo>
                <a:lnTo>
                  <a:pt x="1309" y="800"/>
                </a:lnTo>
                <a:lnTo>
                  <a:pt x="1298" y="815"/>
                </a:lnTo>
                <a:lnTo>
                  <a:pt x="1287" y="829"/>
                </a:lnTo>
                <a:lnTo>
                  <a:pt x="1273" y="841"/>
                </a:lnTo>
                <a:lnTo>
                  <a:pt x="1259" y="853"/>
                </a:lnTo>
                <a:lnTo>
                  <a:pt x="1251" y="858"/>
                </a:lnTo>
                <a:lnTo>
                  <a:pt x="1244" y="864"/>
                </a:lnTo>
                <a:lnTo>
                  <a:pt x="1228" y="876"/>
                </a:lnTo>
                <a:lnTo>
                  <a:pt x="1209" y="884"/>
                </a:lnTo>
                <a:lnTo>
                  <a:pt x="1192" y="892"/>
                </a:lnTo>
                <a:lnTo>
                  <a:pt x="1183" y="894"/>
                </a:lnTo>
                <a:lnTo>
                  <a:pt x="1178" y="895"/>
                </a:lnTo>
                <a:lnTo>
                  <a:pt x="1174" y="898"/>
                </a:lnTo>
                <a:lnTo>
                  <a:pt x="1157" y="902"/>
                </a:lnTo>
                <a:lnTo>
                  <a:pt x="1121" y="907"/>
                </a:lnTo>
                <a:lnTo>
                  <a:pt x="1088" y="907"/>
                </a:lnTo>
                <a:lnTo>
                  <a:pt x="1067" y="904"/>
                </a:lnTo>
                <a:lnTo>
                  <a:pt x="1049" y="898"/>
                </a:lnTo>
                <a:lnTo>
                  <a:pt x="1031" y="890"/>
                </a:lnTo>
                <a:lnTo>
                  <a:pt x="1016" y="882"/>
                </a:lnTo>
                <a:lnTo>
                  <a:pt x="999" y="871"/>
                </a:lnTo>
                <a:lnTo>
                  <a:pt x="985" y="859"/>
                </a:lnTo>
                <a:lnTo>
                  <a:pt x="971" y="845"/>
                </a:lnTo>
                <a:lnTo>
                  <a:pt x="959" y="829"/>
                </a:lnTo>
                <a:lnTo>
                  <a:pt x="926" y="848"/>
                </a:lnTo>
                <a:lnTo>
                  <a:pt x="892" y="866"/>
                </a:lnTo>
                <a:lnTo>
                  <a:pt x="859" y="881"/>
                </a:lnTo>
                <a:lnTo>
                  <a:pt x="827" y="894"/>
                </a:lnTo>
                <a:lnTo>
                  <a:pt x="794" y="902"/>
                </a:lnTo>
                <a:lnTo>
                  <a:pt x="763" y="911"/>
                </a:lnTo>
                <a:lnTo>
                  <a:pt x="731" y="914"/>
                </a:lnTo>
                <a:lnTo>
                  <a:pt x="701" y="917"/>
                </a:lnTo>
                <a:lnTo>
                  <a:pt x="670" y="914"/>
                </a:lnTo>
                <a:lnTo>
                  <a:pt x="639" y="911"/>
                </a:lnTo>
                <a:lnTo>
                  <a:pt x="609" y="902"/>
                </a:lnTo>
                <a:lnTo>
                  <a:pt x="580" y="894"/>
                </a:lnTo>
                <a:lnTo>
                  <a:pt x="550" y="881"/>
                </a:lnTo>
                <a:lnTo>
                  <a:pt x="521" y="866"/>
                </a:lnTo>
                <a:lnTo>
                  <a:pt x="492" y="848"/>
                </a:lnTo>
                <a:lnTo>
                  <a:pt x="465" y="829"/>
                </a:lnTo>
                <a:lnTo>
                  <a:pt x="458" y="836"/>
                </a:lnTo>
                <a:lnTo>
                  <a:pt x="455" y="838"/>
                </a:lnTo>
                <a:lnTo>
                  <a:pt x="454" y="840"/>
                </a:lnTo>
                <a:lnTo>
                  <a:pt x="452" y="845"/>
                </a:lnTo>
                <a:lnTo>
                  <a:pt x="438" y="859"/>
                </a:lnTo>
                <a:lnTo>
                  <a:pt x="423" y="871"/>
                </a:lnTo>
                <a:lnTo>
                  <a:pt x="408" y="882"/>
                </a:lnTo>
                <a:lnTo>
                  <a:pt x="392" y="890"/>
                </a:lnTo>
                <a:lnTo>
                  <a:pt x="375" y="898"/>
                </a:lnTo>
                <a:lnTo>
                  <a:pt x="356" y="904"/>
                </a:lnTo>
                <a:lnTo>
                  <a:pt x="346" y="905"/>
                </a:lnTo>
                <a:lnTo>
                  <a:pt x="338" y="907"/>
                </a:lnTo>
                <a:lnTo>
                  <a:pt x="302" y="907"/>
                </a:lnTo>
                <a:lnTo>
                  <a:pt x="267" y="902"/>
                </a:lnTo>
                <a:lnTo>
                  <a:pt x="248" y="898"/>
                </a:lnTo>
                <a:lnTo>
                  <a:pt x="231" y="892"/>
                </a:lnTo>
                <a:lnTo>
                  <a:pt x="214" y="884"/>
                </a:lnTo>
                <a:lnTo>
                  <a:pt x="197" y="876"/>
                </a:lnTo>
                <a:lnTo>
                  <a:pt x="177" y="863"/>
                </a:lnTo>
                <a:lnTo>
                  <a:pt x="160" y="850"/>
                </a:lnTo>
                <a:lnTo>
                  <a:pt x="140" y="832"/>
                </a:lnTo>
                <a:lnTo>
                  <a:pt x="124" y="812"/>
                </a:lnTo>
                <a:lnTo>
                  <a:pt x="108" y="791"/>
                </a:lnTo>
                <a:lnTo>
                  <a:pt x="98" y="769"/>
                </a:lnTo>
                <a:lnTo>
                  <a:pt x="84" y="731"/>
                </a:lnTo>
                <a:lnTo>
                  <a:pt x="78" y="695"/>
                </a:lnTo>
                <a:lnTo>
                  <a:pt x="77" y="676"/>
                </a:lnTo>
                <a:lnTo>
                  <a:pt x="81" y="659"/>
                </a:lnTo>
                <a:lnTo>
                  <a:pt x="92" y="623"/>
                </a:lnTo>
                <a:lnTo>
                  <a:pt x="69" y="601"/>
                </a:lnTo>
                <a:lnTo>
                  <a:pt x="51" y="581"/>
                </a:lnTo>
                <a:lnTo>
                  <a:pt x="35" y="559"/>
                </a:lnTo>
                <a:lnTo>
                  <a:pt x="23" y="540"/>
                </a:lnTo>
                <a:lnTo>
                  <a:pt x="12" y="518"/>
                </a:lnTo>
                <a:lnTo>
                  <a:pt x="8" y="508"/>
                </a:lnTo>
                <a:lnTo>
                  <a:pt x="5" y="498"/>
                </a:lnTo>
                <a:lnTo>
                  <a:pt x="2" y="476"/>
                </a:lnTo>
                <a:lnTo>
                  <a:pt x="0" y="457"/>
                </a:lnTo>
                <a:lnTo>
                  <a:pt x="2" y="436"/>
                </a:lnTo>
                <a:lnTo>
                  <a:pt x="5" y="414"/>
                </a:lnTo>
                <a:lnTo>
                  <a:pt x="12" y="392"/>
                </a:lnTo>
                <a:lnTo>
                  <a:pt x="23" y="372"/>
                </a:lnTo>
                <a:lnTo>
                  <a:pt x="35" y="350"/>
                </a:lnTo>
                <a:lnTo>
                  <a:pt x="51" y="329"/>
                </a:lnTo>
                <a:lnTo>
                  <a:pt x="69" y="307"/>
                </a:lnTo>
                <a:lnTo>
                  <a:pt x="92" y="288"/>
                </a:lnTo>
                <a:lnTo>
                  <a:pt x="81" y="250"/>
                </a:lnTo>
                <a:lnTo>
                  <a:pt x="77" y="230"/>
                </a:lnTo>
                <a:lnTo>
                  <a:pt x="78" y="214"/>
                </a:lnTo>
                <a:lnTo>
                  <a:pt x="84" y="176"/>
                </a:lnTo>
                <a:lnTo>
                  <a:pt x="98" y="140"/>
                </a:lnTo>
                <a:lnTo>
                  <a:pt x="114" y="108"/>
                </a:lnTo>
                <a:lnTo>
                  <a:pt x="137" y="80"/>
                </a:lnTo>
                <a:lnTo>
                  <a:pt x="164" y="55"/>
                </a:lnTo>
                <a:lnTo>
                  <a:pt x="179" y="43"/>
                </a:lnTo>
                <a:lnTo>
                  <a:pt x="197" y="34"/>
                </a:lnTo>
                <a:lnTo>
                  <a:pt x="231" y="16"/>
                </a:lnTo>
                <a:lnTo>
                  <a:pt x="267" y="5"/>
                </a:lnTo>
                <a:lnTo>
                  <a:pt x="302" y="0"/>
                </a:lnTo>
                <a:lnTo>
                  <a:pt x="338" y="2"/>
                </a:lnTo>
                <a:lnTo>
                  <a:pt x="356" y="5"/>
                </a:lnTo>
                <a:lnTo>
                  <a:pt x="375" y="11"/>
                </a:lnTo>
                <a:lnTo>
                  <a:pt x="392" y="17"/>
                </a:lnTo>
                <a:lnTo>
                  <a:pt x="408" y="26"/>
                </a:lnTo>
                <a:lnTo>
                  <a:pt x="423" y="36"/>
                </a:lnTo>
                <a:lnTo>
                  <a:pt x="438" y="49"/>
                </a:lnTo>
                <a:lnTo>
                  <a:pt x="452" y="62"/>
                </a:lnTo>
                <a:lnTo>
                  <a:pt x="465" y="80"/>
                </a:lnTo>
                <a:lnTo>
                  <a:pt x="525" y="48"/>
                </a:lnTo>
                <a:lnTo>
                  <a:pt x="556" y="35"/>
                </a:lnTo>
                <a:lnTo>
                  <a:pt x="587" y="26"/>
                </a:lnTo>
                <a:lnTo>
                  <a:pt x="618" y="18"/>
                </a:lnTo>
                <a:lnTo>
                  <a:pt x="650" y="12"/>
                </a:lnTo>
                <a:lnTo>
                  <a:pt x="712" y="8"/>
                </a:lnTo>
                <a:lnTo>
                  <a:pt x="772" y="12"/>
                </a:lnTo>
                <a:lnTo>
                  <a:pt x="803" y="18"/>
                </a:lnTo>
                <a:lnTo>
                  <a:pt x="835" y="26"/>
                </a:lnTo>
                <a:lnTo>
                  <a:pt x="866" y="35"/>
                </a:lnTo>
                <a:lnTo>
                  <a:pt x="897" y="48"/>
                </a:lnTo>
                <a:lnTo>
                  <a:pt x="959" y="80"/>
                </a:lnTo>
                <a:lnTo>
                  <a:pt x="971" y="62"/>
                </a:lnTo>
                <a:lnTo>
                  <a:pt x="985" y="49"/>
                </a:lnTo>
                <a:lnTo>
                  <a:pt x="999" y="36"/>
                </a:lnTo>
                <a:lnTo>
                  <a:pt x="1016" y="26"/>
                </a:lnTo>
                <a:lnTo>
                  <a:pt x="1031" y="17"/>
                </a:lnTo>
                <a:lnTo>
                  <a:pt x="1049" y="11"/>
                </a:lnTo>
                <a:lnTo>
                  <a:pt x="1067" y="5"/>
                </a:lnTo>
                <a:lnTo>
                  <a:pt x="1088" y="2"/>
                </a:lnTo>
              </a:path>
            </a:pathLst>
          </a:custGeom>
          <a:gradFill rotWithShape="1">
            <a:gsLst>
              <a:gs pos="0">
                <a:srgbClr val="E28700"/>
              </a:gs>
              <a:gs pos="50000">
                <a:srgbClr val="FF9900">
                  <a:alpha val="59000"/>
                </a:srgbClr>
              </a:gs>
              <a:gs pos="100000">
                <a:srgbClr val="E28700"/>
              </a:gs>
            </a:gsLst>
            <a:lin ang="5400000" scaled="1"/>
          </a:gradFill>
          <a:ln w="12700">
            <a:solidFill>
              <a:srgbClr val="993300"/>
            </a:solidFill>
            <a:prstDash val="solid"/>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Arial" panose="020B0604020202020204" pitchFamily="34" charset="0"/>
            </a:endParaRPr>
          </a:p>
        </p:txBody>
      </p:sp>
      <p:sp>
        <p:nvSpPr>
          <p:cNvPr id="31778" name="Rectangle 36">
            <a:extLst>
              <a:ext uri="{FF2B5EF4-FFF2-40B4-BE49-F238E27FC236}">
                <a16:creationId xmlns:a16="http://schemas.microsoft.com/office/drawing/2014/main" id="{061F5AF0-672A-7EF7-01A4-679AD137115F}"/>
              </a:ext>
            </a:extLst>
          </p:cNvPr>
          <p:cNvSpPr>
            <a:spLocks noChangeArrowheads="1"/>
          </p:cNvSpPr>
          <p:nvPr/>
        </p:nvSpPr>
        <p:spPr bwMode="auto">
          <a:xfrm>
            <a:off x="1600200" y="3857625"/>
            <a:ext cx="5715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Verdana" panose="020B0604030504040204" pitchFamily="34" charset="0"/>
                <a:ea typeface="+mn-ea"/>
                <a:cs typeface="Arial" panose="020B0604020202020204" pitchFamily="34" charset="0"/>
              </a:rPr>
              <a:t>FC SAN</a:t>
            </a: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779" name="Line 38">
            <a:extLst>
              <a:ext uri="{FF2B5EF4-FFF2-40B4-BE49-F238E27FC236}">
                <a16:creationId xmlns:a16="http://schemas.microsoft.com/office/drawing/2014/main" id="{5669166D-0A8A-4D45-A89C-10DF446DB11A}"/>
              </a:ext>
            </a:extLst>
          </p:cNvPr>
          <p:cNvSpPr>
            <a:spLocks noChangeShapeType="1"/>
          </p:cNvSpPr>
          <p:nvPr/>
        </p:nvSpPr>
        <p:spPr bwMode="auto">
          <a:xfrm flipH="1">
            <a:off x="3060700" y="4572000"/>
            <a:ext cx="381000" cy="0"/>
          </a:xfrm>
          <a:prstGeom prst="line">
            <a:avLst/>
          </a:prstGeom>
          <a:noFill/>
          <a:ln w="3810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780" name="Line 40">
            <a:extLst>
              <a:ext uri="{FF2B5EF4-FFF2-40B4-BE49-F238E27FC236}">
                <a16:creationId xmlns:a16="http://schemas.microsoft.com/office/drawing/2014/main" id="{7EDD1D9A-9A72-8F8B-0237-52667356EDFA}"/>
              </a:ext>
            </a:extLst>
          </p:cNvPr>
          <p:cNvSpPr>
            <a:spLocks noChangeShapeType="1"/>
          </p:cNvSpPr>
          <p:nvPr/>
        </p:nvSpPr>
        <p:spPr bwMode="auto">
          <a:xfrm flipH="1">
            <a:off x="3048000" y="3352800"/>
            <a:ext cx="381000"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781" name="Line 41">
            <a:extLst>
              <a:ext uri="{FF2B5EF4-FFF2-40B4-BE49-F238E27FC236}">
                <a16:creationId xmlns:a16="http://schemas.microsoft.com/office/drawing/2014/main" id="{7D07F790-41D3-193A-2E19-DD96BB07EEF4}"/>
              </a:ext>
            </a:extLst>
          </p:cNvPr>
          <p:cNvSpPr>
            <a:spLocks noChangeShapeType="1"/>
          </p:cNvSpPr>
          <p:nvPr/>
        </p:nvSpPr>
        <p:spPr bwMode="auto">
          <a:xfrm flipH="1">
            <a:off x="2220913" y="3810000"/>
            <a:ext cx="533400"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782" name="Line 42">
            <a:extLst>
              <a:ext uri="{FF2B5EF4-FFF2-40B4-BE49-F238E27FC236}">
                <a16:creationId xmlns:a16="http://schemas.microsoft.com/office/drawing/2014/main" id="{8D456A40-9BD2-2FFF-EC22-3F349FDB3F7F}"/>
              </a:ext>
            </a:extLst>
          </p:cNvPr>
          <p:cNvSpPr>
            <a:spLocks noChangeShapeType="1"/>
          </p:cNvSpPr>
          <p:nvPr/>
        </p:nvSpPr>
        <p:spPr bwMode="auto">
          <a:xfrm flipH="1">
            <a:off x="2238375" y="3886200"/>
            <a:ext cx="657225"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783" name="Line 43">
            <a:extLst>
              <a:ext uri="{FF2B5EF4-FFF2-40B4-BE49-F238E27FC236}">
                <a16:creationId xmlns:a16="http://schemas.microsoft.com/office/drawing/2014/main" id="{DEACAEE2-5C40-53F5-6FDC-A4454420F27D}"/>
              </a:ext>
            </a:extLst>
          </p:cNvPr>
          <p:cNvSpPr>
            <a:spLocks noChangeShapeType="1"/>
          </p:cNvSpPr>
          <p:nvPr/>
        </p:nvSpPr>
        <p:spPr bwMode="auto">
          <a:xfrm flipH="1">
            <a:off x="2238375" y="4038600"/>
            <a:ext cx="533400"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784" name="Line 44">
            <a:extLst>
              <a:ext uri="{FF2B5EF4-FFF2-40B4-BE49-F238E27FC236}">
                <a16:creationId xmlns:a16="http://schemas.microsoft.com/office/drawing/2014/main" id="{DDB29723-FD96-A5DD-5F3B-C4DEC4571D27}"/>
              </a:ext>
            </a:extLst>
          </p:cNvPr>
          <p:cNvSpPr>
            <a:spLocks noChangeShapeType="1"/>
          </p:cNvSpPr>
          <p:nvPr/>
        </p:nvSpPr>
        <p:spPr bwMode="auto">
          <a:xfrm flipH="1">
            <a:off x="2895600" y="3733800"/>
            <a:ext cx="533400"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785" name="Line 45">
            <a:extLst>
              <a:ext uri="{FF2B5EF4-FFF2-40B4-BE49-F238E27FC236}">
                <a16:creationId xmlns:a16="http://schemas.microsoft.com/office/drawing/2014/main" id="{6F529DF5-F71C-F061-BB6E-90E5B8A29058}"/>
              </a:ext>
            </a:extLst>
          </p:cNvPr>
          <p:cNvSpPr>
            <a:spLocks noChangeShapeType="1"/>
          </p:cNvSpPr>
          <p:nvPr/>
        </p:nvSpPr>
        <p:spPr bwMode="auto">
          <a:xfrm flipH="1" flipV="1">
            <a:off x="2895600" y="4191000"/>
            <a:ext cx="533400" cy="1270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786" name="Line 46">
            <a:extLst>
              <a:ext uri="{FF2B5EF4-FFF2-40B4-BE49-F238E27FC236}">
                <a16:creationId xmlns:a16="http://schemas.microsoft.com/office/drawing/2014/main" id="{DE89C611-D658-0314-AE04-F9B83A5E56C1}"/>
              </a:ext>
            </a:extLst>
          </p:cNvPr>
          <p:cNvSpPr>
            <a:spLocks noChangeShapeType="1"/>
          </p:cNvSpPr>
          <p:nvPr/>
        </p:nvSpPr>
        <p:spPr bwMode="auto">
          <a:xfrm flipH="1">
            <a:off x="2373313" y="3962400"/>
            <a:ext cx="533400"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787" name="Freeform 47">
            <a:extLst>
              <a:ext uri="{FF2B5EF4-FFF2-40B4-BE49-F238E27FC236}">
                <a16:creationId xmlns:a16="http://schemas.microsoft.com/office/drawing/2014/main" id="{81C72A59-28D8-1DA2-06EA-15B4F19274C2}"/>
              </a:ext>
            </a:extLst>
          </p:cNvPr>
          <p:cNvSpPr>
            <a:spLocks/>
          </p:cNvSpPr>
          <p:nvPr/>
        </p:nvSpPr>
        <p:spPr bwMode="auto">
          <a:xfrm>
            <a:off x="2743200" y="4038600"/>
            <a:ext cx="3175" cy="533400"/>
          </a:xfrm>
          <a:custGeom>
            <a:avLst/>
            <a:gdLst>
              <a:gd name="T0" fmla="*/ 2147483646 w 2"/>
              <a:gd name="T1" fmla="*/ 0 h 336"/>
              <a:gd name="T2" fmla="*/ 0 w 2"/>
              <a:gd name="T3" fmla="*/ 2147483646 h 336"/>
              <a:gd name="T4" fmla="*/ 0 60000 65536"/>
              <a:gd name="T5" fmla="*/ 0 60000 65536"/>
            </a:gdLst>
            <a:ahLst/>
            <a:cxnLst>
              <a:cxn ang="T4">
                <a:pos x="T0" y="T1"/>
              </a:cxn>
              <a:cxn ang="T5">
                <a:pos x="T2" y="T3"/>
              </a:cxn>
            </a:cxnLst>
            <a:rect l="0" t="0" r="r" b="b"/>
            <a:pathLst>
              <a:path w="2" h="336">
                <a:moveTo>
                  <a:pt x="2" y="0"/>
                </a:moveTo>
                <a:lnTo>
                  <a:pt x="0" y="336"/>
                </a:lnTo>
              </a:path>
            </a:pathLst>
          </a:custGeom>
          <a:solidFill>
            <a:srgbClr val="FFFFFF"/>
          </a:solidFill>
          <a:ln w="31750">
            <a:solidFill>
              <a:srgbClr val="FF9900"/>
            </a:solidFill>
            <a:round/>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788" name="Line 48">
            <a:extLst>
              <a:ext uri="{FF2B5EF4-FFF2-40B4-BE49-F238E27FC236}">
                <a16:creationId xmlns:a16="http://schemas.microsoft.com/office/drawing/2014/main" id="{1B6DCAAC-1F13-12DE-6993-71555FB9D269}"/>
              </a:ext>
            </a:extLst>
          </p:cNvPr>
          <p:cNvSpPr>
            <a:spLocks noChangeShapeType="1"/>
          </p:cNvSpPr>
          <p:nvPr/>
        </p:nvSpPr>
        <p:spPr bwMode="auto">
          <a:xfrm flipH="1">
            <a:off x="2743200" y="4572000"/>
            <a:ext cx="381000"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789" name="Line 49">
            <a:extLst>
              <a:ext uri="{FF2B5EF4-FFF2-40B4-BE49-F238E27FC236}">
                <a16:creationId xmlns:a16="http://schemas.microsoft.com/office/drawing/2014/main" id="{8ECD055C-01BA-BE7C-8B2C-7EB5E3C16D2F}"/>
              </a:ext>
            </a:extLst>
          </p:cNvPr>
          <p:cNvSpPr>
            <a:spLocks noChangeShapeType="1"/>
          </p:cNvSpPr>
          <p:nvPr/>
        </p:nvSpPr>
        <p:spPr bwMode="auto">
          <a:xfrm flipH="1">
            <a:off x="2743200" y="3352800"/>
            <a:ext cx="381000"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790" name="Line 50">
            <a:extLst>
              <a:ext uri="{FF2B5EF4-FFF2-40B4-BE49-F238E27FC236}">
                <a16:creationId xmlns:a16="http://schemas.microsoft.com/office/drawing/2014/main" id="{42C6DC47-782E-B07D-DE84-157270A6A423}"/>
              </a:ext>
            </a:extLst>
          </p:cNvPr>
          <p:cNvSpPr>
            <a:spLocks noChangeShapeType="1"/>
          </p:cNvSpPr>
          <p:nvPr/>
        </p:nvSpPr>
        <p:spPr bwMode="auto">
          <a:xfrm flipH="1">
            <a:off x="2743200" y="3352800"/>
            <a:ext cx="0" cy="45720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791" name="Line 51">
            <a:extLst>
              <a:ext uri="{FF2B5EF4-FFF2-40B4-BE49-F238E27FC236}">
                <a16:creationId xmlns:a16="http://schemas.microsoft.com/office/drawing/2014/main" id="{99341F2B-51ED-B500-224C-3013BC5D2D91}"/>
              </a:ext>
            </a:extLst>
          </p:cNvPr>
          <p:cNvSpPr>
            <a:spLocks noChangeShapeType="1"/>
          </p:cNvSpPr>
          <p:nvPr/>
        </p:nvSpPr>
        <p:spPr bwMode="auto">
          <a:xfrm flipH="1">
            <a:off x="2895600" y="3733800"/>
            <a:ext cx="0" cy="15240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792" name="Line 52">
            <a:extLst>
              <a:ext uri="{FF2B5EF4-FFF2-40B4-BE49-F238E27FC236}">
                <a16:creationId xmlns:a16="http://schemas.microsoft.com/office/drawing/2014/main" id="{98542048-808F-89AD-49B9-ECBA830EEE4E}"/>
              </a:ext>
            </a:extLst>
          </p:cNvPr>
          <p:cNvSpPr>
            <a:spLocks noChangeShapeType="1"/>
          </p:cNvSpPr>
          <p:nvPr/>
        </p:nvSpPr>
        <p:spPr bwMode="auto">
          <a:xfrm flipH="1">
            <a:off x="2895600" y="3962400"/>
            <a:ext cx="0" cy="22860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793" name="Line 53">
            <a:extLst>
              <a:ext uri="{FF2B5EF4-FFF2-40B4-BE49-F238E27FC236}">
                <a16:creationId xmlns:a16="http://schemas.microsoft.com/office/drawing/2014/main" id="{40D07859-72A7-10C3-09F7-3F9A48EE50E9}"/>
              </a:ext>
            </a:extLst>
          </p:cNvPr>
          <p:cNvSpPr>
            <a:spLocks noChangeShapeType="1"/>
          </p:cNvSpPr>
          <p:nvPr/>
        </p:nvSpPr>
        <p:spPr bwMode="auto">
          <a:xfrm flipH="1">
            <a:off x="4343400" y="4038600"/>
            <a:ext cx="1524000" cy="0"/>
          </a:xfrm>
          <a:prstGeom prst="line">
            <a:avLst/>
          </a:prstGeom>
          <a:noFill/>
          <a:ln w="3810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794" name="Rectangle 56">
            <a:extLst>
              <a:ext uri="{FF2B5EF4-FFF2-40B4-BE49-F238E27FC236}">
                <a16:creationId xmlns:a16="http://schemas.microsoft.com/office/drawing/2014/main" id="{9B8F55B6-E68F-1F43-ABFC-C77CB695F643}"/>
              </a:ext>
            </a:extLst>
          </p:cNvPr>
          <p:cNvSpPr>
            <a:spLocks noChangeArrowheads="1"/>
          </p:cNvSpPr>
          <p:nvPr/>
        </p:nvSpPr>
        <p:spPr bwMode="auto">
          <a:xfrm>
            <a:off x="4624388" y="3467100"/>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795" name="Rectangle 57">
            <a:extLst>
              <a:ext uri="{FF2B5EF4-FFF2-40B4-BE49-F238E27FC236}">
                <a16:creationId xmlns:a16="http://schemas.microsoft.com/office/drawing/2014/main" id="{2820AE03-857D-56BC-AE25-0BA0AD300425}"/>
              </a:ext>
            </a:extLst>
          </p:cNvPr>
          <p:cNvSpPr>
            <a:spLocks noChangeArrowheads="1"/>
          </p:cNvSpPr>
          <p:nvPr/>
        </p:nvSpPr>
        <p:spPr bwMode="auto">
          <a:xfrm>
            <a:off x="4752975" y="3467100"/>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796" name="Rectangle 58">
            <a:extLst>
              <a:ext uri="{FF2B5EF4-FFF2-40B4-BE49-F238E27FC236}">
                <a16:creationId xmlns:a16="http://schemas.microsoft.com/office/drawing/2014/main" id="{142DD0CD-8A0A-A470-9C31-40059047F99C}"/>
              </a:ext>
            </a:extLst>
          </p:cNvPr>
          <p:cNvSpPr>
            <a:spLocks noChangeArrowheads="1"/>
          </p:cNvSpPr>
          <p:nvPr/>
        </p:nvSpPr>
        <p:spPr bwMode="auto">
          <a:xfrm>
            <a:off x="4881563" y="3467100"/>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797" name="Rectangle 59">
            <a:extLst>
              <a:ext uri="{FF2B5EF4-FFF2-40B4-BE49-F238E27FC236}">
                <a16:creationId xmlns:a16="http://schemas.microsoft.com/office/drawing/2014/main" id="{8635E9B6-CBD0-6532-1607-AD5CF231A50F}"/>
              </a:ext>
            </a:extLst>
          </p:cNvPr>
          <p:cNvSpPr>
            <a:spLocks noChangeArrowheads="1"/>
          </p:cNvSpPr>
          <p:nvPr/>
        </p:nvSpPr>
        <p:spPr bwMode="auto">
          <a:xfrm>
            <a:off x="5010150" y="3467100"/>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798" name="Rectangle 60">
            <a:extLst>
              <a:ext uri="{FF2B5EF4-FFF2-40B4-BE49-F238E27FC236}">
                <a16:creationId xmlns:a16="http://schemas.microsoft.com/office/drawing/2014/main" id="{21928538-3DC3-6548-CE06-D5D2BA188D5B}"/>
              </a:ext>
            </a:extLst>
          </p:cNvPr>
          <p:cNvSpPr>
            <a:spLocks noChangeArrowheads="1"/>
          </p:cNvSpPr>
          <p:nvPr/>
        </p:nvSpPr>
        <p:spPr bwMode="auto">
          <a:xfrm>
            <a:off x="5138738" y="3467100"/>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799" name="Rectangle 61">
            <a:extLst>
              <a:ext uri="{FF2B5EF4-FFF2-40B4-BE49-F238E27FC236}">
                <a16:creationId xmlns:a16="http://schemas.microsoft.com/office/drawing/2014/main" id="{FD4F10FC-B5B3-B491-9802-A5F29BC4E8F4}"/>
              </a:ext>
            </a:extLst>
          </p:cNvPr>
          <p:cNvSpPr>
            <a:spLocks noChangeArrowheads="1"/>
          </p:cNvSpPr>
          <p:nvPr/>
        </p:nvSpPr>
        <p:spPr bwMode="auto">
          <a:xfrm>
            <a:off x="5267325" y="3467100"/>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00" name="Rectangle 62">
            <a:extLst>
              <a:ext uri="{FF2B5EF4-FFF2-40B4-BE49-F238E27FC236}">
                <a16:creationId xmlns:a16="http://schemas.microsoft.com/office/drawing/2014/main" id="{DC0A475B-1E98-FEE7-A819-C5EA5F8BE095}"/>
              </a:ext>
            </a:extLst>
          </p:cNvPr>
          <p:cNvSpPr>
            <a:spLocks noChangeArrowheads="1"/>
          </p:cNvSpPr>
          <p:nvPr/>
        </p:nvSpPr>
        <p:spPr bwMode="auto">
          <a:xfrm>
            <a:off x="5395913" y="3467100"/>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01" name="Rectangle 63">
            <a:extLst>
              <a:ext uri="{FF2B5EF4-FFF2-40B4-BE49-F238E27FC236}">
                <a16:creationId xmlns:a16="http://schemas.microsoft.com/office/drawing/2014/main" id="{863C0ECA-0A9D-7EE7-F833-5176ABCD1C2D}"/>
              </a:ext>
            </a:extLst>
          </p:cNvPr>
          <p:cNvSpPr>
            <a:spLocks noChangeArrowheads="1"/>
          </p:cNvSpPr>
          <p:nvPr/>
        </p:nvSpPr>
        <p:spPr bwMode="auto">
          <a:xfrm>
            <a:off x="5524500" y="3467100"/>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02" name="Rectangle 65">
            <a:extLst>
              <a:ext uri="{FF2B5EF4-FFF2-40B4-BE49-F238E27FC236}">
                <a16:creationId xmlns:a16="http://schemas.microsoft.com/office/drawing/2014/main" id="{37FEBE38-4910-ABB9-466C-EA4453A44E39}"/>
              </a:ext>
            </a:extLst>
          </p:cNvPr>
          <p:cNvSpPr>
            <a:spLocks noChangeArrowheads="1"/>
          </p:cNvSpPr>
          <p:nvPr/>
        </p:nvSpPr>
        <p:spPr bwMode="auto">
          <a:xfrm>
            <a:off x="4624388" y="3595688"/>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03" name="Rectangle 66">
            <a:extLst>
              <a:ext uri="{FF2B5EF4-FFF2-40B4-BE49-F238E27FC236}">
                <a16:creationId xmlns:a16="http://schemas.microsoft.com/office/drawing/2014/main" id="{CA214356-FFFC-EA06-4941-51BB7490A608}"/>
              </a:ext>
            </a:extLst>
          </p:cNvPr>
          <p:cNvSpPr>
            <a:spLocks noChangeArrowheads="1"/>
          </p:cNvSpPr>
          <p:nvPr/>
        </p:nvSpPr>
        <p:spPr bwMode="auto">
          <a:xfrm>
            <a:off x="4752975" y="3595688"/>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04" name="Rectangle 67">
            <a:extLst>
              <a:ext uri="{FF2B5EF4-FFF2-40B4-BE49-F238E27FC236}">
                <a16:creationId xmlns:a16="http://schemas.microsoft.com/office/drawing/2014/main" id="{B850B3D6-2F75-313E-ABEE-E07640E3EEA9}"/>
              </a:ext>
            </a:extLst>
          </p:cNvPr>
          <p:cNvSpPr>
            <a:spLocks noChangeArrowheads="1"/>
          </p:cNvSpPr>
          <p:nvPr/>
        </p:nvSpPr>
        <p:spPr bwMode="auto">
          <a:xfrm>
            <a:off x="4881563" y="3595688"/>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05" name="Rectangle 68">
            <a:extLst>
              <a:ext uri="{FF2B5EF4-FFF2-40B4-BE49-F238E27FC236}">
                <a16:creationId xmlns:a16="http://schemas.microsoft.com/office/drawing/2014/main" id="{EB9C9F67-4BA2-3966-892B-C94FC3E571B6}"/>
              </a:ext>
            </a:extLst>
          </p:cNvPr>
          <p:cNvSpPr>
            <a:spLocks noChangeArrowheads="1"/>
          </p:cNvSpPr>
          <p:nvPr/>
        </p:nvSpPr>
        <p:spPr bwMode="auto">
          <a:xfrm>
            <a:off x="5010150" y="3595688"/>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06" name="Rectangle 69">
            <a:extLst>
              <a:ext uri="{FF2B5EF4-FFF2-40B4-BE49-F238E27FC236}">
                <a16:creationId xmlns:a16="http://schemas.microsoft.com/office/drawing/2014/main" id="{5A77232C-F1CE-FEB8-F3CC-9E7AD8762259}"/>
              </a:ext>
            </a:extLst>
          </p:cNvPr>
          <p:cNvSpPr>
            <a:spLocks noChangeArrowheads="1"/>
          </p:cNvSpPr>
          <p:nvPr/>
        </p:nvSpPr>
        <p:spPr bwMode="auto">
          <a:xfrm>
            <a:off x="5138738" y="3595688"/>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07" name="Rectangle 70">
            <a:extLst>
              <a:ext uri="{FF2B5EF4-FFF2-40B4-BE49-F238E27FC236}">
                <a16:creationId xmlns:a16="http://schemas.microsoft.com/office/drawing/2014/main" id="{82C7AF56-E3B5-882E-443A-499CF998BA78}"/>
              </a:ext>
            </a:extLst>
          </p:cNvPr>
          <p:cNvSpPr>
            <a:spLocks noChangeArrowheads="1"/>
          </p:cNvSpPr>
          <p:nvPr/>
        </p:nvSpPr>
        <p:spPr bwMode="auto">
          <a:xfrm>
            <a:off x="5267325" y="3595688"/>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08" name="Rectangle 71">
            <a:extLst>
              <a:ext uri="{FF2B5EF4-FFF2-40B4-BE49-F238E27FC236}">
                <a16:creationId xmlns:a16="http://schemas.microsoft.com/office/drawing/2014/main" id="{DF6F60CD-8F10-6DFC-28F4-E42A0F26BE81}"/>
              </a:ext>
            </a:extLst>
          </p:cNvPr>
          <p:cNvSpPr>
            <a:spLocks noChangeArrowheads="1"/>
          </p:cNvSpPr>
          <p:nvPr/>
        </p:nvSpPr>
        <p:spPr bwMode="auto">
          <a:xfrm>
            <a:off x="5395913" y="3595688"/>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09" name="Rectangle 72">
            <a:extLst>
              <a:ext uri="{FF2B5EF4-FFF2-40B4-BE49-F238E27FC236}">
                <a16:creationId xmlns:a16="http://schemas.microsoft.com/office/drawing/2014/main" id="{DDBA99D7-60D6-A878-7A1D-629C869CE930}"/>
              </a:ext>
            </a:extLst>
          </p:cNvPr>
          <p:cNvSpPr>
            <a:spLocks noChangeArrowheads="1"/>
          </p:cNvSpPr>
          <p:nvPr/>
        </p:nvSpPr>
        <p:spPr bwMode="auto">
          <a:xfrm>
            <a:off x="5524500" y="3595688"/>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10" name="Rectangle 74">
            <a:extLst>
              <a:ext uri="{FF2B5EF4-FFF2-40B4-BE49-F238E27FC236}">
                <a16:creationId xmlns:a16="http://schemas.microsoft.com/office/drawing/2014/main" id="{0CB9F8C6-AA0F-887C-CEB1-4172861C9500}"/>
              </a:ext>
            </a:extLst>
          </p:cNvPr>
          <p:cNvSpPr>
            <a:spLocks noChangeArrowheads="1"/>
          </p:cNvSpPr>
          <p:nvPr/>
        </p:nvSpPr>
        <p:spPr bwMode="auto">
          <a:xfrm>
            <a:off x="4624388" y="3724275"/>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11" name="Rectangle 75">
            <a:extLst>
              <a:ext uri="{FF2B5EF4-FFF2-40B4-BE49-F238E27FC236}">
                <a16:creationId xmlns:a16="http://schemas.microsoft.com/office/drawing/2014/main" id="{A3846654-8E66-89EB-A9A8-AD2777239122}"/>
              </a:ext>
            </a:extLst>
          </p:cNvPr>
          <p:cNvSpPr>
            <a:spLocks noChangeArrowheads="1"/>
          </p:cNvSpPr>
          <p:nvPr/>
        </p:nvSpPr>
        <p:spPr bwMode="auto">
          <a:xfrm>
            <a:off x="4752975" y="3724275"/>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12" name="Rectangle 76">
            <a:extLst>
              <a:ext uri="{FF2B5EF4-FFF2-40B4-BE49-F238E27FC236}">
                <a16:creationId xmlns:a16="http://schemas.microsoft.com/office/drawing/2014/main" id="{0C0D8F36-839F-D646-3055-51E5E59E0AA7}"/>
              </a:ext>
            </a:extLst>
          </p:cNvPr>
          <p:cNvSpPr>
            <a:spLocks noChangeArrowheads="1"/>
          </p:cNvSpPr>
          <p:nvPr/>
        </p:nvSpPr>
        <p:spPr bwMode="auto">
          <a:xfrm>
            <a:off x="4881563" y="3724275"/>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13" name="Rectangle 77">
            <a:extLst>
              <a:ext uri="{FF2B5EF4-FFF2-40B4-BE49-F238E27FC236}">
                <a16:creationId xmlns:a16="http://schemas.microsoft.com/office/drawing/2014/main" id="{605D0457-F058-505E-18AC-B67A88FA7B58}"/>
              </a:ext>
            </a:extLst>
          </p:cNvPr>
          <p:cNvSpPr>
            <a:spLocks noChangeArrowheads="1"/>
          </p:cNvSpPr>
          <p:nvPr/>
        </p:nvSpPr>
        <p:spPr bwMode="auto">
          <a:xfrm>
            <a:off x="5010150" y="3724275"/>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14" name="Rectangle 78">
            <a:extLst>
              <a:ext uri="{FF2B5EF4-FFF2-40B4-BE49-F238E27FC236}">
                <a16:creationId xmlns:a16="http://schemas.microsoft.com/office/drawing/2014/main" id="{F564BAB5-8835-29F2-518F-AC438843182C}"/>
              </a:ext>
            </a:extLst>
          </p:cNvPr>
          <p:cNvSpPr>
            <a:spLocks noChangeArrowheads="1"/>
          </p:cNvSpPr>
          <p:nvPr/>
        </p:nvSpPr>
        <p:spPr bwMode="auto">
          <a:xfrm>
            <a:off x="5138738" y="3724275"/>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15" name="Rectangle 79">
            <a:extLst>
              <a:ext uri="{FF2B5EF4-FFF2-40B4-BE49-F238E27FC236}">
                <a16:creationId xmlns:a16="http://schemas.microsoft.com/office/drawing/2014/main" id="{04901E79-D932-62FB-E875-9362CF024862}"/>
              </a:ext>
            </a:extLst>
          </p:cNvPr>
          <p:cNvSpPr>
            <a:spLocks noChangeArrowheads="1"/>
          </p:cNvSpPr>
          <p:nvPr/>
        </p:nvSpPr>
        <p:spPr bwMode="auto">
          <a:xfrm>
            <a:off x="5267325" y="3724275"/>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16" name="Rectangle 80">
            <a:extLst>
              <a:ext uri="{FF2B5EF4-FFF2-40B4-BE49-F238E27FC236}">
                <a16:creationId xmlns:a16="http://schemas.microsoft.com/office/drawing/2014/main" id="{2D86C15E-70E9-64FA-92B4-83890396E21B}"/>
              </a:ext>
            </a:extLst>
          </p:cNvPr>
          <p:cNvSpPr>
            <a:spLocks noChangeArrowheads="1"/>
          </p:cNvSpPr>
          <p:nvPr/>
        </p:nvSpPr>
        <p:spPr bwMode="auto">
          <a:xfrm>
            <a:off x="5395913" y="3724275"/>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17" name="Rectangle 81">
            <a:extLst>
              <a:ext uri="{FF2B5EF4-FFF2-40B4-BE49-F238E27FC236}">
                <a16:creationId xmlns:a16="http://schemas.microsoft.com/office/drawing/2014/main" id="{0A991E24-3349-0524-E883-A5A02EA497B6}"/>
              </a:ext>
            </a:extLst>
          </p:cNvPr>
          <p:cNvSpPr>
            <a:spLocks noChangeArrowheads="1"/>
          </p:cNvSpPr>
          <p:nvPr/>
        </p:nvSpPr>
        <p:spPr bwMode="auto">
          <a:xfrm>
            <a:off x="5524500" y="3724275"/>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18" name="Rectangle 83">
            <a:extLst>
              <a:ext uri="{FF2B5EF4-FFF2-40B4-BE49-F238E27FC236}">
                <a16:creationId xmlns:a16="http://schemas.microsoft.com/office/drawing/2014/main" id="{DB55211B-4A2D-C188-7B86-D3048724D0B5}"/>
              </a:ext>
            </a:extLst>
          </p:cNvPr>
          <p:cNvSpPr>
            <a:spLocks noChangeArrowheads="1"/>
          </p:cNvSpPr>
          <p:nvPr/>
        </p:nvSpPr>
        <p:spPr bwMode="auto">
          <a:xfrm>
            <a:off x="4624388" y="3852863"/>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19" name="Rectangle 84">
            <a:extLst>
              <a:ext uri="{FF2B5EF4-FFF2-40B4-BE49-F238E27FC236}">
                <a16:creationId xmlns:a16="http://schemas.microsoft.com/office/drawing/2014/main" id="{7B96D1EA-B34E-EE6C-9CDA-C6BC21D8321A}"/>
              </a:ext>
            </a:extLst>
          </p:cNvPr>
          <p:cNvSpPr>
            <a:spLocks noChangeArrowheads="1"/>
          </p:cNvSpPr>
          <p:nvPr/>
        </p:nvSpPr>
        <p:spPr bwMode="auto">
          <a:xfrm>
            <a:off x="4752975" y="3852863"/>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20" name="Rectangle 85">
            <a:extLst>
              <a:ext uri="{FF2B5EF4-FFF2-40B4-BE49-F238E27FC236}">
                <a16:creationId xmlns:a16="http://schemas.microsoft.com/office/drawing/2014/main" id="{356B4E36-E37E-B621-AD44-E8184E8CA8C8}"/>
              </a:ext>
            </a:extLst>
          </p:cNvPr>
          <p:cNvSpPr>
            <a:spLocks noChangeArrowheads="1"/>
          </p:cNvSpPr>
          <p:nvPr/>
        </p:nvSpPr>
        <p:spPr bwMode="auto">
          <a:xfrm>
            <a:off x="4881563" y="3852863"/>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21" name="Rectangle 86">
            <a:extLst>
              <a:ext uri="{FF2B5EF4-FFF2-40B4-BE49-F238E27FC236}">
                <a16:creationId xmlns:a16="http://schemas.microsoft.com/office/drawing/2014/main" id="{4D0CE1FD-8499-8180-487E-524BEE4F8731}"/>
              </a:ext>
            </a:extLst>
          </p:cNvPr>
          <p:cNvSpPr>
            <a:spLocks noChangeArrowheads="1"/>
          </p:cNvSpPr>
          <p:nvPr/>
        </p:nvSpPr>
        <p:spPr bwMode="auto">
          <a:xfrm>
            <a:off x="5010150" y="3852863"/>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22" name="Rectangle 87">
            <a:extLst>
              <a:ext uri="{FF2B5EF4-FFF2-40B4-BE49-F238E27FC236}">
                <a16:creationId xmlns:a16="http://schemas.microsoft.com/office/drawing/2014/main" id="{EF1DC4C8-BE6A-D89F-1B9A-218690C253BE}"/>
              </a:ext>
            </a:extLst>
          </p:cNvPr>
          <p:cNvSpPr>
            <a:spLocks noChangeArrowheads="1"/>
          </p:cNvSpPr>
          <p:nvPr/>
        </p:nvSpPr>
        <p:spPr bwMode="auto">
          <a:xfrm>
            <a:off x="5138738" y="3852863"/>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23" name="Rectangle 88">
            <a:extLst>
              <a:ext uri="{FF2B5EF4-FFF2-40B4-BE49-F238E27FC236}">
                <a16:creationId xmlns:a16="http://schemas.microsoft.com/office/drawing/2014/main" id="{8AA3AF41-DCAF-8B67-62B4-3896535BACBE}"/>
              </a:ext>
            </a:extLst>
          </p:cNvPr>
          <p:cNvSpPr>
            <a:spLocks noChangeArrowheads="1"/>
          </p:cNvSpPr>
          <p:nvPr/>
        </p:nvSpPr>
        <p:spPr bwMode="auto">
          <a:xfrm>
            <a:off x="5267325" y="3852863"/>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24" name="Rectangle 89">
            <a:extLst>
              <a:ext uri="{FF2B5EF4-FFF2-40B4-BE49-F238E27FC236}">
                <a16:creationId xmlns:a16="http://schemas.microsoft.com/office/drawing/2014/main" id="{BF04518B-F7CE-9448-B064-A6E1359FA3A0}"/>
              </a:ext>
            </a:extLst>
          </p:cNvPr>
          <p:cNvSpPr>
            <a:spLocks noChangeArrowheads="1"/>
          </p:cNvSpPr>
          <p:nvPr/>
        </p:nvSpPr>
        <p:spPr bwMode="auto">
          <a:xfrm>
            <a:off x="5395913" y="3852863"/>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25" name="Rectangle 90">
            <a:extLst>
              <a:ext uri="{FF2B5EF4-FFF2-40B4-BE49-F238E27FC236}">
                <a16:creationId xmlns:a16="http://schemas.microsoft.com/office/drawing/2014/main" id="{90102FFF-868A-CC62-948D-A96EAC6D0CCF}"/>
              </a:ext>
            </a:extLst>
          </p:cNvPr>
          <p:cNvSpPr>
            <a:spLocks noChangeArrowheads="1"/>
          </p:cNvSpPr>
          <p:nvPr/>
        </p:nvSpPr>
        <p:spPr bwMode="auto">
          <a:xfrm>
            <a:off x="5524500" y="3852863"/>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26" name="Rectangle 92">
            <a:extLst>
              <a:ext uri="{FF2B5EF4-FFF2-40B4-BE49-F238E27FC236}">
                <a16:creationId xmlns:a16="http://schemas.microsoft.com/office/drawing/2014/main" id="{FBC0526C-1A5B-F9A7-F0A2-D39B80C241CA}"/>
              </a:ext>
            </a:extLst>
          </p:cNvPr>
          <p:cNvSpPr>
            <a:spLocks noChangeArrowheads="1"/>
          </p:cNvSpPr>
          <p:nvPr/>
        </p:nvSpPr>
        <p:spPr bwMode="auto">
          <a:xfrm>
            <a:off x="4624388" y="3981450"/>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27" name="Rectangle 93">
            <a:extLst>
              <a:ext uri="{FF2B5EF4-FFF2-40B4-BE49-F238E27FC236}">
                <a16:creationId xmlns:a16="http://schemas.microsoft.com/office/drawing/2014/main" id="{B2A25632-D662-5B2C-3296-5DA945565CA5}"/>
              </a:ext>
            </a:extLst>
          </p:cNvPr>
          <p:cNvSpPr>
            <a:spLocks noChangeArrowheads="1"/>
          </p:cNvSpPr>
          <p:nvPr/>
        </p:nvSpPr>
        <p:spPr bwMode="auto">
          <a:xfrm>
            <a:off x="4752975" y="3981450"/>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28" name="Rectangle 94">
            <a:extLst>
              <a:ext uri="{FF2B5EF4-FFF2-40B4-BE49-F238E27FC236}">
                <a16:creationId xmlns:a16="http://schemas.microsoft.com/office/drawing/2014/main" id="{AE303CCD-F0A5-9878-4351-88E40BC26FFB}"/>
              </a:ext>
            </a:extLst>
          </p:cNvPr>
          <p:cNvSpPr>
            <a:spLocks noChangeArrowheads="1"/>
          </p:cNvSpPr>
          <p:nvPr/>
        </p:nvSpPr>
        <p:spPr bwMode="auto">
          <a:xfrm>
            <a:off x="4881563" y="3981450"/>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29" name="Rectangle 95">
            <a:extLst>
              <a:ext uri="{FF2B5EF4-FFF2-40B4-BE49-F238E27FC236}">
                <a16:creationId xmlns:a16="http://schemas.microsoft.com/office/drawing/2014/main" id="{EF6563F2-2784-6554-3E28-A0CCE4FA375A}"/>
              </a:ext>
            </a:extLst>
          </p:cNvPr>
          <p:cNvSpPr>
            <a:spLocks noChangeArrowheads="1"/>
          </p:cNvSpPr>
          <p:nvPr/>
        </p:nvSpPr>
        <p:spPr bwMode="auto">
          <a:xfrm>
            <a:off x="5010150" y="3981450"/>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30" name="Rectangle 96">
            <a:extLst>
              <a:ext uri="{FF2B5EF4-FFF2-40B4-BE49-F238E27FC236}">
                <a16:creationId xmlns:a16="http://schemas.microsoft.com/office/drawing/2014/main" id="{A8690432-B0D2-DA09-AA71-9DD9E1807598}"/>
              </a:ext>
            </a:extLst>
          </p:cNvPr>
          <p:cNvSpPr>
            <a:spLocks noChangeArrowheads="1"/>
          </p:cNvSpPr>
          <p:nvPr/>
        </p:nvSpPr>
        <p:spPr bwMode="auto">
          <a:xfrm>
            <a:off x="5138738" y="3981450"/>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31" name="Rectangle 97">
            <a:extLst>
              <a:ext uri="{FF2B5EF4-FFF2-40B4-BE49-F238E27FC236}">
                <a16:creationId xmlns:a16="http://schemas.microsoft.com/office/drawing/2014/main" id="{DE3620D0-C7B9-7501-4EB3-DE1E58E6B38B}"/>
              </a:ext>
            </a:extLst>
          </p:cNvPr>
          <p:cNvSpPr>
            <a:spLocks noChangeArrowheads="1"/>
          </p:cNvSpPr>
          <p:nvPr/>
        </p:nvSpPr>
        <p:spPr bwMode="auto">
          <a:xfrm>
            <a:off x="5267325" y="3981450"/>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32" name="Rectangle 98">
            <a:extLst>
              <a:ext uri="{FF2B5EF4-FFF2-40B4-BE49-F238E27FC236}">
                <a16:creationId xmlns:a16="http://schemas.microsoft.com/office/drawing/2014/main" id="{D483862F-56E5-3934-D336-AB622E708922}"/>
              </a:ext>
            </a:extLst>
          </p:cNvPr>
          <p:cNvSpPr>
            <a:spLocks noChangeArrowheads="1"/>
          </p:cNvSpPr>
          <p:nvPr/>
        </p:nvSpPr>
        <p:spPr bwMode="auto">
          <a:xfrm>
            <a:off x="5395913" y="3981450"/>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33" name="Rectangle 99">
            <a:extLst>
              <a:ext uri="{FF2B5EF4-FFF2-40B4-BE49-F238E27FC236}">
                <a16:creationId xmlns:a16="http://schemas.microsoft.com/office/drawing/2014/main" id="{AAC1BBE6-03F9-694F-8AC5-FAAB945E334F}"/>
              </a:ext>
            </a:extLst>
          </p:cNvPr>
          <p:cNvSpPr>
            <a:spLocks noChangeArrowheads="1"/>
          </p:cNvSpPr>
          <p:nvPr/>
        </p:nvSpPr>
        <p:spPr bwMode="auto">
          <a:xfrm>
            <a:off x="5524500" y="3981450"/>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34" name="Rectangle 101">
            <a:extLst>
              <a:ext uri="{FF2B5EF4-FFF2-40B4-BE49-F238E27FC236}">
                <a16:creationId xmlns:a16="http://schemas.microsoft.com/office/drawing/2014/main" id="{DEF9748B-EC1F-249D-7BAF-F323AAAD5432}"/>
              </a:ext>
            </a:extLst>
          </p:cNvPr>
          <p:cNvSpPr>
            <a:spLocks noChangeArrowheads="1"/>
          </p:cNvSpPr>
          <p:nvPr/>
        </p:nvSpPr>
        <p:spPr bwMode="auto">
          <a:xfrm>
            <a:off x="4624388" y="4110038"/>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35" name="Rectangle 102">
            <a:extLst>
              <a:ext uri="{FF2B5EF4-FFF2-40B4-BE49-F238E27FC236}">
                <a16:creationId xmlns:a16="http://schemas.microsoft.com/office/drawing/2014/main" id="{CDB7E755-EFBB-1459-17E8-738E8A3C8B30}"/>
              </a:ext>
            </a:extLst>
          </p:cNvPr>
          <p:cNvSpPr>
            <a:spLocks noChangeArrowheads="1"/>
          </p:cNvSpPr>
          <p:nvPr/>
        </p:nvSpPr>
        <p:spPr bwMode="auto">
          <a:xfrm>
            <a:off x="4752975" y="4110038"/>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36" name="Rectangle 103">
            <a:extLst>
              <a:ext uri="{FF2B5EF4-FFF2-40B4-BE49-F238E27FC236}">
                <a16:creationId xmlns:a16="http://schemas.microsoft.com/office/drawing/2014/main" id="{13DB05A2-A252-7937-B8E4-234D82453B31}"/>
              </a:ext>
            </a:extLst>
          </p:cNvPr>
          <p:cNvSpPr>
            <a:spLocks noChangeArrowheads="1"/>
          </p:cNvSpPr>
          <p:nvPr/>
        </p:nvSpPr>
        <p:spPr bwMode="auto">
          <a:xfrm>
            <a:off x="4881563" y="4110038"/>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37" name="Rectangle 104">
            <a:extLst>
              <a:ext uri="{FF2B5EF4-FFF2-40B4-BE49-F238E27FC236}">
                <a16:creationId xmlns:a16="http://schemas.microsoft.com/office/drawing/2014/main" id="{2F70ADB5-0C71-0987-C8CF-BADCC6AD4AB1}"/>
              </a:ext>
            </a:extLst>
          </p:cNvPr>
          <p:cNvSpPr>
            <a:spLocks noChangeArrowheads="1"/>
          </p:cNvSpPr>
          <p:nvPr/>
        </p:nvSpPr>
        <p:spPr bwMode="auto">
          <a:xfrm>
            <a:off x="5010150" y="4110038"/>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38" name="Rectangle 105">
            <a:extLst>
              <a:ext uri="{FF2B5EF4-FFF2-40B4-BE49-F238E27FC236}">
                <a16:creationId xmlns:a16="http://schemas.microsoft.com/office/drawing/2014/main" id="{619527ED-F21C-AB14-62DC-FD1332BA850B}"/>
              </a:ext>
            </a:extLst>
          </p:cNvPr>
          <p:cNvSpPr>
            <a:spLocks noChangeArrowheads="1"/>
          </p:cNvSpPr>
          <p:nvPr/>
        </p:nvSpPr>
        <p:spPr bwMode="auto">
          <a:xfrm>
            <a:off x="5138738" y="4110038"/>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39" name="Rectangle 106">
            <a:extLst>
              <a:ext uri="{FF2B5EF4-FFF2-40B4-BE49-F238E27FC236}">
                <a16:creationId xmlns:a16="http://schemas.microsoft.com/office/drawing/2014/main" id="{27CA8B9E-39CA-AF9C-8510-19183DADDF8F}"/>
              </a:ext>
            </a:extLst>
          </p:cNvPr>
          <p:cNvSpPr>
            <a:spLocks noChangeArrowheads="1"/>
          </p:cNvSpPr>
          <p:nvPr/>
        </p:nvSpPr>
        <p:spPr bwMode="auto">
          <a:xfrm>
            <a:off x="5267325" y="4110038"/>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40" name="Rectangle 107">
            <a:extLst>
              <a:ext uri="{FF2B5EF4-FFF2-40B4-BE49-F238E27FC236}">
                <a16:creationId xmlns:a16="http://schemas.microsoft.com/office/drawing/2014/main" id="{A3E5AEA7-4F31-3352-5D5B-CA35B286AED3}"/>
              </a:ext>
            </a:extLst>
          </p:cNvPr>
          <p:cNvSpPr>
            <a:spLocks noChangeArrowheads="1"/>
          </p:cNvSpPr>
          <p:nvPr/>
        </p:nvSpPr>
        <p:spPr bwMode="auto">
          <a:xfrm>
            <a:off x="5395913" y="4110038"/>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41" name="Rectangle 108">
            <a:extLst>
              <a:ext uri="{FF2B5EF4-FFF2-40B4-BE49-F238E27FC236}">
                <a16:creationId xmlns:a16="http://schemas.microsoft.com/office/drawing/2014/main" id="{8CC938BD-51C5-CE2D-0C5E-3B46D8F76708}"/>
              </a:ext>
            </a:extLst>
          </p:cNvPr>
          <p:cNvSpPr>
            <a:spLocks noChangeArrowheads="1"/>
          </p:cNvSpPr>
          <p:nvPr/>
        </p:nvSpPr>
        <p:spPr bwMode="auto">
          <a:xfrm>
            <a:off x="5524500" y="4110038"/>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42" name="Rectangle 110">
            <a:extLst>
              <a:ext uri="{FF2B5EF4-FFF2-40B4-BE49-F238E27FC236}">
                <a16:creationId xmlns:a16="http://schemas.microsoft.com/office/drawing/2014/main" id="{3635A50B-38B7-BE80-AA8A-C1AF903346B7}"/>
              </a:ext>
            </a:extLst>
          </p:cNvPr>
          <p:cNvSpPr>
            <a:spLocks noChangeArrowheads="1"/>
          </p:cNvSpPr>
          <p:nvPr/>
        </p:nvSpPr>
        <p:spPr bwMode="auto">
          <a:xfrm>
            <a:off x="4624388" y="4238625"/>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43" name="Rectangle 111">
            <a:extLst>
              <a:ext uri="{FF2B5EF4-FFF2-40B4-BE49-F238E27FC236}">
                <a16:creationId xmlns:a16="http://schemas.microsoft.com/office/drawing/2014/main" id="{DB0DE707-C864-F913-9A42-4A7C1A977A66}"/>
              </a:ext>
            </a:extLst>
          </p:cNvPr>
          <p:cNvSpPr>
            <a:spLocks noChangeArrowheads="1"/>
          </p:cNvSpPr>
          <p:nvPr/>
        </p:nvSpPr>
        <p:spPr bwMode="auto">
          <a:xfrm>
            <a:off x="4752975" y="4238625"/>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44" name="Rectangle 112">
            <a:extLst>
              <a:ext uri="{FF2B5EF4-FFF2-40B4-BE49-F238E27FC236}">
                <a16:creationId xmlns:a16="http://schemas.microsoft.com/office/drawing/2014/main" id="{5838238D-EC03-C7AB-781B-A37258225722}"/>
              </a:ext>
            </a:extLst>
          </p:cNvPr>
          <p:cNvSpPr>
            <a:spLocks noChangeArrowheads="1"/>
          </p:cNvSpPr>
          <p:nvPr/>
        </p:nvSpPr>
        <p:spPr bwMode="auto">
          <a:xfrm>
            <a:off x="4881563" y="4238625"/>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45" name="Rectangle 113">
            <a:extLst>
              <a:ext uri="{FF2B5EF4-FFF2-40B4-BE49-F238E27FC236}">
                <a16:creationId xmlns:a16="http://schemas.microsoft.com/office/drawing/2014/main" id="{F4BBAD0C-8690-3F7C-3CD4-BE31C0FA917F}"/>
              </a:ext>
            </a:extLst>
          </p:cNvPr>
          <p:cNvSpPr>
            <a:spLocks noChangeArrowheads="1"/>
          </p:cNvSpPr>
          <p:nvPr/>
        </p:nvSpPr>
        <p:spPr bwMode="auto">
          <a:xfrm>
            <a:off x="5010150" y="4238625"/>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46" name="Rectangle 114">
            <a:extLst>
              <a:ext uri="{FF2B5EF4-FFF2-40B4-BE49-F238E27FC236}">
                <a16:creationId xmlns:a16="http://schemas.microsoft.com/office/drawing/2014/main" id="{3A75A8F5-C1B1-455A-3A11-6ECFF3E713AB}"/>
              </a:ext>
            </a:extLst>
          </p:cNvPr>
          <p:cNvSpPr>
            <a:spLocks noChangeArrowheads="1"/>
          </p:cNvSpPr>
          <p:nvPr/>
        </p:nvSpPr>
        <p:spPr bwMode="auto">
          <a:xfrm>
            <a:off x="5138738" y="4238625"/>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47" name="Rectangle 115">
            <a:extLst>
              <a:ext uri="{FF2B5EF4-FFF2-40B4-BE49-F238E27FC236}">
                <a16:creationId xmlns:a16="http://schemas.microsoft.com/office/drawing/2014/main" id="{BC3FA561-B827-5F2C-7AAB-7F738762F119}"/>
              </a:ext>
            </a:extLst>
          </p:cNvPr>
          <p:cNvSpPr>
            <a:spLocks noChangeArrowheads="1"/>
          </p:cNvSpPr>
          <p:nvPr/>
        </p:nvSpPr>
        <p:spPr bwMode="auto">
          <a:xfrm>
            <a:off x="5267325" y="4238625"/>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48" name="Rectangle 116">
            <a:extLst>
              <a:ext uri="{FF2B5EF4-FFF2-40B4-BE49-F238E27FC236}">
                <a16:creationId xmlns:a16="http://schemas.microsoft.com/office/drawing/2014/main" id="{34ACE16E-4C41-050D-07FC-F9D3AAB81621}"/>
              </a:ext>
            </a:extLst>
          </p:cNvPr>
          <p:cNvSpPr>
            <a:spLocks noChangeArrowheads="1"/>
          </p:cNvSpPr>
          <p:nvPr/>
        </p:nvSpPr>
        <p:spPr bwMode="auto">
          <a:xfrm>
            <a:off x="5395913" y="4238625"/>
            <a:ext cx="128587"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49" name="Rectangle 117">
            <a:extLst>
              <a:ext uri="{FF2B5EF4-FFF2-40B4-BE49-F238E27FC236}">
                <a16:creationId xmlns:a16="http://schemas.microsoft.com/office/drawing/2014/main" id="{D4FA7CF3-59FB-AAC8-D069-2D838881F933}"/>
              </a:ext>
            </a:extLst>
          </p:cNvPr>
          <p:cNvSpPr>
            <a:spLocks noChangeArrowheads="1"/>
          </p:cNvSpPr>
          <p:nvPr/>
        </p:nvSpPr>
        <p:spPr bwMode="auto">
          <a:xfrm>
            <a:off x="5524500" y="4238625"/>
            <a:ext cx="128588" cy="128588"/>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50" name="Rectangle 119">
            <a:extLst>
              <a:ext uri="{FF2B5EF4-FFF2-40B4-BE49-F238E27FC236}">
                <a16:creationId xmlns:a16="http://schemas.microsoft.com/office/drawing/2014/main" id="{9EFC98EA-AB94-32E9-A149-354861A2E4A8}"/>
              </a:ext>
            </a:extLst>
          </p:cNvPr>
          <p:cNvSpPr>
            <a:spLocks noChangeArrowheads="1"/>
          </p:cNvSpPr>
          <p:nvPr/>
        </p:nvSpPr>
        <p:spPr bwMode="auto">
          <a:xfrm>
            <a:off x="4624388" y="4367213"/>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51" name="Rectangle 120">
            <a:extLst>
              <a:ext uri="{FF2B5EF4-FFF2-40B4-BE49-F238E27FC236}">
                <a16:creationId xmlns:a16="http://schemas.microsoft.com/office/drawing/2014/main" id="{06DC125C-03BE-18FC-E573-AF59162A1431}"/>
              </a:ext>
            </a:extLst>
          </p:cNvPr>
          <p:cNvSpPr>
            <a:spLocks noChangeArrowheads="1"/>
          </p:cNvSpPr>
          <p:nvPr/>
        </p:nvSpPr>
        <p:spPr bwMode="auto">
          <a:xfrm>
            <a:off x="4752975" y="4367213"/>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52" name="Rectangle 121">
            <a:extLst>
              <a:ext uri="{FF2B5EF4-FFF2-40B4-BE49-F238E27FC236}">
                <a16:creationId xmlns:a16="http://schemas.microsoft.com/office/drawing/2014/main" id="{260D2196-BCFE-510B-3ACE-D7AD52169E1E}"/>
              </a:ext>
            </a:extLst>
          </p:cNvPr>
          <p:cNvSpPr>
            <a:spLocks noChangeArrowheads="1"/>
          </p:cNvSpPr>
          <p:nvPr/>
        </p:nvSpPr>
        <p:spPr bwMode="auto">
          <a:xfrm>
            <a:off x="4881563" y="4367213"/>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53" name="Rectangle 122">
            <a:extLst>
              <a:ext uri="{FF2B5EF4-FFF2-40B4-BE49-F238E27FC236}">
                <a16:creationId xmlns:a16="http://schemas.microsoft.com/office/drawing/2014/main" id="{6C09C84C-98C9-3A8E-898E-626B23A37E1E}"/>
              </a:ext>
            </a:extLst>
          </p:cNvPr>
          <p:cNvSpPr>
            <a:spLocks noChangeArrowheads="1"/>
          </p:cNvSpPr>
          <p:nvPr/>
        </p:nvSpPr>
        <p:spPr bwMode="auto">
          <a:xfrm>
            <a:off x="5010150" y="4367213"/>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54" name="Rectangle 123">
            <a:extLst>
              <a:ext uri="{FF2B5EF4-FFF2-40B4-BE49-F238E27FC236}">
                <a16:creationId xmlns:a16="http://schemas.microsoft.com/office/drawing/2014/main" id="{9BE43E27-56B4-8987-A0EC-B61C921BDBC6}"/>
              </a:ext>
            </a:extLst>
          </p:cNvPr>
          <p:cNvSpPr>
            <a:spLocks noChangeArrowheads="1"/>
          </p:cNvSpPr>
          <p:nvPr/>
        </p:nvSpPr>
        <p:spPr bwMode="auto">
          <a:xfrm>
            <a:off x="5138738" y="4367213"/>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55" name="Rectangle 124">
            <a:extLst>
              <a:ext uri="{FF2B5EF4-FFF2-40B4-BE49-F238E27FC236}">
                <a16:creationId xmlns:a16="http://schemas.microsoft.com/office/drawing/2014/main" id="{F24AD0A4-5DF2-9C9B-C9DE-60E77E61469A}"/>
              </a:ext>
            </a:extLst>
          </p:cNvPr>
          <p:cNvSpPr>
            <a:spLocks noChangeArrowheads="1"/>
          </p:cNvSpPr>
          <p:nvPr/>
        </p:nvSpPr>
        <p:spPr bwMode="auto">
          <a:xfrm>
            <a:off x="5267325" y="4367213"/>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56" name="Rectangle 125">
            <a:extLst>
              <a:ext uri="{FF2B5EF4-FFF2-40B4-BE49-F238E27FC236}">
                <a16:creationId xmlns:a16="http://schemas.microsoft.com/office/drawing/2014/main" id="{4DDA2917-8180-C7EA-5131-6EB375565160}"/>
              </a:ext>
            </a:extLst>
          </p:cNvPr>
          <p:cNvSpPr>
            <a:spLocks noChangeArrowheads="1"/>
          </p:cNvSpPr>
          <p:nvPr/>
        </p:nvSpPr>
        <p:spPr bwMode="auto">
          <a:xfrm>
            <a:off x="5395913" y="4367213"/>
            <a:ext cx="128587"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57" name="Rectangle 126">
            <a:extLst>
              <a:ext uri="{FF2B5EF4-FFF2-40B4-BE49-F238E27FC236}">
                <a16:creationId xmlns:a16="http://schemas.microsoft.com/office/drawing/2014/main" id="{9386B59F-D1BD-7032-0DE8-EBD4CB2308D4}"/>
              </a:ext>
            </a:extLst>
          </p:cNvPr>
          <p:cNvSpPr>
            <a:spLocks noChangeArrowheads="1"/>
          </p:cNvSpPr>
          <p:nvPr/>
        </p:nvSpPr>
        <p:spPr bwMode="auto">
          <a:xfrm>
            <a:off x="5524500" y="4367213"/>
            <a:ext cx="128588" cy="128587"/>
          </a:xfrm>
          <a:prstGeom prst="rect">
            <a:avLst/>
          </a:prstGeom>
          <a:gradFill rotWithShape="1">
            <a:gsLst>
              <a:gs pos="0">
                <a:srgbClr val="6F9995"/>
              </a:gs>
              <a:gs pos="100000">
                <a:srgbClr val="52716E"/>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58" name="Line 128">
            <a:extLst>
              <a:ext uri="{FF2B5EF4-FFF2-40B4-BE49-F238E27FC236}">
                <a16:creationId xmlns:a16="http://schemas.microsoft.com/office/drawing/2014/main" id="{C323166E-034D-81D6-6E17-6076095EA469}"/>
              </a:ext>
            </a:extLst>
          </p:cNvPr>
          <p:cNvSpPr>
            <a:spLocks noChangeShapeType="1"/>
          </p:cNvSpPr>
          <p:nvPr/>
        </p:nvSpPr>
        <p:spPr bwMode="auto">
          <a:xfrm>
            <a:off x="7037388" y="4572000"/>
            <a:ext cx="212725"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59" name="Line 129">
            <a:extLst>
              <a:ext uri="{FF2B5EF4-FFF2-40B4-BE49-F238E27FC236}">
                <a16:creationId xmlns:a16="http://schemas.microsoft.com/office/drawing/2014/main" id="{6C087901-639F-064A-8BC1-3BA9A39A9099}"/>
              </a:ext>
            </a:extLst>
          </p:cNvPr>
          <p:cNvSpPr>
            <a:spLocks noChangeShapeType="1"/>
          </p:cNvSpPr>
          <p:nvPr/>
        </p:nvSpPr>
        <p:spPr bwMode="auto">
          <a:xfrm>
            <a:off x="7165975" y="3733800"/>
            <a:ext cx="0" cy="15240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60" name="Line 131">
            <a:extLst>
              <a:ext uri="{FF2B5EF4-FFF2-40B4-BE49-F238E27FC236}">
                <a16:creationId xmlns:a16="http://schemas.microsoft.com/office/drawing/2014/main" id="{8148D6B3-E39F-C585-2EBC-18B1CE4F0C93}"/>
              </a:ext>
            </a:extLst>
          </p:cNvPr>
          <p:cNvSpPr>
            <a:spLocks noChangeShapeType="1"/>
          </p:cNvSpPr>
          <p:nvPr/>
        </p:nvSpPr>
        <p:spPr bwMode="auto">
          <a:xfrm>
            <a:off x="6859588" y="4572000"/>
            <a:ext cx="214312" cy="0"/>
          </a:xfrm>
          <a:prstGeom prst="line">
            <a:avLst/>
          </a:prstGeom>
          <a:noFill/>
          <a:ln w="3810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61" name="Line 132">
            <a:extLst>
              <a:ext uri="{FF2B5EF4-FFF2-40B4-BE49-F238E27FC236}">
                <a16:creationId xmlns:a16="http://schemas.microsoft.com/office/drawing/2014/main" id="{2769C5D3-BE79-29D3-AA45-27B68E69809B}"/>
              </a:ext>
            </a:extLst>
          </p:cNvPr>
          <p:cNvSpPr>
            <a:spLocks noChangeShapeType="1"/>
          </p:cNvSpPr>
          <p:nvPr/>
        </p:nvSpPr>
        <p:spPr bwMode="auto">
          <a:xfrm>
            <a:off x="6858000" y="3352800"/>
            <a:ext cx="222250"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62" name="Line 133">
            <a:extLst>
              <a:ext uri="{FF2B5EF4-FFF2-40B4-BE49-F238E27FC236}">
                <a16:creationId xmlns:a16="http://schemas.microsoft.com/office/drawing/2014/main" id="{4C563FC6-2BCD-C918-46A7-BB69B1E5F4C8}"/>
              </a:ext>
            </a:extLst>
          </p:cNvPr>
          <p:cNvSpPr>
            <a:spLocks noChangeShapeType="1"/>
          </p:cNvSpPr>
          <p:nvPr/>
        </p:nvSpPr>
        <p:spPr bwMode="auto">
          <a:xfrm>
            <a:off x="7243763" y="3810000"/>
            <a:ext cx="300037"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63" name="Line 134">
            <a:extLst>
              <a:ext uri="{FF2B5EF4-FFF2-40B4-BE49-F238E27FC236}">
                <a16:creationId xmlns:a16="http://schemas.microsoft.com/office/drawing/2014/main" id="{98797DFE-18B6-8C34-0B06-73E4DBC23640}"/>
              </a:ext>
            </a:extLst>
          </p:cNvPr>
          <p:cNvSpPr>
            <a:spLocks noChangeShapeType="1"/>
          </p:cNvSpPr>
          <p:nvPr/>
        </p:nvSpPr>
        <p:spPr bwMode="auto">
          <a:xfrm>
            <a:off x="7165975" y="3886200"/>
            <a:ext cx="368300"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64" name="Line 135">
            <a:extLst>
              <a:ext uri="{FF2B5EF4-FFF2-40B4-BE49-F238E27FC236}">
                <a16:creationId xmlns:a16="http://schemas.microsoft.com/office/drawing/2014/main" id="{99D714FD-A605-BAB1-59AA-B3E3DBCC3193}"/>
              </a:ext>
            </a:extLst>
          </p:cNvPr>
          <p:cNvSpPr>
            <a:spLocks noChangeShapeType="1"/>
          </p:cNvSpPr>
          <p:nvPr/>
        </p:nvSpPr>
        <p:spPr bwMode="auto">
          <a:xfrm>
            <a:off x="7234238" y="4038600"/>
            <a:ext cx="300037"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65" name="Line 136">
            <a:extLst>
              <a:ext uri="{FF2B5EF4-FFF2-40B4-BE49-F238E27FC236}">
                <a16:creationId xmlns:a16="http://schemas.microsoft.com/office/drawing/2014/main" id="{5589C3F5-A640-1BB4-FE6E-BE99D21A3692}"/>
              </a:ext>
            </a:extLst>
          </p:cNvPr>
          <p:cNvSpPr>
            <a:spLocks noChangeShapeType="1"/>
          </p:cNvSpPr>
          <p:nvPr/>
        </p:nvSpPr>
        <p:spPr bwMode="auto">
          <a:xfrm>
            <a:off x="6858000" y="3733800"/>
            <a:ext cx="307975"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66" name="Line 137">
            <a:extLst>
              <a:ext uri="{FF2B5EF4-FFF2-40B4-BE49-F238E27FC236}">
                <a16:creationId xmlns:a16="http://schemas.microsoft.com/office/drawing/2014/main" id="{51FB5842-D3A6-8B12-0F6E-2AA683B0873B}"/>
              </a:ext>
            </a:extLst>
          </p:cNvPr>
          <p:cNvSpPr>
            <a:spLocks noChangeShapeType="1"/>
          </p:cNvSpPr>
          <p:nvPr/>
        </p:nvSpPr>
        <p:spPr bwMode="auto">
          <a:xfrm flipV="1">
            <a:off x="6858000" y="4191000"/>
            <a:ext cx="307975"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67" name="Line 138">
            <a:extLst>
              <a:ext uri="{FF2B5EF4-FFF2-40B4-BE49-F238E27FC236}">
                <a16:creationId xmlns:a16="http://schemas.microsoft.com/office/drawing/2014/main" id="{0776C68B-9C61-C962-4FAD-D268AB967A40}"/>
              </a:ext>
            </a:extLst>
          </p:cNvPr>
          <p:cNvSpPr>
            <a:spLocks noChangeShapeType="1"/>
          </p:cNvSpPr>
          <p:nvPr/>
        </p:nvSpPr>
        <p:spPr bwMode="auto">
          <a:xfrm>
            <a:off x="7159625" y="3962400"/>
            <a:ext cx="384175"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68" name="Freeform 139">
            <a:extLst>
              <a:ext uri="{FF2B5EF4-FFF2-40B4-BE49-F238E27FC236}">
                <a16:creationId xmlns:a16="http://schemas.microsoft.com/office/drawing/2014/main" id="{3607204B-A2B5-2EFC-3389-34C86C4BC298}"/>
              </a:ext>
            </a:extLst>
          </p:cNvPr>
          <p:cNvSpPr>
            <a:spLocks/>
          </p:cNvSpPr>
          <p:nvPr/>
        </p:nvSpPr>
        <p:spPr bwMode="auto">
          <a:xfrm flipH="1">
            <a:off x="7248525" y="4038600"/>
            <a:ext cx="1588" cy="533400"/>
          </a:xfrm>
          <a:custGeom>
            <a:avLst/>
            <a:gdLst>
              <a:gd name="T0" fmla="*/ 1001132368 w 2"/>
              <a:gd name="T1" fmla="*/ 0 h 336"/>
              <a:gd name="T2" fmla="*/ 0 w 2"/>
              <a:gd name="T3" fmla="*/ 2147483646 h 336"/>
              <a:gd name="T4" fmla="*/ 0 60000 65536"/>
              <a:gd name="T5" fmla="*/ 0 60000 65536"/>
            </a:gdLst>
            <a:ahLst/>
            <a:cxnLst>
              <a:cxn ang="T4">
                <a:pos x="T0" y="T1"/>
              </a:cxn>
              <a:cxn ang="T5">
                <a:pos x="T2" y="T3"/>
              </a:cxn>
            </a:cxnLst>
            <a:rect l="0" t="0" r="r" b="b"/>
            <a:pathLst>
              <a:path w="2" h="336">
                <a:moveTo>
                  <a:pt x="2" y="0"/>
                </a:moveTo>
                <a:lnTo>
                  <a:pt x="0" y="336"/>
                </a:lnTo>
              </a:path>
            </a:pathLst>
          </a:custGeom>
          <a:solidFill>
            <a:srgbClr val="FFFFFF"/>
          </a:solidFill>
          <a:ln w="31750">
            <a:solidFill>
              <a:srgbClr val="FF9900"/>
            </a:solidFill>
            <a:round/>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69" name="Line 140">
            <a:extLst>
              <a:ext uri="{FF2B5EF4-FFF2-40B4-BE49-F238E27FC236}">
                <a16:creationId xmlns:a16="http://schemas.microsoft.com/office/drawing/2014/main" id="{75446283-BCBC-B73B-A442-607CA5B89E82}"/>
              </a:ext>
            </a:extLst>
          </p:cNvPr>
          <p:cNvSpPr>
            <a:spLocks noChangeShapeType="1"/>
          </p:cNvSpPr>
          <p:nvPr/>
        </p:nvSpPr>
        <p:spPr bwMode="auto">
          <a:xfrm>
            <a:off x="7037388" y="3352800"/>
            <a:ext cx="212725" cy="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70" name="Line 141">
            <a:extLst>
              <a:ext uri="{FF2B5EF4-FFF2-40B4-BE49-F238E27FC236}">
                <a16:creationId xmlns:a16="http://schemas.microsoft.com/office/drawing/2014/main" id="{292CA50F-5A24-B8D4-4C29-767D886A4FB0}"/>
              </a:ext>
            </a:extLst>
          </p:cNvPr>
          <p:cNvSpPr>
            <a:spLocks noChangeShapeType="1"/>
          </p:cNvSpPr>
          <p:nvPr/>
        </p:nvSpPr>
        <p:spPr bwMode="auto">
          <a:xfrm>
            <a:off x="7250113" y="3352800"/>
            <a:ext cx="0" cy="45720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71" name="Line 142">
            <a:extLst>
              <a:ext uri="{FF2B5EF4-FFF2-40B4-BE49-F238E27FC236}">
                <a16:creationId xmlns:a16="http://schemas.microsoft.com/office/drawing/2014/main" id="{8ED6C676-83AD-8175-1BB4-852F0D9F8967}"/>
              </a:ext>
            </a:extLst>
          </p:cNvPr>
          <p:cNvSpPr>
            <a:spLocks noChangeShapeType="1"/>
          </p:cNvSpPr>
          <p:nvPr/>
        </p:nvSpPr>
        <p:spPr bwMode="auto">
          <a:xfrm>
            <a:off x="7165975" y="3962400"/>
            <a:ext cx="0" cy="228600"/>
          </a:xfrm>
          <a:prstGeom prst="line">
            <a:avLst/>
          </a:prstGeom>
          <a:noFill/>
          <a:ln w="31750">
            <a:solidFill>
              <a:srgbClr val="FF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pic>
        <p:nvPicPr>
          <p:cNvPr id="31872" name="Picture 143" descr="host12">
            <a:extLst>
              <a:ext uri="{FF2B5EF4-FFF2-40B4-BE49-F238E27FC236}">
                <a16:creationId xmlns:a16="http://schemas.microsoft.com/office/drawing/2014/main" id="{F07852D3-9749-D119-E4FA-9F47BB72E4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3048000"/>
            <a:ext cx="1228725"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873" name="Picture 145" descr="strippeddisk">
            <a:extLst>
              <a:ext uri="{FF2B5EF4-FFF2-40B4-BE49-F238E27FC236}">
                <a16:creationId xmlns:a16="http://schemas.microsoft.com/office/drawing/2014/main" id="{5C8310F1-F4E9-53F7-8965-DA6965E18F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0" y="33528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874" name="Picture 146" descr="strippeddisk">
            <a:extLst>
              <a:ext uri="{FF2B5EF4-FFF2-40B4-BE49-F238E27FC236}">
                <a16:creationId xmlns:a16="http://schemas.microsoft.com/office/drawing/2014/main" id="{7A4873F0-E7AE-8C7D-90A7-A404D8266D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72400" y="35052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875" name="Picture 147" descr="strippeddisk">
            <a:extLst>
              <a:ext uri="{FF2B5EF4-FFF2-40B4-BE49-F238E27FC236}">
                <a16:creationId xmlns:a16="http://schemas.microsoft.com/office/drawing/2014/main" id="{8ACB63C2-6B74-FB5F-B98F-9A23A58AAB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24800" y="36576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876" name="Picture 148" descr="strippeddisk">
            <a:extLst>
              <a:ext uri="{FF2B5EF4-FFF2-40B4-BE49-F238E27FC236}">
                <a16:creationId xmlns:a16="http://schemas.microsoft.com/office/drawing/2014/main" id="{A12F2386-2DC2-51F9-89AE-C4F49B8586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77200" y="38100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877" name="Picture 149" descr="strippeddisk">
            <a:extLst>
              <a:ext uri="{FF2B5EF4-FFF2-40B4-BE49-F238E27FC236}">
                <a16:creationId xmlns:a16="http://schemas.microsoft.com/office/drawing/2014/main" id="{E180DDF5-08D5-CFFE-E7A0-D944889EEC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29600" y="39624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878" name="Rectangle 151">
            <a:extLst>
              <a:ext uri="{FF2B5EF4-FFF2-40B4-BE49-F238E27FC236}">
                <a16:creationId xmlns:a16="http://schemas.microsoft.com/office/drawing/2014/main" id="{50409B8E-D718-63F2-8575-92285DC203F3}"/>
              </a:ext>
            </a:extLst>
          </p:cNvPr>
          <p:cNvSpPr>
            <a:spLocks noChangeArrowheads="1"/>
          </p:cNvSpPr>
          <p:nvPr/>
        </p:nvSpPr>
        <p:spPr bwMode="auto">
          <a:xfrm>
            <a:off x="3582988" y="3048000"/>
            <a:ext cx="784225" cy="1871663"/>
          </a:xfrm>
          <a:prstGeom prst="rect">
            <a:avLst/>
          </a:prstGeom>
          <a:gradFill rotWithShape="1">
            <a:gsLst>
              <a:gs pos="0">
                <a:srgbClr val="6F9995"/>
              </a:gs>
              <a:gs pos="100000">
                <a:srgbClr val="52716E"/>
              </a:gs>
            </a:gsLst>
            <a:lin ang="2700000" scaled="1"/>
          </a:gradFill>
          <a:ln w="12700" algn="ctr">
            <a:solidFill>
              <a:srgbClr val="88B8B6"/>
            </a:solidFill>
            <a:miter lim="800000"/>
            <a:headEnd/>
            <a:tailEnd type="none" w="lg" len="me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79" name="Rectangle 152">
            <a:extLst>
              <a:ext uri="{FF2B5EF4-FFF2-40B4-BE49-F238E27FC236}">
                <a16:creationId xmlns:a16="http://schemas.microsoft.com/office/drawing/2014/main" id="{6D3A15C3-D811-1D17-CF1C-0344CC29F1E6}"/>
              </a:ext>
            </a:extLst>
          </p:cNvPr>
          <p:cNvSpPr>
            <a:spLocks noChangeArrowheads="1"/>
          </p:cNvSpPr>
          <p:nvPr/>
        </p:nvSpPr>
        <p:spPr bwMode="auto">
          <a:xfrm>
            <a:off x="3582988" y="3190875"/>
            <a:ext cx="395287" cy="720725"/>
          </a:xfrm>
          <a:prstGeom prst="rect">
            <a:avLst/>
          </a:prstGeom>
          <a:gradFill rotWithShape="1">
            <a:gsLst>
              <a:gs pos="0">
                <a:srgbClr val="86BAB5"/>
              </a:gs>
              <a:gs pos="100000">
                <a:srgbClr val="5B7E7B"/>
              </a:gs>
            </a:gsLst>
            <a:lin ang="2700000" scaled="1"/>
          </a:gradFill>
          <a:ln w="12700" algn="ctr">
            <a:solidFill>
              <a:srgbClr val="88B8B6"/>
            </a:solidFill>
            <a:miter lim="800000"/>
            <a:headEnd/>
            <a:tailEnd type="none" w="lg" len="me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80" name="Rectangle 153">
            <a:extLst>
              <a:ext uri="{FF2B5EF4-FFF2-40B4-BE49-F238E27FC236}">
                <a16:creationId xmlns:a16="http://schemas.microsoft.com/office/drawing/2014/main" id="{783B06F5-21A2-A726-0AF5-60FCD7700EDF}"/>
              </a:ext>
            </a:extLst>
          </p:cNvPr>
          <p:cNvSpPr>
            <a:spLocks noChangeArrowheads="1"/>
          </p:cNvSpPr>
          <p:nvPr/>
        </p:nvSpPr>
        <p:spPr bwMode="auto">
          <a:xfrm>
            <a:off x="3582988" y="4054475"/>
            <a:ext cx="395287" cy="720725"/>
          </a:xfrm>
          <a:prstGeom prst="rect">
            <a:avLst/>
          </a:prstGeom>
          <a:gradFill rotWithShape="1">
            <a:gsLst>
              <a:gs pos="0">
                <a:srgbClr val="86BAB5"/>
              </a:gs>
              <a:gs pos="100000">
                <a:srgbClr val="5B7E7B"/>
              </a:gs>
            </a:gsLst>
            <a:lin ang="2700000" scaled="1"/>
          </a:gradFill>
          <a:ln w="12700" algn="ctr">
            <a:solidFill>
              <a:srgbClr val="88B8B6"/>
            </a:solidFill>
            <a:miter lim="800000"/>
            <a:headEnd/>
            <a:tailEnd type="none" w="lg" len="me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81" name="Rectangle 154">
            <a:extLst>
              <a:ext uri="{FF2B5EF4-FFF2-40B4-BE49-F238E27FC236}">
                <a16:creationId xmlns:a16="http://schemas.microsoft.com/office/drawing/2014/main" id="{865136FD-A3BB-E658-6730-5829E00AB412}"/>
              </a:ext>
            </a:extLst>
          </p:cNvPr>
          <p:cNvSpPr>
            <a:spLocks noChangeArrowheads="1"/>
          </p:cNvSpPr>
          <p:nvPr/>
        </p:nvSpPr>
        <p:spPr bwMode="auto">
          <a:xfrm>
            <a:off x="3432175" y="3290888"/>
            <a:ext cx="150813" cy="150812"/>
          </a:xfrm>
          <a:prstGeom prst="rect">
            <a:avLst/>
          </a:prstGeom>
          <a:gradFill rotWithShape="1">
            <a:gsLst>
              <a:gs pos="0">
                <a:srgbClr val="86BAB5"/>
              </a:gs>
              <a:gs pos="100000">
                <a:srgbClr val="5B7E7B"/>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82" name="Rectangle 155">
            <a:extLst>
              <a:ext uri="{FF2B5EF4-FFF2-40B4-BE49-F238E27FC236}">
                <a16:creationId xmlns:a16="http://schemas.microsoft.com/office/drawing/2014/main" id="{0C388F19-51BC-D4FE-2C0A-BC66F90557C1}"/>
              </a:ext>
            </a:extLst>
          </p:cNvPr>
          <p:cNvSpPr>
            <a:spLocks noChangeArrowheads="1"/>
          </p:cNvSpPr>
          <p:nvPr/>
        </p:nvSpPr>
        <p:spPr bwMode="auto">
          <a:xfrm>
            <a:off x="3432175" y="3659188"/>
            <a:ext cx="150813" cy="150812"/>
          </a:xfrm>
          <a:prstGeom prst="rect">
            <a:avLst/>
          </a:prstGeom>
          <a:gradFill rotWithShape="1">
            <a:gsLst>
              <a:gs pos="0">
                <a:srgbClr val="86BAB5"/>
              </a:gs>
              <a:gs pos="100000">
                <a:srgbClr val="5B7E7B"/>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83" name="Rectangle 157">
            <a:extLst>
              <a:ext uri="{FF2B5EF4-FFF2-40B4-BE49-F238E27FC236}">
                <a16:creationId xmlns:a16="http://schemas.microsoft.com/office/drawing/2014/main" id="{9E308306-E5A6-7584-333B-922ACFB815F8}"/>
              </a:ext>
            </a:extLst>
          </p:cNvPr>
          <p:cNvSpPr>
            <a:spLocks noChangeArrowheads="1"/>
          </p:cNvSpPr>
          <p:nvPr/>
        </p:nvSpPr>
        <p:spPr bwMode="auto">
          <a:xfrm>
            <a:off x="3432175" y="4156075"/>
            <a:ext cx="150813" cy="150813"/>
          </a:xfrm>
          <a:prstGeom prst="rect">
            <a:avLst/>
          </a:prstGeom>
          <a:gradFill rotWithShape="1">
            <a:gsLst>
              <a:gs pos="0">
                <a:srgbClr val="86BAB5"/>
              </a:gs>
              <a:gs pos="100000">
                <a:srgbClr val="5B7E7B"/>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84" name="Rectangle 158">
            <a:extLst>
              <a:ext uri="{FF2B5EF4-FFF2-40B4-BE49-F238E27FC236}">
                <a16:creationId xmlns:a16="http://schemas.microsoft.com/office/drawing/2014/main" id="{01AE3F35-0F6A-FCE3-20AD-0D84F7763076}"/>
              </a:ext>
            </a:extLst>
          </p:cNvPr>
          <p:cNvSpPr>
            <a:spLocks noChangeArrowheads="1"/>
          </p:cNvSpPr>
          <p:nvPr/>
        </p:nvSpPr>
        <p:spPr bwMode="auto">
          <a:xfrm>
            <a:off x="3432175" y="4524375"/>
            <a:ext cx="150813" cy="150813"/>
          </a:xfrm>
          <a:prstGeom prst="rect">
            <a:avLst/>
          </a:prstGeom>
          <a:gradFill rotWithShape="1">
            <a:gsLst>
              <a:gs pos="0">
                <a:srgbClr val="86BAB5"/>
              </a:gs>
              <a:gs pos="100000">
                <a:srgbClr val="5B7E7B"/>
              </a:gs>
            </a:gsLst>
            <a:lin ang="2700000" scaled="1"/>
          </a:gradFill>
          <a:ln w="12700" algn="ctr">
            <a:solidFill>
              <a:srgbClr val="88B8B6"/>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1886" name="Slide Number Placeholder 2">
            <a:extLst>
              <a:ext uri="{FF2B5EF4-FFF2-40B4-BE49-F238E27FC236}">
                <a16:creationId xmlns:a16="http://schemas.microsoft.com/office/drawing/2014/main" id="{F7B5582C-414A-E9FA-FBC8-7EEAC52A26F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57B7089-9A46-4FF7-A487-5FDE0C4A70AB}"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533400"/>
            <a:ext cx="7202776" cy="533400"/>
          </a:xfrm>
        </p:spPr>
        <p:txBody>
          <a:bodyPr>
            <a:normAutofit/>
          </a:bodyPr>
          <a:lstStyle/>
          <a:p>
            <a:r>
              <a:rPr lang="en-US" b="1" dirty="0">
                <a:effectLst>
                  <a:outerShdw blurRad="38100" dist="38100" dir="2700000" algn="tl">
                    <a:srgbClr val="000000">
                      <a:alpha val="43137"/>
                    </a:srgbClr>
                  </a:outerShdw>
                </a:effectLst>
              </a:rPr>
              <a:t>Back End</a:t>
            </a:r>
          </a:p>
        </p:txBody>
      </p:sp>
      <p:sp>
        <p:nvSpPr>
          <p:cNvPr id="3" name="Content Placeholder 2"/>
          <p:cNvSpPr>
            <a:spLocks noGrp="1"/>
          </p:cNvSpPr>
          <p:nvPr>
            <p:ph idx="1"/>
          </p:nvPr>
        </p:nvSpPr>
        <p:spPr>
          <a:xfrm>
            <a:off x="914400" y="1111250"/>
            <a:ext cx="7696200" cy="5334000"/>
          </a:xfrm>
        </p:spPr>
        <p:txBody>
          <a:bodyPr>
            <a:normAutofit fontScale="85000" lnSpcReduction="20000"/>
          </a:bodyPr>
          <a:lstStyle/>
          <a:p>
            <a:pPr marL="0" indent="0" algn="just" rtl="0">
              <a:lnSpc>
                <a:spcPct val="150000"/>
              </a:lnSpc>
              <a:buNone/>
            </a:pPr>
            <a:r>
              <a:rPr lang="en-US" sz="2200" dirty="0">
                <a:latin typeface="Times New Roman" panose="02020603050405020304" pitchFamily="18" charset="0"/>
                <a:cs typeface="Times New Roman" panose="02020603050405020304" pitchFamily="18" charset="0"/>
              </a:rPr>
              <a:t>The back end provides an interface between cache and the </a:t>
            </a:r>
            <a:r>
              <a:rPr lang="en-US" b="1" dirty="0">
                <a:solidFill>
                  <a:srgbClr val="C00000"/>
                </a:solidFill>
                <a:effectLst>
                  <a:outerShdw blurRad="38100" dist="38100" dir="2700000" algn="tl">
                    <a:srgbClr val="000000">
                      <a:alpha val="43137"/>
                    </a:srgbClr>
                  </a:outerShdw>
                </a:effectLst>
              </a:rPr>
              <a:t>physical disks</a:t>
            </a:r>
            <a:r>
              <a:rPr lang="en-US" sz="2200" dirty="0">
                <a:latin typeface="Times New Roman" panose="02020603050405020304" pitchFamily="18" charset="0"/>
                <a:cs typeface="Times New Roman" panose="02020603050405020304" pitchFamily="18" charset="0"/>
              </a:rPr>
              <a:t>. </a:t>
            </a:r>
          </a:p>
          <a:p>
            <a:pPr marL="0" indent="0" algn="just" rtl="0">
              <a:lnSpc>
                <a:spcPct val="150000"/>
              </a:lnSpc>
              <a:buNone/>
            </a:pPr>
            <a:r>
              <a:rPr lang="en-US" sz="2200" dirty="0">
                <a:latin typeface="Times New Roman" panose="02020603050405020304" pitchFamily="18" charset="0"/>
                <a:cs typeface="Times New Roman" panose="02020603050405020304" pitchFamily="18" charset="0"/>
              </a:rPr>
              <a:t>It consists of two components: back-end ports and back-end controllers. </a:t>
            </a:r>
          </a:p>
          <a:p>
            <a:pPr marL="0" indent="0" algn="just" rtl="0">
              <a:lnSpc>
                <a:spcPct val="150000"/>
              </a:lnSpc>
              <a:buNone/>
            </a:pPr>
            <a:r>
              <a:rPr lang="en-US" sz="2200" dirty="0">
                <a:latin typeface="Times New Roman" panose="02020603050405020304" pitchFamily="18" charset="0"/>
                <a:cs typeface="Times New Roman" panose="02020603050405020304" pitchFamily="18" charset="0"/>
              </a:rPr>
              <a:t>The back end controls data transfers between cache and the physical disks. </a:t>
            </a:r>
          </a:p>
          <a:p>
            <a:pPr marL="0" indent="0" algn="just" rtl="0">
              <a:lnSpc>
                <a:spcPct val="150000"/>
              </a:lnSpc>
              <a:buNone/>
            </a:pPr>
            <a:r>
              <a:rPr lang="en-US" sz="2200" dirty="0">
                <a:latin typeface="Times New Roman" panose="02020603050405020304" pitchFamily="18" charset="0"/>
                <a:cs typeface="Times New Roman" panose="02020603050405020304" pitchFamily="18" charset="0"/>
              </a:rPr>
              <a:t>From cache, data is sent to the back end and then routed to the destination disk. </a:t>
            </a:r>
          </a:p>
          <a:p>
            <a:pPr marL="0" indent="0" algn="just" rtl="0">
              <a:lnSpc>
                <a:spcPct val="150000"/>
              </a:lnSpc>
              <a:buNone/>
            </a:pPr>
            <a:r>
              <a:rPr lang="en-US" sz="2200" dirty="0">
                <a:latin typeface="Times New Roman" panose="02020603050405020304" pitchFamily="18" charset="0"/>
                <a:cs typeface="Times New Roman" panose="02020603050405020304" pitchFamily="18" charset="0"/>
              </a:rPr>
              <a:t>Physical disks are connected to ports on the back end. </a:t>
            </a:r>
          </a:p>
          <a:p>
            <a:pPr marL="0" indent="0" algn="just" rtl="0">
              <a:lnSpc>
                <a:spcPct val="150000"/>
              </a:lnSpc>
              <a:buNone/>
            </a:pPr>
            <a:r>
              <a:rPr lang="en-US" sz="2200" dirty="0">
                <a:latin typeface="Times New Roman" panose="02020603050405020304" pitchFamily="18" charset="0"/>
                <a:cs typeface="Times New Roman" panose="02020603050405020304" pitchFamily="18" charset="0"/>
              </a:rPr>
              <a:t>The back end controller communicates with the disks when performing reads and writes and also provides additional, but limited, temporary data storage. </a:t>
            </a:r>
          </a:p>
          <a:p>
            <a:pPr marL="0" indent="0" algn="just" rtl="0">
              <a:lnSpc>
                <a:spcPct val="150000"/>
              </a:lnSpc>
              <a:buNone/>
            </a:pPr>
            <a:r>
              <a:rPr lang="en-US" sz="2200" dirty="0">
                <a:latin typeface="Times New Roman" panose="02020603050405020304" pitchFamily="18" charset="0"/>
                <a:cs typeface="Times New Roman" panose="02020603050405020304" pitchFamily="18" charset="0"/>
              </a:rPr>
              <a:t>The algorithms implemented on back-end controllers provide error detection and correction, along with RAID functionality.</a:t>
            </a:r>
          </a:p>
        </p:txBody>
      </p:sp>
      <p:sp>
        <p:nvSpPr>
          <p:cNvPr id="5" name="Slide Number Placeholder 4"/>
          <p:cNvSpPr>
            <a:spLocks noGrp="1"/>
          </p:cNvSpPr>
          <p:nvPr>
            <p:ph type="sldNum" sz="quarter" idx="12"/>
          </p:nvPr>
        </p:nvSpPr>
        <p:spPr/>
        <p:txBody>
          <a:bodyPr/>
          <a:lstStyle/>
          <a:p>
            <a:fld id="{E5137D0E-4A4F-4307-8994-C1891D747D59}" type="slidenum">
              <a:rPr lang="en-US" smtClean="0"/>
              <a:t>27</a:t>
            </a:fld>
            <a:endParaRPr lang="en-US"/>
          </a:p>
        </p:txBody>
      </p:sp>
    </p:spTree>
    <p:extLst>
      <p:ext uri="{BB962C8B-B14F-4D97-AF65-F5344CB8AC3E}">
        <p14:creationId xmlns:p14="http://schemas.microsoft.com/office/powerpoint/2010/main" val="3991732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533400"/>
            <a:ext cx="7202776" cy="533400"/>
          </a:xfrm>
        </p:spPr>
        <p:txBody>
          <a:bodyPr>
            <a:normAutofit/>
          </a:bodyPr>
          <a:lstStyle/>
          <a:p>
            <a:r>
              <a:rPr lang="en-US" b="1" dirty="0">
                <a:effectLst>
                  <a:outerShdw blurRad="38100" dist="38100" dir="2700000" algn="tl">
                    <a:srgbClr val="000000">
                      <a:alpha val="43137"/>
                    </a:srgbClr>
                  </a:outerShdw>
                </a:effectLst>
              </a:rPr>
              <a:t>Physical Disk</a:t>
            </a:r>
          </a:p>
        </p:txBody>
      </p:sp>
      <p:sp>
        <p:nvSpPr>
          <p:cNvPr id="3" name="Content Placeholder 2"/>
          <p:cNvSpPr>
            <a:spLocks noGrp="1"/>
          </p:cNvSpPr>
          <p:nvPr>
            <p:ph idx="1"/>
          </p:nvPr>
        </p:nvSpPr>
        <p:spPr>
          <a:xfrm>
            <a:off x="990600" y="1219200"/>
            <a:ext cx="7696200" cy="5410200"/>
          </a:xfrm>
        </p:spPr>
        <p:txBody>
          <a:bodyPr>
            <a:normAutofit/>
          </a:bodyPr>
          <a:lstStyle/>
          <a:p>
            <a:pPr marL="0" indent="0" algn="l" rtl="0">
              <a:lnSpc>
                <a:spcPct val="150000"/>
              </a:lnSpc>
              <a:buNone/>
            </a:pPr>
            <a:r>
              <a:rPr lang="en-US" sz="2200" dirty="0">
                <a:latin typeface="Times New Roman" panose="02020603050405020304" pitchFamily="18" charset="0"/>
                <a:cs typeface="Times New Roman" panose="02020603050405020304" pitchFamily="18" charset="0"/>
              </a:rPr>
              <a:t>A physical disk stores data persistently. Disks are connected to the back-end with either SCSI or a Fibre Channel interface. </a:t>
            </a:r>
          </a:p>
          <a:p>
            <a:pPr marL="0" indent="0" algn="l" rtl="0">
              <a:lnSpc>
                <a:spcPct val="150000"/>
              </a:lnSpc>
              <a:buNone/>
            </a:pPr>
            <a:r>
              <a:rPr lang="en-US" sz="2200" dirty="0">
                <a:latin typeface="Times New Roman" panose="02020603050405020304" pitchFamily="18" charset="0"/>
                <a:cs typeface="Times New Roman" panose="02020603050405020304" pitchFamily="18" charset="0"/>
              </a:rPr>
              <a:t>An intelligent storage system enables the use of a mixture of SCSI or Fibre Channel drives and IDE/ATA drives.</a:t>
            </a:r>
          </a:p>
          <a:p>
            <a:pPr marL="0" indent="0" algn="l" rtl="0">
              <a:lnSpc>
                <a:spcPct val="150000"/>
              </a:lnSpc>
              <a:buNone/>
            </a:pPr>
            <a:endParaRPr lang="en-US" sz="22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E5137D0E-4A4F-4307-8994-C1891D747D59}" type="slidenum">
              <a:rPr lang="en-US" smtClean="0"/>
              <a:t>28</a:t>
            </a:fld>
            <a:endParaRPr lang="en-US"/>
          </a:p>
        </p:txBody>
      </p:sp>
    </p:spTree>
    <p:extLst>
      <p:ext uri="{BB962C8B-B14F-4D97-AF65-F5344CB8AC3E}">
        <p14:creationId xmlns:p14="http://schemas.microsoft.com/office/powerpoint/2010/main" val="466998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533400"/>
            <a:ext cx="7202776" cy="533400"/>
          </a:xfrm>
        </p:spPr>
        <p:txBody>
          <a:bodyPr>
            <a:normAutofit/>
          </a:bodyPr>
          <a:lstStyle/>
          <a:p>
            <a:r>
              <a:rPr lang="en-US" sz="2400" b="1" dirty="0">
                <a:solidFill>
                  <a:schemeClr val="tx1"/>
                </a:solidFill>
                <a:effectLst>
                  <a:outerShdw blurRad="38100" dist="38100" dir="2700000" algn="tl">
                    <a:srgbClr val="000000">
                      <a:alpha val="43137"/>
                    </a:srgbClr>
                  </a:outerShdw>
                </a:effectLst>
                <a:latin typeface="+mn-lt"/>
                <a:ea typeface="+mn-ea"/>
                <a:cs typeface="+mn-cs"/>
              </a:rPr>
              <a:t>Logical Unit Number</a:t>
            </a:r>
          </a:p>
        </p:txBody>
      </p:sp>
      <p:sp>
        <p:nvSpPr>
          <p:cNvPr id="3" name="Content Placeholder 2"/>
          <p:cNvSpPr>
            <a:spLocks noGrp="1"/>
          </p:cNvSpPr>
          <p:nvPr>
            <p:ph idx="1"/>
          </p:nvPr>
        </p:nvSpPr>
        <p:spPr>
          <a:xfrm>
            <a:off x="762000" y="1335025"/>
            <a:ext cx="7696200" cy="4800600"/>
          </a:xfrm>
        </p:spPr>
        <p:txBody>
          <a:bodyPr>
            <a:normAutofit/>
          </a:bodyPr>
          <a:lstStyle/>
          <a:p>
            <a:pPr marL="0" indent="0" algn="just" rtl="0">
              <a:lnSpc>
                <a:spcPct val="150000"/>
              </a:lnSpc>
              <a:buNone/>
            </a:pPr>
            <a:r>
              <a:rPr lang="en-US" sz="2200" dirty="0">
                <a:latin typeface="Times New Roman" panose="02020603050405020304" pitchFamily="18" charset="0"/>
                <a:cs typeface="Times New Roman" panose="02020603050405020304" pitchFamily="18" charset="0"/>
              </a:rPr>
              <a:t>Physical drives or groups of RAID protected drives can be logically split into volumes known as logical volumes, commonly referred to as Logical Unit Numbers (LUNs). </a:t>
            </a:r>
          </a:p>
          <a:p>
            <a:pPr marL="0" indent="0" algn="just" rtl="0">
              <a:lnSpc>
                <a:spcPct val="150000"/>
              </a:lnSpc>
              <a:buNone/>
            </a:pPr>
            <a:r>
              <a:rPr lang="en-US" sz="2200" dirty="0">
                <a:latin typeface="Times New Roman" panose="02020603050405020304" pitchFamily="18" charset="0"/>
                <a:cs typeface="Times New Roman" panose="02020603050405020304" pitchFamily="18" charset="0"/>
              </a:rPr>
              <a:t>The use of LUNs improves disk utilization. </a:t>
            </a:r>
          </a:p>
          <a:p>
            <a:pPr marL="0" indent="0" algn="just" rtl="0">
              <a:lnSpc>
                <a:spcPct val="150000"/>
              </a:lnSpc>
              <a:buNone/>
            </a:pPr>
            <a:r>
              <a:rPr lang="en-US" sz="2200" dirty="0">
                <a:latin typeface="Times New Roman" panose="02020603050405020304" pitchFamily="18" charset="0"/>
                <a:cs typeface="Times New Roman" panose="02020603050405020304" pitchFamily="18" charset="0"/>
              </a:rPr>
              <a:t>For example, without the use of LUNs, a host requiring only 200 GB could be allocated an entire 1TB physical disk. </a:t>
            </a:r>
          </a:p>
          <a:p>
            <a:pPr marL="0" indent="0" algn="just" rtl="0">
              <a:lnSpc>
                <a:spcPct val="150000"/>
              </a:lnSpc>
              <a:buNone/>
            </a:pPr>
            <a:r>
              <a:rPr lang="en-US" sz="2200" dirty="0">
                <a:latin typeface="Times New Roman" panose="02020603050405020304" pitchFamily="18" charset="0"/>
                <a:cs typeface="Times New Roman" panose="02020603050405020304" pitchFamily="18" charset="0"/>
              </a:rPr>
              <a:t>Using LUNs, only the required 200 GB would be allocated to the host, allowing the remaining 800 GB to be allocated to other hosts.</a:t>
            </a:r>
          </a:p>
        </p:txBody>
      </p:sp>
      <p:sp>
        <p:nvSpPr>
          <p:cNvPr id="5" name="Slide Number Placeholder 4"/>
          <p:cNvSpPr>
            <a:spLocks noGrp="1"/>
          </p:cNvSpPr>
          <p:nvPr>
            <p:ph type="sldNum" sz="quarter" idx="12"/>
          </p:nvPr>
        </p:nvSpPr>
        <p:spPr/>
        <p:txBody>
          <a:bodyPr/>
          <a:lstStyle/>
          <a:p>
            <a:fld id="{E5137D0E-4A4F-4307-8994-C1891D747D59}" type="slidenum">
              <a:rPr lang="en-US" smtClean="0"/>
              <a:t>29</a:t>
            </a:fld>
            <a:endParaRPr lang="en-US"/>
          </a:p>
        </p:txBody>
      </p:sp>
    </p:spTree>
    <p:extLst>
      <p:ext uri="{BB962C8B-B14F-4D97-AF65-F5344CB8AC3E}">
        <p14:creationId xmlns:p14="http://schemas.microsoft.com/office/powerpoint/2010/main" val="389322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3400" y="1143000"/>
            <a:ext cx="8133907" cy="5029200"/>
          </a:xfrm>
        </p:spPr>
      </p:pic>
      <p:sp>
        <p:nvSpPr>
          <p:cNvPr id="3" name="Slide Number Placeholder 2"/>
          <p:cNvSpPr>
            <a:spLocks noGrp="1"/>
          </p:cNvSpPr>
          <p:nvPr>
            <p:ph type="sldNum" sz="quarter" idx="12"/>
          </p:nvPr>
        </p:nvSpPr>
        <p:spPr/>
        <p:txBody>
          <a:bodyPr/>
          <a:lstStyle/>
          <a:p>
            <a:fld id="{E5137D0E-4A4F-4307-8994-C1891D747D59}" type="slidenum">
              <a:rPr lang="en-US" smtClean="0"/>
              <a:t>30</a:t>
            </a:fld>
            <a:endParaRPr lang="en-US"/>
          </a:p>
        </p:txBody>
      </p:sp>
    </p:spTree>
    <p:extLst>
      <p:ext uri="{BB962C8B-B14F-4D97-AF65-F5344CB8AC3E}">
        <p14:creationId xmlns:p14="http://schemas.microsoft.com/office/powerpoint/2010/main" val="2386172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533400"/>
            <a:ext cx="7202776" cy="533400"/>
          </a:xfrm>
        </p:spPr>
        <p:txBody>
          <a:bodyPr>
            <a:normAutofit/>
          </a:bodyPr>
          <a:lstStyle/>
          <a:p>
            <a:r>
              <a:rPr lang="en-US" sz="2400" b="1" dirty="0">
                <a:solidFill>
                  <a:schemeClr val="tx1"/>
                </a:solidFill>
                <a:effectLst>
                  <a:outerShdw blurRad="38100" dist="38100" dir="2700000" algn="tl">
                    <a:srgbClr val="000000">
                      <a:alpha val="43137"/>
                    </a:srgbClr>
                  </a:outerShdw>
                </a:effectLst>
                <a:latin typeface="+mn-lt"/>
                <a:ea typeface="+mn-ea"/>
                <a:cs typeface="+mn-cs"/>
              </a:rPr>
              <a:t>LUN Masking</a:t>
            </a:r>
          </a:p>
        </p:txBody>
      </p:sp>
      <p:sp>
        <p:nvSpPr>
          <p:cNvPr id="3" name="Content Placeholder 2"/>
          <p:cNvSpPr>
            <a:spLocks noGrp="1"/>
          </p:cNvSpPr>
          <p:nvPr>
            <p:ph idx="1"/>
          </p:nvPr>
        </p:nvSpPr>
        <p:spPr>
          <a:xfrm>
            <a:off x="990600" y="1219200"/>
            <a:ext cx="7696200" cy="5410200"/>
          </a:xfrm>
        </p:spPr>
        <p:txBody>
          <a:bodyPr>
            <a:normAutofit/>
          </a:bodyPr>
          <a:lstStyle/>
          <a:p>
            <a:pPr marL="0" indent="0" algn="l" rtl="0">
              <a:lnSpc>
                <a:spcPct val="150000"/>
              </a:lnSpc>
              <a:buNone/>
            </a:pPr>
            <a:r>
              <a:rPr lang="en-US" sz="2200" dirty="0">
                <a:latin typeface="Times New Roman" panose="02020603050405020304" pitchFamily="18" charset="0"/>
                <a:cs typeface="Times New Roman" panose="02020603050405020304" pitchFamily="18" charset="0"/>
              </a:rPr>
              <a:t>LUN masking is a process that provides data access control by defining which LUNs a host can access. LUN masking function is typically implemented at the front end controller. This ensures that volume access by servers is controlled appropriately, preventing unauthorized or accidental use in a distributed environment.       </a:t>
            </a:r>
            <a:r>
              <a:rPr lang="en-US" b="1" dirty="0">
                <a:solidFill>
                  <a:srgbClr val="C00000"/>
                </a:solidFill>
                <a:effectLst>
                  <a:outerShdw blurRad="38100" dist="38100" dir="2700000" algn="tl">
                    <a:srgbClr val="000000">
                      <a:alpha val="43137"/>
                    </a:srgbClr>
                  </a:outerShdw>
                </a:effectLst>
              </a:rPr>
              <a:t>For example</a:t>
            </a:r>
            <a:r>
              <a:rPr lang="en-US" sz="2200" dirty="0">
                <a:latin typeface="Times New Roman" panose="02020603050405020304" pitchFamily="18" charset="0"/>
                <a:cs typeface="Times New Roman" panose="02020603050405020304" pitchFamily="18" charset="0"/>
              </a:rPr>
              <a:t>, consider a storage array with two LUNs that store data of the sales and finance departments. Without LUN masking, both departments can easily see and modify each other’s data, posing a high risk to data integrity and security. With LUN masking, LUNs are accessible only to the designated hosts.</a:t>
            </a:r>
          </a:p>
        </p:txBody>
      </p:sp>
      <p:sp>
        <p:nvSpPr>
          <p:cNvPr id="5" name="Slide Number Placeholder 4"/>
          <p:cNvSpPr>
            <a:spLocks noGrp="1"/>
          </p:cNvSpPr>
          <p:nvPr>
            <p:ph type="sldNum" sz="quarter" idx="12"/>
          </p:nvPr>
        </p:nvSpPr>
        <p:spPr/>
        <p:txBody>
          <a:bodyPr/>
          <a:lstStyle/>
          <a:p>
            <a:fld id="{E5137D0E-4A4F-4307-8994-C1891D747D59}" type="slidenum">
              <a:rPr lang="en-US" smtClean="0"/>
              <a:t>31</a:t>
            </a:fld>
            <a:endParaRPr lang="en-US"/>
          </a:p>
        </p:txBody>
      </p:sp>
    </p:spTree>
    <p:extLst>
      <p:ext uri="{BB962C8B-B14F-4D97-AF65-F5344CB8AC3E}">
        <p14:creationId xmlns:p14="http://schemas.microsoft.com/office/powerpoint/2010/main" val="3898229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533400"/>
            <a:ext cx="7202776" cy="533400"/>
          </a:xfrm>
        </p:spPr>
        <p:txBody>
          <a:bodyPr>
            <a:normAutofit/>
          </a:bodyPr>
          <a:lstStyle/>
          <a:p>
            <a:r>
              <a:rPr lang="en-US" b="1" dirty="0">
                <a:effectLst>
                  <a:outerShdw blurRad="38100" dist="38100" dir="2700000" algn="tl">
                    <a:srgbClr val="000000">
                      <a:alpha val="43137"/>
                    </a:srgbClr>
                  </a:outerShdw>
                </a:effectLst>
              </a:rPr>
              <a:t>Intelligent Storage Array</a:t>
            </a:r>
          </a:p>
        </p:txBody>
      </p:sp>
      <p:sp>
        <p:nvSpPr>
          <p:cNvPr id="3" name="Content Placeholder 2"/>
          <p:cNvSpPr>
            <a:spLocks noGrp="1"/>
          </p:cNvSpPr>
          <p:nvPr>
            <p:ph idx="1"/>
          </p:nvPr>
        </p:nvSpPr>
        <p:spPr>
          <a:xfrm>
            <a:off x="990600" y="1219200"/>
            <a:ext cx="7620000" cy="5029200"/>
          </a:xfrm>
        </p:spPr>
        <p:txBody>
          <a:bodyPr>
            <a:normAutofit/>
          </a:bodyPr>
          <a:lstStyle/>
          <a:p>
            <a:pPr marL="0" indent="0" algn="l" rtl="0">
              <a:lnSpc>
                <a:spcPct val="150000"/>
              </a:lnSpc>
              <a:buNone/>
            </a:pPr>
            <a:r>
              <a:rPr lang="en-US" sz="2200" dirty="0">
                <a:latin typeface="Times New Roman" panose="02020603050405020304" pitchFamily="18" charset="0"/>
                <a:cs typeface="Times New Roman" panose="02020603050405020304" pitchFamily="18" charset="0"/>
              </a:rPr>
              <a:t>Intelligent storage systems generally fall into one of the following two categories:</a:t>
            </a:r>
          </a:p>
          <a:p>
            <a:pPr algn="l" rtl="0">
              <a:lnSpc>
                <a:spcPct val="150000"/>
              </a:lnSpc>
            </a:pPr>
            <a:r>
              <a:rPr lang="en-US" sz="2400" b="1" dirty="0">
                <a:solidFill>
                  <a:srgbClr val="C00000"/>
                </a:solidFill>
                <a:effectLst>
                  <a:outerShdw blurRad="38100" dist="38100" dir="2700000" algn="tl">
                    <a:srgbClr val="000000">
                      <a:alpha val="43137"/>
                    </a:srgbClr>
                  </a:outerShdw>
                </a:effectLst>
              </a:rPr>
              <a:t>High-end storage systems</a:t>
            </a:r>
          </a:p>
          <a:p>
            <a:pPr algn="l" rtl="0"/>
            <a:r>
              <a:rPr lang="en-US" sz="2400" b="1" dirty="0">
                <a:solidFill>
                  <a:srgbClr val="C00000"/>
                </a:solidFill>
                <a:effectLst>
                  <a:outerShdw blurRad="38100" dist="38100" dir="2700000" algn="tl">
                    <a:srgbClr val="000000">
                      <a:alpha val="43137"/>
                    </a:srgbClr>
                  </a:outerShdw>
                </a:effectLst>
              </a:rPr>
              <a:t>Midrange storage systems</a:t>
            </a:r>
          </a:p>
        </p:txBody>
      </p:sp>
      <p:sp>
        <p:nvSpPr>
          <p:cNvPr id="5" name="Slide Number Placeholder 4"/>
          <p:cNvSpPr>
            <a:spLocks noGrp="1"/>
          </p:cNvSpPr>
          <p:nvPr>
            <p:ph type="sldNum" sz="quarter" idx="12"/>
          </p:nvPr>
        </p:nvSpPr>
        <p:spPr/>
        <p:txBody>
          <a:bodyPr/>
          <a:lstStyle/>
          <a:p>
            <a:fld id="{E5137D0E-4A4F-4307-8994-C1891D747D59}" type="slidenum">
              <a:rPr lang="en-US" smtClean="0"/>
              <a:t>32</a:t>
            </a:fld>
            <a:endParaRPr lang="en-US"/>
          </a:p>
        </p:txBody>
      </p:sp>
    </p:spTree>
    <p:extLst>
      <p:ext uri="{BB962C8B-B14F-4D97-AF65-F5344CB8AC3E}">
        <p14:creationId xmlns:p14="http://schemas.microsoft.com/office/powerpoint/2010/main" val="2217106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533400"/>
            <a:ext cx="7202776" cy="533400"/>
          </a:xfrm>
        </p:spPr>
        <p:txBody>
          <a:bodyPr>
            <a:normAutofit/>
          </a:bodyPr>
          <a:lstStyle/>
          <a:p>
            <a:r>
              <a:rPr lang="en-US" b="1" dirty="0">
                <a:effectLst>
                  <a:outerShdw blurRad="38100" dist="38100" dir="2700000" algn="tl">
                    <a:srgbClr val="000000">
                      <a:alpha val="43137"/>
                    </a:srgbClr>
                  </a:outerShdw>
                </a:effectLst>
              </a:rPr>
              <a:t> High-end Storage Systems</a:t>
            </a:r>
          </a:p>
        </p:txBody>
      </p:sp>
      <p:sp>
        <p:nvSpPr>
          <p:cNvPr id="3" name="Content Placeholder 2"/>
          <p:cNvSpPr>
            <a:spLocks noGrp="1"/>
          </p:cNvSpPr>
          <p:nvPr>
            <p:ph idx="1"/>
          </p:nvPr>
        </p:nvSpPr>
        <p:spPr>
          <a:xfrm>
            <a:off x="990600" y="1219200"/>
            <a:ext cx="7620000" cy="5334000"/>
          </a:xfrm>
        </p:spPr>
        <p:txBody>
          <a:bodyPr>
            <a:normAutofit/>
          </a:bodyPr>
          <a:lstStyle/>
          <a:p>
            <a:pPr marL="0" indent="0" algn="just" rtl="0">
              <a:lnSpc>
                <a:spcPct val="150000"/>
              </a:lnSpc>
              <a:buNone/>
            </a:pPr>
            <a:r>
              <a:rPr lang="en-US" sz="2200" dirty="0">
                <a:latin typeface="Times New Roman" panose="02020603050405020304" pitchFamily="18" charset="0"/>
                <a:cs typeface="Times New Roman" panose="02020603050405020304" pitchFamily="18" charset="0"/>
              </a:rPr>
              <a:t>High-end storage systems, referred to as active-active arrays, are generally aimed at large enterprises for centralizing corporate data. </a:t>
            </a:r>
          </a:p>
          <a:p>
            <a:pPr marL="0" indent="0" algn="just" rtl="0">
              <a:lnSpc>
                <a:spcPct val="150000"/>
              </a:lnSpc>
              <a:buNone/>
            </a:pPr>
            <a:r>
              <a:rPr lang="en-US" sz="2200" dirty="0">
                <a:latin typeface="Times New Roman" panose="02020603050405020304" pitchFamily="18" charset="0"/>
                <a:cs typeface="Times New Roman" panose="02020603050405020304" pitchFamily="18" charset="0"/>
              </a:rPr>
              <a:t>These arrays are designed with a large number of controllers and cache memory. </a:t>
            </a:r>
          </a:p>
          <a:p>
            <a:pPr marL="0" indent="0" algn="just" rtl="0">
              <a:lnSpc>
                <a:spcPct val="150000"/>
              </a:lnSpc>
              <a:buNone/>
            </a:pPr>
            <a:r>
              <a:rPr lang="en-US" sz="2200" dirty="0">
                <a:latin typeface="Times New Roman" panose="02020603050405020304" pitchFamily="18" charset="0"/>
                <a:cs typeface="Times New Roman" panose="02020603050405020304" pitchFamily="18" charset="0"/>
              </a:rPr>
              <a:t>An active-active array implies that the host can perform I/O s to its LUNs across any of the available paths (see Figure 4-7).</a:t>
            </a:r>
          </a:p>
        </p:txBody>
      </p:sp>
      <p:sp>
        <p:nvSpPr>
          <p:cNvPr id="5" name="Slide Number Placeholder 4"/>
          <p:cNvSpPr>
            <a:spLocks noGrp="1"/>
          </p:cNvSpPr>
          <p:nvPr>
            <p:ph type="sldNum" sz="quarter" idx="12"/>
          </p:nvPr>
        </p:nvSpPr>
        <p:spPr/>
        <p:txBody>
          <a:bodyPr/>
          <a:lstStyle/>
          <a:p>
            <a:fld id="{E5137D0E-4A4F-4307-8994-C1891D747D59}" type="slidenum">
              <a:rPr lang="en-US" smtClean="0"/>
              <a:t>33</a:t>
            </a:fld>
            <a:endParaRPr lang="en-US"/>
          </a:p>
        </p:txBody>
      </p:sp>
    </p:spTree>
    <p:extLst>
      <p:ext uri="{BB962C8B-B14F-4D97-AF65-F5344CB8AC3E}">
        <p14:creationId xmlns:p14="http://schemas.microsoft.com/office/powerpoint/2010/main" val="12850097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2000" y="1295400"/>
            <a:ext cx="7992533" cy="5181600"/>
          </a:xfrm>
        </p:spPr>
      </p:pic>
      <p:sp>
        <p:nvSpPr>
          <p:cNvPr id="3" name="Slide Number Placeholder 2"/>
          <p:cNvSpPr>
            <a:spLocks noGrp="1"/>
          </p:cNvSpPr>
          <p:nvPr>
            <p:ph type="sldNum" sz="quarter" idx="12"/>
          </p:nvPr>
        </p:nvSpPr>
        <p:spPr/>
        <p:txBody>
          <a:bodyPr/>
          <a:lstStyle/>
          <a:p>
            <a:fld id="{E5137D0E-4A4F-4307-8994-C1891D747D59}" type="slidenum">
              <a:rPr lang="en-US" smtClean="0"/>
              <a:t>34</a:t>
            </a:fld>
            <a:endParaRPr lang="en-US"/>
          </a:p>
        </p:txBody>
      </p:sp>
    </p:spTree>
    <p:extLst>
      <p:ext uri="{BB962C8B-B14F-4D97-AF65-F5344CB8AC3E}">
        <p14:creationId xmlns:p14="http://schemas.microsoft.com/office/powerpoint/2010/main" val="3744302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066800"/>
            <a:ext cx="8077200" cy="5029200"/>
          </a:xfrm>
        </p:spPr>
        <p:txBody>
          <a:bodyPr>
            <a:noAutofit/>
          </a:bodyPr>
          <a:lstStyle/>
          <a:p>
            <a:pPr marL="0" indent="0" algn="l" rtl="0">
              <a:lnSpc>
                <a:spcPct val="150000"/>
              </a:lnSpc>
              <a:buNone/>
            </a:pPr>
            <a:r>
              <a:rPr lang="en-US" sz="2200" dirty="0">
                <a:latin typeface="Times New Roman" panose="02020603050405020304" pitchFamily="18" charset="0"/>
                <a:cs typeface="Times New Roman" panose="02020603050405020304" pitchFamily="18" charset="0"/>
              </a:rPr>
              <a:t>To address the enterprise storage needs, these arrays provide the following capabilities:</a:t>
            </a:r>
          </a:p>
          <a:p>
            <a:pPr algn="l" rtl="0">
              <a:lnSpc>
                <a:spcPct val="150000"/>
              </a:lnSpc>
            </a:pPr>
            <a:r>
              <a:rPr lang="en-US" b="1" dirty="0">
                <a:effectLst>
                  <a:outerShdw blurRad="38100" dist="38100" dir="2700000" algn="tl">
                    <a:srgbClr val="000000">
                      <a:alpha val="43137"/>
                    </a:srgbClr>
                  </a:outerShdw>
                </a:effectLst>
              </a:rPr>
              <a:t>Large storage capacity </a:t>
            </a:r>
          </a:p>
          <a:p>
            <a:pPr algn="l" rtl="0">
              <a:lnSpc>
                <a:spcPct val="150000"/>
              </a:lnSpc>
            </a:pPr>
            <a:r>
              <a:rPr lang="en-US" b="1" dirty="0">
                <a:effectLst>
                  <a:outerShdw blurRad="38100" dist="38100" dir="2700000" algn="tl">
                    <a:srgbClr val="000000">
                      <a:alpha val="43137"/>
                    </a:srgbClr>
                  </a:outerShdw>
                </a:effectLst>
              </a:rPr>
              <a:t>Large amounts of cache to service host I/O s optimally</a:t>
            </a:r>
          </a:p>
          <a:p>
            <a:pPr algn="l" rtl="0">
              <a:lnSpc>
                <a:spcPct val="150000"/>
              </a:lnSpc>
            </a:pPr>
            <a:r>
              <a:rPr lang="en-US" b="1" dirty="0">
                <a:effectLst>
                  <a:outerShdw blurRad="38100" dist="38100" dir="2700000" algn="tl">
                    <a:srgbClr val="000000">
                      <a:alpha val="43137"/>
                    </a:srgbClr>
                  </a:outerShdw>
                </a:effectLst>
              </a:rPr>
              <a:t>Fault tolerance architecture to improve data availability</a:t>
            </a:r>
          </a:p>
          <a:p>
            <a:pPr algn="l" rtl="0">
              <a:lnSpc>
                <a:spcPct val="150000"/>
              </a:lnSpc>
            </a:pPr>
            <a:r>
              <a:rPr lang="en-US" b="1" dirty="0">
                <a:effectLst>
                  <a:outerShdw blurRad="38100" dist="38100" dir="2700000" algn="tl">
                    <a:srgbClr val="000000">
                      <a:alpha val="43137"/>
                    </a:srgbClr>
                  </a:outerShdw>
                </a:effectLst>
              </a:rPr>
              <a:t>Connectivity to mainframe computers and open systems hosts</a:t>
            </a:r>
          </a:p>
        </p:txBody>
      </p:sp>
      <p:sp>
        <p:nvSpPr>
          <p:cNvPr id="4" name="Slide Number Placeholder 3"/>
          <p:cNvSpPr>
            <a:spLocks noGrp="1"/>
          </p:cNvSpPr>
          <p:nvPr>
            <p:ph type="sldNum" sz="quarter" idx="12"/>
          </p:nvPr>
        </p:nvSpPr>
        <p:spPr/>
        <p:txBody>
          <a:bodyPr/>
          <a:lstStyle/>
          <a:p>
            <a:fld id="{E5137D0E-4A4F-4307-8994-C1891D747D59}" type="slidenum">
              <a:rPr lang="en-US" smtClean="0"/>
              <a:t>35</a:t>
            </a:fld>
            <a:endParaRPr lang="en-US"/>
          </a:p>
        </p:txBody>
      </p:sp>
    </p:spTree>
    <p:extLst>
      <p:ext uri="{BB962C8B-B14F-4D97-AF65-F5344CB8AC3E}">
        <p14:creationId xmlns:p14="http://schemas.microsoft.com/office/powerpoint/2010/main" val="3161416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5300" y="1038098"/>
            <a:ext cx="8153400" cy="5410200"/>
          </a:xfrm>
        </p:spPr>
        <p:txBody>
          <a:bodyPr/>
          <a:lstStyle/>
          <a:p>
            <a:pPr algn="just" rtl="0">
              <a:lnSpc>
                <a:spcPct val="150000"/>
              </a:lnSpc>
            </a:pPr>
            <a:r>
              <a:rPr lang="en-US" dirty="0">
                <a:latin typeface="Book Antiqua" panose="02040602050305030304" pitchFamily="18" charset="0"/>
              </a:rPr>
              <a:t>Availability of multiple front-end ports and interface protocols to serve a large number of hosts</a:t>
            </a:r>
          </a:p>
          <a:p>
            <a:pPr algn="just" rtl="0">
              <a:lnSpc>
                <a:spcPct val="150000"/>
              </a:lnSpc>
            </a:pPr>
            <a:r>
              <a:rPr lang="en-US" dirty="0">
                <a:latin typeface="Book Antiqua" panose="02040602050305030304" pitchFamily="18" charset="0"/>
              </a:rPr>
              <a:t>Availability of multiple back-end Fibre Channel or SCSI RAID controllers to manage disk processing</a:t>
            </a:r>
          </a:p>
          <a:p>
            <a:pPr algn="just" rtl="0">
              <a:lnSpc>
                <a:spcPct val="150000"/>
              </a:lnSpc>
            </a:pPr>
            <a:r>
              <a:rPr lang="en-US" dirty="0">
                <a:latin typeface="Book Antiqua" panose="02040602050305030304" pitchFamily="18" charset="0"/>
              </a:rPr>
              <a:t>Scalability to support increased connectivity, performance, and storage capacity requirements</a:t>
            </a:r>
          </a:p>
          <a:p>
            <a:pPr algn="just" rtl="0">
              <a:lnSpc>
                <a:spcPct val="150000"/>
              </a:lnSpc>
            </a:pPr>
            <a:r>
              <a:rPr lang="en-US" dirty="0">
                <a:latin typeface="Book Antiqua" panose="02040602050305030304" pitchFamily="18" charset="0"/>
              </a:rPr>
              <a:t>Ability to handle large amounts of concurrent I/O s from a number of servers and applications</a:t>
            </a:r>
          </a:p>
          <a:p>
            <a:pPr algn="just" rtl="0">
              <a:lnSpc>
                <a:spcPct val="150000"/>
              </a:lnSpc>
            </a:pPr>
            <a:r>
              <a:rPr lang="en-US" dirty="0">
                <a:latin typeface="Book Antiqua" panose="02040602050305030304" pitchFamily="18" charset="0"/>
              </a:rPr>
              <a:t>Support for array-based local and remote replication</a:t>
            </a:r>
          </a:p>
          <a:p>
            <a:pPr algn="just"/>
            <a:endParaRPr lang="en-US" dirty="0">
              <a:latin typeface="Book Antiqua" panose="02040602050305030304" pitchFamily="18" charset="0"/>
            </a:endParaRPr>
          </a:p>
        </p:txBody>
      </p:sp>
      <p:sp>
        <p:nvSpPr>
          <p:cNvPr id="4" name="Slide Number Placeholder 3"/>
          <p:cNvSpPr>
            <a:spLocks noGrp="1"/>
          </p:cNvSpPr>
          <p:nvPr>
            <p:ph type="sldNum" sz="quarter" idx="12"/>
          </p:nvPr>
        </p:nvSpPr>
        <p:spPr/>
        <p:txBody>
          <a:bodyPr/>
          <a:lstStyle/>
          <a:p>
            <a:fld id="{E5137D0E-4A4F-4307-8994-C1891D747D59}" type="slidenum">
              <a:rPr lang="en-US" smtClean="0"/>
              <a:t>36</a:t>
            </a:fld>
            <a:endParaRPr lang="en-US"/>
          </a:p>
        </p:txBody>
      </p:sp>
    </p:spTree>
    <p:extLst>
      <p:ext uri="{BB962C8B-B14F-4D97-AF65-F5344CB8AC3E}">
        <p14:creationId xmlns:p14="http://schemas.microsoft.com/office/powerpoint/2010/main" val="251545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533400"/>
            <a:ext cx="7202776" cy="533400"/>
          </a:xfrm>
        </p:spPr>
        <p:txBody>
          <a:bodyPr>
            <a:normAutofit/>
          </a:bodyPr>
          <a:lstStyle/>
          <a:p>
            <a:r>
              <a:rPr lang="en-US" b="1" dirty="0">
                <a:effectLst>
                  <a:outerShdw blurRad="38100" dist="38100" dir="2700000" algn="tl">
                    <a:srgbClr val="000000">
                      <a:alpha val="43137"/>
                    </a:srgbClr>
                  </a:outerShdw>
                </a:effectLst>
              </a:rPr>
              <a:t>Midrange Storage System</a:t>
            </a:r>
          </a:p>
        </p:txBody>
      </p:sp>
      <p:sp>
        <p:nvSpPr>
          <p:cNvPr id="3" name="Content Placeholder 2"/>
          <p:cNvSpPr>
            <a:spLocks noGrp="1"/>
          </p:cNvSpPr>
          <p:nvPr>
            <p:ph idx="1"/>
          </p:nvPr>
        </p:nvSpPr>
        <p:spPr>
          <a:xfrm>
            <a:off x="743888" y="1066800"/>
            <a:ext cx="7696200" cy="5257800"/>
          </a:xfrm>
        </p:spPr>
        <p:txBody>
          <a:bodyPr>
            <a:normAutofit fontScale="92500" lnSpcReduction="10000"/>
          </a:bodyPr>
          <a:lstStyle/>
          <a:p>
            <a:pPr marL="0" indent="0" algn="just" rtl="0">
              <a:lnSpc>
                <a:spcPct val="150000"/>
              </a:lnSpc>
              <a:buNone/>
            </a:pPr>
            <a:r>
              <a:rPr lang="en-US" sz="2200" dirty="0">
                <a:latin typeface="Times New Roman" panose="02020603050405020304" pitchFamily="18" charset="0"/>
                <a:cs typeface="Times New Roman" panose="02020603050405020304" pitchFamily="18" charset="0"/>
              </a:rPr>
              <a:t>Midrange storage systems are also referred to as active-passive arrays and they are best suited for small- and medium-sized enterprises. </a:t>
            </a:r>
          </a:p>
          <a:p>
            <a:pPr marL="0" indent="0" algn="just" rtl="0">
              <a:lnSpc>
                <a:spcPct val="150000"/>
              </a:lnSpc>
              <a:buNone/>
            </a:pPr>
            <a:r>
              <a:rPr lang="en-US" sz="2200" dirty="0">
                <a:latin typeface="Times New Roman" panose="02020603050405020304" pitchFamily="18" charset="0"/>
                <a:cs typeface="Times New Roman" panose="02020603050405020304" pitchFamily="18" charset="0"/>
              </a:rPr>
              <a:t>In an active-passive array, a host can perform I/</a:t>
            </a:r>
            <a:r>
              <a:rPr lang="en-US" sz="2200" dirty="0" err="1">
                <a:latin typeface="Times New Roman" panose="02020603050405020304" pitchFamily="18" charset="0"/>
                <a:cs typeface="Times New Roman" panose="02020603050405020304" pitchFamily="18" charset="0"/>
              </a:rPr>
              <a:t>Os</a:t>
            </a:r>
            <a:r>
              <a:rPr lang="en-US" sz="2200" dirty="0">
                <a:latin typeface="Times New Roman" panose="02020603050405020304" pitchFamily="18" charset="0"/>
                <a:cs typeface="Times New Roman" panose="02020603050405020304" pitchFamily="18" charset="0"/>
              </a:rPr>
              <a:t> to a LUN only through the paths to the owning controller of that LUN. These paths are called active paths. </a:t>
            </a:r>
          </a:p>
          <a:p>
            <a:pPr marL="0" indent="0" algn="just" rtl="0">
              <a:lnSpc>
                <a:spcPct val="150000"/>
              </a:lnSpc>
              <a:buNone/>
            </a:pPr>
            <a:r>
              <a:rPr lang="en-US" sz="2200" dirty="0">
                <a:latin typeface="Times New Roman" panose="02020603050405020304" pitchFamily="18" charset="0"/>
                <a:cs typeface="Times New Roman" panose="02020603050405020304" pitchFamily="18" charset="0"/>
              </a:rPr>
              <a:t>The other paths are passive with respect to this LUN. As shown in Figure 4-8, the host can perform reads or writes to the LUN only through the path to controller A, as controller A is the owner of that LUN. </a:t>
            </a:r>
          </a:p>
          <a:p>
            <a:pPr marL="0" indent="0" algn="just" rtl="0">
              <a:lnSpc>
                <a:spcPct val="150000"/>
              </a:lnSpc>
              <a:buNone/>
            </a:pPr>
            <a:r>
              <a:rPr lang="en-US" sz="2200" dirty="0">
                <a:latin typeface="Times New Roman" panose="02020603050405020304" pitchFamily="18" charset="0"/>
                <a:cs typeface="Times New Roman" panose="02020603050405020304" pitchFamily="18" charset="0"/>
              </a:rPr>
              <a:t>The path to controller B remains passive and no I/O activity is performed through this path</a:t>
            </a:r>
            <a:r>
              <a:rPr lang="en-US" dirty="0"/>
              <a:t>.</a:t>
            </a:r>
          </a:p>
        </p:txBody>
      </p:sp>
    </p:spTree>
    <p:extLst>
      <p:ext uri="{BB962C8B-B14F-4D97-AF65-F5344CB8AC3E}">
        <p14:creationId xmlns:p14="http://schemas.microsoft.com/office/powerpoint/2010/main" val="4017502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219200"/>
            <a:ext cx="7696200" cy="5351955"/>
          </a:xfrm>
        </p:spPr>
      </p:pic>
    </p:spTree>
    <p:extLst>
      <p:ext uri="{BB962C8B-B14F-4D97-AF65-F5344CB8AC3E}">
        <p14:creationId xmlns:p14="http://schemas.microsoft.com/office/powerpoint/2010/main" val="3871120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533400"/>
            <a:ext cx="7202776" cy="533400"/>
          </a:xfrm>
        </p:spPr>
        <p:txBody>
          <a:bodyPr>
            <a:normAutofit/>
          </a:bodyPr>
          <a:lstStyle/>
          <a:p>
            <a:r>
              <a:rPr lang="en-US" b="1" dirty="0">
                <a:effectLst>
                  <a:outerShdw blurRad="38100" dist="38100" dir="2700000" algn="tl">
                    <a:srgbClr val="000000">
                      <a:alpha val="43137"/>
                    </a:srgbClr>
                  </a:outerShdw>
                </a:effectLst>
              </a:rPr>
              <a:t>Symmetrix Storage Array</a:t>
            </a:r>
          </a:p>
        </p:txBody>
      </p:sp>
      <p:sp>
        <p:nvSpPr>
          <p:cNvPr id="3" name="Content Placeholder 2"/>
          <p:cNvSpPr>
            <a:spLocks noGrp="1"/>
          </p:cNvSpPr>
          <p:nvPr>
            <p:ph idx="1"/>
          </p:nvPr>
        </p:nvSpPr>
        <p:spPr>
          <a:xfrm>
            <a:off x="990600" y="1219200"/>
            <a:ext cx="7696200" cy="5410200"/>
          </a:xfrm>
        </p:spPr>
        <p:txBody>
          <a:bodyPr>
            <a:normAutofit/>
          </a:bodyPr>
          <a:lstStyle/>
          <a:p>
            <a:pPr marL="0" indent="0" algn="l" rtl="0">
              <a:lnSpc>
                <a:spcPct val="150000"/>
              </a:lnSpc>
              <a:buNone/>
            </a:pPr>
            <a:r>
              <a:rPr lang="en-US" dirty="0">
                <a:latin typeface="Times New Roman" panose="02020603050405020304" pitchFamily="18" charset="0"/>
                <a:cs typeface="Times New Roman" panose="02020603050405020304" pitchFamily="18" charset="0"/>
              </a:rPr>
              <a:t>The EMC Symmetrix establishes the highest standards for performance and capacity for an enterprise information storage solution and is recognized as the industry’s most trusted storage platform. Figure 4-11 shows the EMC Symmetrix DMX-4 storage array. EMC Symmetrix uses the Direct Matrix Architecture and incorporates a fault tolerant design. Other features of the Symmetrix are as follows:</a:t>
            </a:r>
          </a:p>
          <a:p>
            <a:pPr algn="l" rtl="0"/>
            <a:r>
              <a:rPr lang="en-US" sz="2200" b="1" dirty="0">
                <a:effectLst>
                  <a:outerShdw blurRad="38100" dist="38100" dir="2700000" algn="tl">
                    <a:srgbClr val="000000">
                      <a:alpha val="43137"/>
                    </a:srgbClr>
                  </a:outerShdw>
                </a:effectLst>
              </a:rPr>
              <a:t>Incrementally scalable up to 2,400 disks</a:t>
            </a:r>
          </a:p>
          <a:p>
            <a:pPr algn="l" rtl="0"/>
            <a:r>
              <a:rPr lang="en-US" sz="2200" b="1" dirty="0">
                <a:effectLst>
                  <a:outerShdw blurRad="38100" dist="38100" dir="2700000" algn="tl">
                    <a:srgbClr val="000000">
                      <a:alpha val="43137"/>
                    </a:srgbClr>
                  </a:outerShdw>
                </a:effectLst>
              </a:rPr>
              <a:t>Supports Flash-based solid-state drives</a:t>
            </a:r>
          </a:p>
          <a:p>
            <a:pPr algn="l" rtl="0"/>
            <a:r>
              <a:rPr lang="en-US" sz="2200" b="1" dirty="0">
                <a:effectLst>
                  <a:outerShdw blurRad="38100" dist="38100" dir="2700000" algn="tl">
                    <a:srgbClr val="000000">
                      <a:alpha val="43137"/>
                    </a:srgbClr>
                  </a:outerShdw>
                </a:effectLst>
              </a:rPr>
              <a:t>Dynamic global cache memory (16 GB–512 GB)</a:t>
            </a:r>
          </a:p>
          <a:p>
            <a:pPr algn="l" rtl="0"/>
            <a:r>
              <a:rPr lang="en-US" sz="2200" b="1" dirty="0">
                <a:effectLst>
                  <a:outerShdw blurRad="38100" dist="38100" dir="2700000" algn="tl">
                    <a:srgbClr val="000000">
                      <a:alpha val="43137"/>
                    </a:srgbClr>
                  </a:outerShdw>
                </a:effectLst>
              </a:rPr>
              <a:t>Advanced processing power (up to 130 PowerPC)</a:t>
            </a:r>
          </a:p>
        </p:txBody>
      </p:sp>
    </p:spTree>
    <p:extLst>
      <p:ext uri="{BB962C8B-B14F-4D97-AF65-F5344CB8AC3E}">
        <p14:creationId xmlns:p14="http://schemas.microsoft.com/office/powerpoint/2010/main" val="1386497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066800"/>
            <a:ext cx="7696200" cy="5410200"/>
          </a:xfrm>
        </p:spPr>
        <p:txBody>
          <a:bodyPr>
            <a:normAutofit/>
          </a:bodyPr>
          <a:lstStyle/>
          <a:p>
            <a:pPr algn="l" rtl="0"/>
            <a:r>
              <a:rPr lang="en-US" sz="2400" b="1" dirty="0">
                <a:effectLst>
                  <a:outerShdw blurRad="38100" dist="38100" dir="2700000" algn="tl">
                    <a:srgbClr val="000000">
                      <a:alpha val="43137"/>
                    </a:srgbClr>
                  </a:outerShdw>
                </a:effectLst>
              </a:rPr>
              <a:t>Large number of concurrent data paths available (32-128 data paths) for I/O processing</a:t>
            </a:r>
          </a:p>
          <a:p>
            <a:pPr marL="0" indent="0" algn="l" rtl="0">
              <a:buNone/>
            </a:pPr>
            <a:endParaRPr lang="en-US" sz="2400" b="1" dirty="0">
              <a:effectLst>
                <a:outerShdw blurRad="38100" dist="38100" dir="2700000" algn="tl">
                  <a:srgbClr val="000000">
                    <a:alpha val="43137"/>
                  </a:srgbClr>
                </a:outerShdw>
              </a:effectLst>
            </a:endParaRPr>
          </a:p>
          <a:p>
            <a:pPr algn="l" rtl="0"/>
            <a:r>
              <a:rPr lang="en-US" sz="2400" b="1" dirty="0">
                <a:effectLst>
                  <a:outerShdw blurRad="38100" dist="38100" dir="2700000" algn="tl">
                    <a:srgbClr val="000000">
                      <a:alpha val="43137"/>
                    </a:srgbClr>
                  </a:outerShdw>
                </a:effectLst>
              </a:rPr>
              <a:t>High data processing bandwidth (up to 128 GB/s)</a:t>
            </a:r>
          </a:p>
          <a:p>
            <a:pPr marL="0" indent="0" algn="l" rtl="0">
              <a:buNone/>
            </a:pPr>
            <a:endParaRPr lang="en-US" sz="2400" b="1" dirty="0">
              <a:effectLst>
                <a:outerShdw blurRad="38100" dist="38100" dir="2700000" algn="tl">
                  <a:srgbClr val="000000">
                    <a:alpha val="43137"/>
                  </a:srgbClr>
                </a:outerShdw>
              </a:effectLst>
            </a:endParaRPr>
          </a:p>
          <a:p>
            <a:pPr algn="l" rtl="0"/>
            <a:r>
              <a:rPr lang="en-US" sz="2400" b="1" dirty="0">
                <a:effectLst>
                  <a:outerShdw blurRad="38100" dist="38100" dir="2700000" algn="tl">
                    <a:srgbClr val="000000">
                      <a:alpha val="43137"/>
                    </a:srgbClr>
                  </a:outerShdw>
                </a:effectLst>
              </a:rPr>
              <a:t>Data protection with RAID 1, 1+0 (also known as 10 for mainframe), 5, and 6</a:t>
            </a:r>
          </a:p>
          <a:p>
            <a:pPr marL="0" indent="0" algn="l" rtl="0">
              <a:buNone/>
            </a:pPr>
            <a:endParaRPr lang="en-US" sz="2400" b="1" dirty="0">
              <a:effectLst>
                <a:outerShdw blurRad="38100" dist="38100" dir="2700000" algn="tl">
                  <a:srgbClr val="000000">
                    <a:alpha val="43137"/>
                  </a:srgbClr>
                </a:outerShdw>
              </a:effectLst>
            </a:endParaRPr>
          </a:p>
          <a:p>
            <a:pPr algn="l" rtl="0"/>
            <a:r>
              <a:rPr lang="en-US" sz="2400" b="1" dirty="0">
                <a:effectLst>
                  <a:outerShdw blurRad="38100" dist="38100" dir="2700000" algn="tl">
                    <a:srgbClr val="000000">
                      <a:alpha val="43137"/>
                    </a:srgbClr>
                  </a:outerShdw>
                </a:effectLst>
              </a:rPr>
              <a:t>Storage-based local and remote replication for business continuity through Time Finder and SRDF software</a:t>
            </a:r>
          </a:p>
        </p:txBody>
      </p:sp>
    </p:spTree>
    <p:extLst>
      <p:ext uri="{BB962C8B-B14F-4D97-AF65-F5344CB8AC3E}">
        <p14:creationId xmlns:p14="http://schemas.microsoft.com/office/powerpoint/2010/main" val="3544088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457200"/>
            <a:ext cx="7773292" cy="609600"/>
          </a:xfrm>
        </p:spPr>
        <p:txBody>
          <a:bodyPr>
            <a:normAutofit/>
          </a:bodyPr>
          <a:lstStyle/>
          <a:p>
            <a:r>
              <a:rPr lang="en-US" b="1" dirty="0">
                <a:effectLst>
                  <a:outerShdw blurRad="38100" dist="38100" dir="2700000" algn="tl">
                    <a:srgbClr val="000000">
                      <a:alpha val="43137"/>
                    </a:srgbClr>
                  </a:outerShdw>
                </a:effectLst>
              </a:rPr>
              <a:t>Symmetrix Component Overview</a:t>
            </a:r>
          </a:p>
        </p:txBody>
      </p:sp>
      <p:sp>
        <p:nvSpPr>
          <p:cNvPr id="3" name="Content Placeholder 2"/>
          <p:cNvSpPr>
            <a:spLocks noGrp="1"/>
          </p:cNvSpPr>
          <p:nvPr>
            <p:ph idx="1"/>
          </p:nvPr>
        </p:nvSpPr>
        <p:spPr>
          <a:xfrm>
            <a:off x="990600" y="1143000"/>
            <a:ext cx="7696200" cy="5486400"/>
          </a:xfrm>
        </p:spPr>
        <p:txBody>
          <a:bodyPr>
            <a:normAutofit/>
          </a:bodyPr>
          <a:lstStyle/>
          <a:p>
            <a:pPr marL="0" indent="0" algn="l" rtl="0">
              <a:buNone/>
            </a:pPr>
            <a:r>
              <a:rPr lang="en-US" dirty="0">
                <a:latin typeface="Times New Roman" panose="02020603050405020304" pitchFamily="18" charset="0"/>
                <a:cs typeface="Times New Roman" panose="02020603050405020304" pitchFamily="18" charset="0"/>
              </a:rPr>
              <a:t>Figure 4-12 shows the basic block diagram of Symmetrix components.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1524000"/>
            <a:ext cx="7893689" cy="5067300"/>
          </a:xfrm>
          <a:prstGeom prst="rect">
            <a:avLst/>
          </a:prstGeom>
        </p:spPr>
      </p:pic>
    </p:spTree>
    <p:extLst>
      <p:ext uri="{BB962C8B-B14F-4D97-AF65-F5344CB8AC3E}">
        <p14:creationId xmlns:p14="http://schemas.microsoft.com/office/powerpoint/2010/main" val="2069006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295400"/>
            <a:ext cx="7620892" cy="4953000"/>
          </a:xfrm>
        </p:spPr>
        <p:txBody>
          <a:bodyPr>
            <a:normAutofit/>
          </a:bodyPr>
          <a:lstStyle/>
          <a:p>
            <a:pPr marL="0" indent="0" algn="just" rtl="0">
              <a:lnSpc>
                <a:spcPct val="150000"/>
              </a:lnSpc>
              <a:buNone/>
            </a:pPr>
            <a:r>
              <a:rPr lang="en-US" sz="2200" dirty="0">
                <a:latin typeface="Times New Roman" panose="02020603050405020304" pitchFamily="18" charset="0"/>
                <a:cs typeface="Times New Roman" panose="02020603050405020304" pitchFamily="18" charset="0"/>
              </a:rPr>
              <a:t>The Symmetrix system bay consists of front-end controllers (called Channel Directors) for host connectivity, large amounts of global cache (called Global Memory Director [GMD]), and back-end controllers (called Disk Directors) for disk connectivity. </a:t>
            </a:r>
          </a:p>
          <a:p>
            <a:pPr marL="0" indent="0" algn="just" rtl="0">
              <a:lnSpc>
                <a:spcPct val="150000"/>
              </a:lnSpc>
              <a:buNone/>
            </a:pPr>
            <a:r>
              <a:rPr lang="en-US" sz="2200" dirty="0">
                <a:latin typeface="Times New Roman" panose="02020603050405020304" pitchFamily="18" charset="0"/>
                <a:cs typeface="Times New Roman" panose="02020603050405020304" pitchFamily="18" charset="0"/>
              </a:rPr>
              <a:t>The storage bay is a disk enclosure that can house 240 drives in a cabinet. </a:t>
            </a:r>
          </a:p>
          <a:p>
            <a:pPr marL="0" indent="0" algn="just" rtl="0">
              <a:lnSpc>
                <a:spcPct val="150000"/>
              </a:lnSpc>
              <a:buNone/>
            </a:pPr>
            <a:r>
              <a:rPr lang="en-US" sz="2200" dirty="0">
                <a:latin typeface="Times New Roman" panose="02020603050405020304" pitchFamily="18" charset="0"/>
                <a:cs typeface="Times New Roman" panose="02020603050405020304" pitchFamily="18" charset="0"/>
              </a:rPr>
              <a:t>Figure 4-13 shows the components of the Symmetrix system bay and storage bay</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86497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533400"/>
            <a:ext cx="7202776" cy="533400"/>
          </a:xfrm>
        </p:spPr>
        <p:txBody>
          <a:bodyPr>
            <a:normAutofit/>
          </a:bodyPr>
          <a:lstStyle/>
          <a:p>
            <a:r>
              <a:rPr lang="en-US" b="1" dirty="0">
                <a:effectLst>
                  <a:outerShdw blurRad="38100" dist="38100" dir="2700000" algn="tl">
                    <a:srgbClr val="000000">
                      <a:alpha val="43137"/>
                    </a:srgbClr>
                  </a:outerShdw>
                </a:effectLst>
              </a:rPr>
              <a:t>Direct Matrix Architecture</a:t>
            </a:r>
          </a:p>
        </p:txBody>
      </p:sp>
      <p:sp>
        <p:nvSpPr>
          <p:cNvPr id="3" name="Content Placeholder 2"/>
          <p:cNvSpPr>
            <a:spLocks noGrp="1"/>
          </p:cNvSpPr>
          <p:nvPr>
            <p:ph idx="1"/>
          </p:nvPr>
        </p:nvSpPr>
        <p:spPr>
          <a:xfrm>
            <a:off x="990600" y="1066800"/>
            <a:ext cx="7696200" cy="5562600"/>
          </a:xfrm>
        </p:spPr>
        <p:txBody>
          <a:bodyPr>
            <a:normAutofit lnSpcReduction="10000"/>
          </a:bodyPr>
          <a:lstStyle/>
          <a:p>
            <a:pPr marL="0" indent="0" algn="l" rtl="0">
              <a:lnSpc>
                <a:spcPct val="150000"/>
              </a:lnSpc>
              <a:buNone/>
            </a:pPr>
            <a:r>
              <a:rPr lang="en-US" sz="2200" dirty="0">
                <a:latin typeface="Times New Roman" panose="02020603050405020304" pitchFamily="18" charset="0"/>
                <a:cs typeface="Times New Roman" panose="02020603050405020304" pitchFamily="18" charset="0"/>
              </a:rPr>
              <a:t>Symmetrix uses the Direct Matrix Architecture consisting of dedicated paths for data transfer between the front end, global memory, and the back end. Key components of Symmetrix DMX are as follows:</a:t>
            </a:r>
          </a:p>
          <a:p>
            <a:pPr algn="l" rtl="0">
              <a:lnSpc>
                <a:spcPct val="150000"/>
              </a:lnSpc>
            </a:pPr>
            <a:r>
              <a:rPr lang="en-US" sz="2200" b="1" dirty="0">
                <a:solidFill>
                  <a:srgbClr val="C00000"/>
                </a:solidFill>
                <a:effectLst>
                  <a:outerShdw blurRad="38100" dist="38100" dir="2700000" algn="tl">
                    <a:srgbClr val="000000">
                      <a:alpha val="43137"/>
                    </a:srgbClr>
                  </a:outerShdw>
                </a:effectLst>
              </a:rPr>
              <a:t>Front end</a:t>
            </a:r>
          </a:p>
          <a:p>
            <a:pPr algn="l" rtl="0">
              <a:lnSpc>
                <a:spcPct val="150000"/>
              </a:lnSpc>
            </a:pPr>
            <a:r>
              <a:rPr lang="en-US" sz="2200" b="1" dirty="0">
                <a:solidFill>
                  <a:srgbClr val="C00000"/>
                </a:solidFill>
                <a:effectLst>
                  <a:outerShdw blurRad="38100" dist="38100" dir="2700000" algn="tl">
                    <a:srgbClr val="000000">
                      <a:alpha val="43137"/>
                    </a:srgbClr>
                  </a:outerShdw>
                </a:effectLst>
              </a:rPr>
              <a:t>Back end</a:t>
            </a:r>
          </a:p>
          <a:p>
            <a:pPr algn="l" rtl="0">
              <a:lnSpc>
                <a:spcPct val="150000"/>
              </a:lnSpc>
            </a:pPr>
            <a:r>
              <a:rPr lang="en-US" sz="2200" b="1" dirty="0">
                <a:solidFill>
                  <a:srgbClr val="C00000"/>
                </a:solidFill>
                <a:effectLst>
                  <a:outerShdw blurRad="38100" dist="38100" dir="2700000" algn="tl">
                    <a:srgbClr val="000000">
                      <a:alpha val="43137"/>
                    </a:srgbClr>
                  </a:outerShdw>
                </a:effectLst>
              </a:rPr>
              <a:t>Global Memory</a:t>
            </a:r>
          </a:p>
          <a:p>
            <a:pPr algn="l" rtl="0">
              <a:lnSpc>
                <a:spcPct val="150000"/>
              </a:lnSpc>
            </a:pPr>
            <a:r>
              <a:rPr lang="en-US" sz="2200" b="1" dirty="0">
                <a:solidFill>
                  <a:srgbClr val="C00000"/>
                </a:solidFill>
                <a:effectLst>
                  <a:outerShdw blurRad="38100" dist="38100" dir="2700000" algn="tl">
                    <a:srgbClr val="000000">
                      <a:alpha val="43137"/>
                    </a:srgbClr>
                  </a:outerShdw>
                </a:effectLst>
              </a:rPr>
              <a:t>XCM</a:t>
            </a:r>
          </a:p>
          <a:p>
            <a:pPr algn="l" rtl="0">
              <a:lnSpc>
                <a:spcPct val="150000"/>
              </a:lnSpc>
            </a:pPr>
            <a:r>
              <a:rPr lang="en-US" sz="2200" b="1" dirty="0">
                <a:solidFill>
                  <a:srgbClr val="C00000"/>
                </a:solidFill>
                <a:effectLst>
                  <a:outerShdw blurRad="38100" dist="38100" dir="2700000" algn="tl">
                    <a:srgbClr val="000000">
                      <a:alpha val="43137"/>
                    </a:srgbClr>
                  </a:outerShdw>
                </a:effectLst>
              </a:rPr>
              <a:t>Symmetrix Enginuity</a:t>
            </a:r>
          </a:p>
        </p:txBody>
      </p:sp>
    </p:spTree>
    <p:extLst>
      <p:ext uri="{BB962C8B-B14F-4D97-AF65-F5344CB8AC3E}">
        <p14:creationId xmlns:p14="http://schemas.microsoft.com/office/powerpoint/2010/main" val="4284453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0612" y="304800"/>
            <a:ext cx="7202776" cy="533400"/>
          </a:xfrm>
        </p:spPr>
        <p:txBody>
          <a:bodyPr>
            <a:normAutofit/>
          </a:bodyPr>
          <a:lstStyle/>
          <a:p>
            <a:r>
              <a:rPr lang="en-US" b="1" dirty="0">
                <a:effectLst>
                  <a:outerShdw blurRad="38100" dist="38100" dir="2700000" algn="tl">
                    <a:srgbClr val="000000">
                      <a:alpha val="43137"/>
                    </a:srgbClr>
                  </a:outerShdw>
                </a:effectLst>
              </a:rPr>
              <a:t>Summary</a:t>
            </a:r>
          </a:p>
        </p:txBody>
      </p:sp>
      <p:sp>
        <p:nvSpPr>
          <p:cNvPr id="3" name="Content Placeholder 2"/>
          <p:cNvSpPr>
            <a:spLocks noGrp="1"/>
          </p:cNvSpPr>
          <p:nvPr>
            <p:ph idx="1"/>
          </p:nvPr>
        </p:nvSpPr>
        <p:spPr>
          <a:xfrm>
            <a:off x="990600" y="1066800"/>
            <a:ext cx="7696200" cy="5410200"/>
          </a:xfrm>
        </p:spPr>
        <p:txBody>
          <a:bodyPr>
            <a:normAutofit/>
          </a:bodyPr>
          <a:lstStyle/>
          <a:p>
            <a:pPr marL="0" indent="0" algn="l" rtl="0">
              <a:lnSpc>
                <a:spcPct val="150000"/>
              </a:lnSpc>
              <a:buNone/>
            </a:pPr>
            <a:r>
              <a:rPr lang="en-US" sz="2200" dirty="0">
                <a:latin typeface="Times New Roman" panose="02020603050405020304" pitchFamily="18" charset="0"/>
                <a:cs typeface="Times New Roman" panose="02020603050405020304" pitchFamily="18" charset="0"/>
              </a:rPr>
              <a:t>This chapter detailed the features and components of the intelligent storage system — front end, cache, back end, and physical disks. The active-active and active passive implementations of intelligent storage systems were also described. An intelligent storage system provides the following benefits to an organization:</a:t>
            </a:r>
          </a:p>
          <a:p>
            <a:pPr algn="l" rtl="0">
              <a:lnSpc>
                <a:spcPct val="150000"/>
              </a:lnSpc>
            </a:pPr>
            <a:r>
              <a:rPr lang="en-US" sz="2200" b="1" dirty="0">
                <a:solidFill>
                  <a:srgbClr val="C00000"/>
                </a:solidFill>
                <a:effectLst>
                  <a:outerShdw blurRad="38100" dist="38100" dir="2700000" algn="tl">
                    <a:srgbClr val="000000">
                      <a:alpha val="43137"/>
                    </a:srgbClr>
                  </a:outerShdw>
                </a:effectLst>
              </a:rPr>
              <a:t>Increased capacity</a:t>
            </a:r>
          </a:p>
          <a:p>
            <a:pPr algn="l" rtl="0">
              <a:lnSpc>
                <a:spcPct val="150000"/>
              </a:lnSpc>
            </a:pPr>
            <a:r>
              <a:rPr lang="en-US" sz="2200" b="1" dirty="0">
                <a:solidFill>
                  <a:srgbClr val="C00000"/>
                </a:solidFill>
                <a:effectLst>
                  <a:outerShdw blurRad="38100" dist="38100" dir="2700000" algn="tl">
                    <a:srgbClr val="000000">
                      <a:alpha val="43137"/>
                    </a:srgbClr>
                  </a:outerShdw>
                </a:effectLst>
              </a:rPr>
              <a:t>Improved performance</a:t>
            </a:r>
          </a:p>
          <a:p>
            <a:pPr algn="l" rtl="0">
              <a:lnSpc>
                <a:spcPct val="150000"/>
              </a:lnSpc>
            </a:pPr>
            <a:r>
              <a:rPr lang="en-US" sz="2200" b="1" dirty="0">
                <a:solidFill>
                  <a:srgbClr val="C00000"/>
                </a:solidFill>
                <a:effectLst>
                  <a:outerShdw blurRad="38100" dist="38100" dir="2700000" algn="tl">
                    <a:srgbClr val="000000">
                      <a:alpha val="43137"/>
                    </a:srgbClr>
                  </a:outerShdw>
                </a:effectLst>
              </a:rPr>
              <a:t>Easier storage management</a:t>
            </a:r>
          </a:p>
        </p:txBody>
      </p:sp>
    </p:spTree>
    <p:extLst>
      <p:ext uri="{BB962C8B-B14F-4D97-AF65-F5344CB8AC3E}">
        <p14:creationId xmlns:p14="http://schemas.microsoft.com/office/powerpoint/2010/main" val="2068458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066800"/>
            <a:ext cx="8153400" cy="5791200"/>
          </a:xfrm>
        </p:spPr>
        <p:txBody>
          <a:bodyPr>
            <a:normAutofit fontScale="77500" lnSpcReduction="20000"/>
          </a:bodyPr>
          <a:lstStyle/>
          <a:p>
            <a:pPr algn="l" rtl="0">
              <a:lnSpc>
                <a:spcPct val="120000"/>
              </a:lnSpc>
            </a:pPr>
            <a:r>
              <a:rPr lang="en-US" sz="2200" b="1" dirty="0">
                <a:solidFill>
                  <a:srgbClr val="C00000"/>
                </a:solidFill>
                <a:effectLst>
                  <a:outerShdw blurRad="38100" dist="38100" dir="2700000" algn="tl">
                    <a:srgbClr val="000000">
                      <a:alpha val="43137"/>
                    </a:srgbClr>
                  </a:outerShdw>
                </a:effectLst>
              </a:rPr>
              <a:t>Improved data availability</a:t>
            </a:r>
          </a:p>
          <a:p>
            <a:pPr algn="l" rtl="0">
              <a:lnSpc>
                <a:spcPct val="120000"/>
              </a:lnSpc>
            </a:pPr>
            <a:r>
              <a:rPr lang="en-US" sz="2200" b="1" dirty="0">
                <a:solidFill>
                  <a:srgbClr val="C00000"/>
                </a:solidFill>
                <a:effectLst>
                  <a:outerShdw blurRad="38100" dist="38100" dir="2700000" algn="tl">
                    <a:srgbClr val="000000">
                      <a:alpha val="43137"/>
                    </a:srgbClr>
                  </a:outerShdw>
                </a:effectLst>
              </a:rPr>
              <a:t>Improved scalability and flexibility</a:t>
            </a:r>
          </a:p>
          <a:p>
            <a:pPr algn="l" rtl="0">
              <a:lnSpc>
                <a:spcPct val="120000"/>
              </a:lnSpc>
            </a:pPr>
            <a:r>
              <a:rPr lang="en-US" sz="2200" b="1" dirty="0">
                <a:solidFill>
                  <a:srgbClr val="C00000"/>
                </a:solidFill>
                <a:effectLst>
                  <a:outerShdw blurRad="38100" dist="38100" dir="2700000" algn="tl">
                    <a:srgbClr val="000000">
                      <a:alpha val="43137"/>
                    </a:srgbClr>
                  </a:outerShdw>
                </a:effectLst>
              </a:rPr>
              <a:t>Improved business continuity</a:t>
            </a:r>
          </a:p>
          <a:p>
            <a:pPr algn="l" rtl="0">
              <a:lnSpc>
                <a:spcPct val="120000"/>
              </a:lnSpc>
            </a:pPr>
            <a:r>
              <a:rPr lang="en-US" sz="2200" b="1" dirty="0">
                <a:solidFill>
                  <a:srgbClr val="C00000"/>
                </a:solidFill>
                <a:effectLst>
                  <a:outerShdw blurRad="38100" dist="38100" dir="2700000" algn="tl">
                    <a:srgbClr val="000000">
                      <a:alpha val="43137"/>
                    </a:srgbClr>
                  </a:outerShdw>
                </a:effectLst>
              </a:rPr>
              <a:t>Improved security and access control</a:t>
            </a:r>
          </a:p>
          <a:p>
            <a:pPr marL="0" indent="0" algn="just" rtl="0">
              <a:lnSpc>
                <a:spcPct val="150000"/>
              </a:lnSpc>
              <a:buNone/>
            </a:pPr>
            <a:r>
              <a:rPr lang="en-US" sz="2200" dirty="0">
                <a:latin typeface="Times New Roman" panose="02020603050405020304" pitchFamily="18" charset="0"/>
                <a:cs typeface="Times New Roman" panose="02020603050405020304" pitchFamily="18" charset="0"/>
              </a:rPr>
              <a:t>An intelligent storage system is now an integral part of every mission-critical data center. </a:t>
            </a:r>
          </a:p>
          <a:p>
            <a:pPr marL="0" indent="0" algn="just" rtl="0">
              <a:lnSpc>
                <a:spcPct val="150000"/>
              </a:lnSpc>
              <a:buNone/>
            </a:pPr>
            <a:r>
              <a:rPr lang="en-US" sz="2200" dirty="0">
                <a:latin typeface="Times New Roman" panose="02020603050405020304" pitchFamily="18" charset="0"/>
                <a:cs typeface="Times New Roman" panose="02020603050405020304" pitchFamily="18" charset="0"/>
              </a:rPr>
              <a:t>Although a high-end intelligent storage system addresses information storage requirements, it poses a challenge for administrators to share information easily and securely across the enterprise. </a:t>
            </a:r>
          </a:p>
          <a:p>
            <a:pPr marL="0" indent="0" algn="just" rtl="0">
              <a:lnSpc>
                <a:spcPct val="150000"/>
              </a:lnSpc>
              <a:buNone/>
            </a:pPr>
            <a:r>
              <a:rPr lang="en-US" sz="2200" dirty="0">
                <a:latin typeface="Times New Roman" panose="02020603050405020304" pitchFamily="18" charset="0"/>
                <a:cs typeface="Times New Roman" panose="02020603050405020304" pitchFamily="18" charset="0"/>
              </a:rPr>
              <a:t>Storage networking is a flexible information-centric strategy that extends the reach of intelligent storage systems throughout an enterprise.</a:t>
            </a:r>
          </a:p>
          <a:p>
            <a:pPr marL="0" indent="0" algn="just" rtl="0">
              <a:lnSpc>
                <a:spcPct val="150000"/>
              </a:lnSpc>
              <a:buNone/>
            </a:pPr>
            <a:r>
              <a:rPr lang="en-US" sz="2200" dirty="0">
                <a:latin typeface="Times New Roman" panose="02020603050405020304" pitchFamily="18" charset="0"/>
                <a:cs typeface="Times New Roman" panose="02020603050405020304" pitchFamily="18" charset="0"/>
              </a:rPr>
              <a:t>It provides a common way to manage, share, and protect information. Storage networking is detailed in the next section.</a:t>
            </a:r>
          </a:p>
        </p:txBody>
      </p:sp>
    </p:spTree>
    <p:extLst>
      <p:ext uri="{BB962C8B-B14F-4D97-AF65-F5344CB8AC3E}">
        <p14:creationId xmlns:p14="http://schemas.microsoft.com/office/powerpoint/2010/main" val="2761256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B3396232-CE95-C4C5-8B40-0825DE6B7CF2}"/>
              </a:ext>
            </a:extLst>
          </p:cNvPr>
          <p:cNvSpPr>
            <a:spLocks noGrp="1" noChangeArrowheads="1"/>
          </p:cNvSpPr>
          <p:nvPr>
            <p:ph idx="1"/>
          </p:nvPr>
        </p:nvSpPr>
        <p:spPr>
          <a:xfrm>
            <a:off x="990600" y="1447799"/>
            <a:ext cx="7696200" cy="3200401"/>
          </a:xfrm>
        </p:spPr>
        <p:txBody>
          <a:bodyPr/>
          <a:lstStyle/>
          <a:p>
            <a:pPr marL="0" indent="0" algn="ctr" eaLnBrk="1" hangingPunct="1">
              <a:buNone/>
            </a:pPr>
            <a:endParaRPr lang="en-US" altLang="en-US" sz="3100" dirty="0"/>
          </a:p>
          <a:p>
            <a:pPr marL="0" indent="0" algn="ctr" eaLnBrk="1" hangingPunct="1">
              <a:buNone/>
            </a:pPr>
            <a:r>
              <a:rPr lang="en-US" altLang="en-US" sz="3100" dirty="0"/>
              <a:t>Data Protection: RAID</a:t>
            </a:r>
          </a:p>
          <a:p>
            <a:pPr marL="0" indent="0" algn="ctr" eaLnBrk="1" hangingPunct="1">
              <a:buNone/>
            </a:pPr>
            <a:r>
              <a:rPr lang="en-US" altLang="en-US" sz="2800" dirty="0"/>
              <a:t>A </a:t>
            </a:r>
            <a:r>
              <a:rPr lang="en-US" altLang="en-US" sz="2800" dirty="0">
                <a:solidFill>
                  <a:schemeClr val="accent2"/>
                </a:solidFill>
              </a:rPr>
              <a:t>RAID</a:t>
            </a:r>
            <a:r>
              <a:rPr lang="en-US" altLang="en-US" sz="2800" dirty="0"/>
              <a:t> is a </a:t>
            </a:r>
            <a:r>
              <a:rPr lang="en-US" altLang="en-US" sz="2800" dirty="0">
                <a:solidFill>
                  <a:schemeClr val="accent2"/>
                </a:solidFill>
              </a:rPr>
              <a:t>Redundant Array of </a:t>
            </a:r>
            <a:r>
              <a:rPr lang="en-US" altLang="en-US" sz="2800" dirty="0">
                <a:solidFill>
                  <a:srgbClr val="C00000"/>
                </a:solidFill>
              </a:rPr>
              <a:t>Inexpensive/ Independent</a:t>
            </a:r>
            <a:r>
              <a:rPr lang="en-US" altLang="en-US" sz="2800" dirty="0">
                <a:solidFill>
                  <a:schemeClr val="accent2"/>
                </a:solidFill>
              </a:rPr>
              <a:t> Disks</a:t>
            </a:r>
          </a:p>
        </p:txBody>
      </p:sp>
    </p:spTree>
    <p:extLst>
      <p:ext uri="{BB962C8B-B14F-4D97-AF65-F5344CB8AC3E}">
        <p14:creationId xmlns:p14="http://schemas.microsoft.com/office/powerpoint/2010/main" val="1150703639"/>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9793E-7BCF-03FA-DC61-1EC33BF0D140}"/>
              </a:ext>
            </a:extLst>
          </p:cNvPr>
          <p:cNvSpPr>
            <a:spLocks noGrp="1"/>
          </p:cNvSpPr>
          <p:nvPr>
            <p:ph type="title"/>
          </p:nvPr>
        </p:nvSpPr>
        <p:spPr/>
        <p:txBody>
          <a:bodyPr/>
          <a:lstStyle/>
          <a:p>
            <a:r>
              <a:rPr lang="en-US" altLang="en-US" sz="2800" dirty="0">
                <a:solidFill>
                  <a:srgbClr val="C00000"/>
                </a:solidFill>
              </a:rPr>
              <a:t>Data Protection: RAID</a:t>
            </a:r>
            <a:br>
              <a:rPr lang="en-US" altLang="en-US" sz="2800" dirty="0">
                <a:solidFill>
                  <a:srgbClr val="C00000"/>
                </a:solidFill>
              </a:rPr>
            </a:br>
            <a:endParaRPr lang="en-IN" dirty="0">
              <a:solidFill>
                <a:srgbClr val="C00000"/>
              </a:solidFill>
            </a:endParaRPr>
          </a:p>
        </p:txBody>
      </p:sp>
      <p:sp>
        <p:nvSpPr>
          <p:cNvPr id="3" name="Content Placeholder 2">
            <a:extLst>
              <a:ext uri="{FF2B5EF4-FFF2-40B4-BE49-F238E27FC236}">
                <a16:creationId xmlns:a16="http://schemas.microsoft.com/office/drawing/2014/main" id="{AF26EE6A-5B53-B492-B539-06B82AF0BD91}"/>
              </a:ext>
            </a:extLst>
          </p:cNvPr>
          <p:cNvSpPr>
            <a:spLocks noGrp="1"/>
          </p:cNvSpPr>
          <p:nvPr>
            <p:ph idx="1"/>
          </p:nvPr>
        </p:nvSpPr>
        <p:spPr>
          <a:xfrm>
            <a:off x="228600" y="1300163"/>
            <a:ext cx="8705850" cy="5329237"/>
          </a:xfrm>
        </p:spPr>
        <p:txBody>
          <a:bodyPr/>
          <a:lstStyle/>
          <a:p>
            <a:pPr marL="341313" indent="-341313" algn="just"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100" dirty="0"/>
              <a:t>“Cheap” SCSI hard drives are now big enough for most applications</a:t>
            </a:r>
          </a:p>
          <a:p>
            <a:pPr marL="341313" indent="-341313" algn="just"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100" dirty="0"/>
              <a:t>We use RAID today for </a:t>
            </a:r>
          </a:p>
          <a:p>
            <a:pPr marL="741363" lvl="1" indent="-284163" algn="just"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dirty="0"/>
              <a:t>Increasing disk throughput by allowing parallel access</a:t>
            </a:r>
          </a:p>
          <a:p>
            <a:pPr marL="741363" lvl="1" indent="-284163" algn="just"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dirty="0"/>
              <a:t>Eliminating the need to make disk backups</a:t>
            </a:r>
          </a:p>
          <a:p>
            <a:pPr lvl="2" algn="just"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100" dirty="0"/>
              <a:t>Disks are too big to be backed up in an efficient fashion</a:t>
            </a:r>
          </a:p>
          <a:p>
            <a:pPr algn="just"/>
            <a:endParaRPr lang="en-IN" sz="2100" dirty="0"/>
          </a:p>
        </p:txBody>
      </p:sp>
    </p:spTree>
    <p:extLst>
      <p:ext uri="{BB962C8B-B14F-4D97-AF65-F5344CB8AC3E}">
        <p14:creationId xmlns:p14="http://schemas.microsoft.com/office/powerpoint/2010/main" val="2785405348"/>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FA0DF-E34D-69AA-5F70-3FAB4D23D116}"/>
              </a:ext>
            </a:extLst>
          </p:cNvPr>
          <p:cNvSpPr>
            <a:spLocks noGrp="1"/>
          </p:cNvSpPr>
          <p:nvPr>
            <p:ph type="title"/>
          </p:nvPr>
        </p:nvSpPr>
        <p:spPr/>
        <p:txBody>
          <a:bodyPr/>
          <a:lstStyle/>
          <a:p>
            <a:r>
              <a:rPr lang="en-US" altLang="zh-CN" dirty="0">
                <a:solidFill>
                  <a:srgbClr val="C00000"/>
                </a:solidFill>
              </a:rPr>
              <a:t>Disk Arrays</a:t>
            </a:r>
            <a:endParaRPr lang="en-IN" dirty="0">
              <a:solidFill>
                <a:srgbClr val="C00000"/>
              </a:solidFill>
            </a:endParaRPr>
          </a:p>
        </p:txBody>
      </p:sp>
      <p:sp>
        <p:nvSpPr>
          <p:cNvPr id="3" name="Content Placeholder 2">
            <a:extLst>
              <a:ext uri="{FF2B5EF4-FFF2-40B4-BE49-F238E27FC236}">
                <a16:creationId xmlns:a16="http://schemas.microsoft.com/office/drawing/2014/main" id="{B24E1715-99FD-2A88-C7E7-0B82173A7CCE}"/>
              </a:ext>
            </a:extLst>
          </p:cNvPr>
          <p:cNvSpPr>
            <a:spLocks noGrp="1"/>
          </p:cNvSpPr>
          <p:nvPr>
            <p:ph idx="1"/>
          </p:nvPr>
        </p:nvSpPr>
        <p:spPr>
          <a:xfrm>
            <a:off x="228600" y="1233489"/>
            <a:ext cx="8705850" cy="4557712"/>
          </a:xfrm>
        </p:spPr>
        <p:txBody>
          <a:bodyPr/>
          <a:lstStyle/>
          <a:p>
            <a:pPr algn="just"/>
            <a:r>
              <a:rPr lang="en-US" altLang="zh-CN" dirty="0"/>
              <a:t>Disk arrays with </a:t>
            </a:r>
            <a:r>
              <a:rPr lang="en-US" altLang="zh-CN" b="1" dirty="0"/>
              <a:t>redundant disks</a:t>
            </a:r>
            <a:r>
              <a:rPr lang="en-US" altLang="zh-CN" dirty="0"/>
              <a:t> to tolerate faults</a:t>
            </a:r>
          </a:p>
          <a:p>
            <a:pPr algn="just"/>
            <a:r>
              <a:rPr lang="en-US" altLang="zh-CN" dirty="0"/>
              <a:t>If a single disk fails, the lost information is reconstructed from redundant information</a:t>
            </a:r>
          </a:p>
          <a:p>
            <a:pPr algn="just"/>
            <a:r>
              <a:rPr lang="en-US" altLang="zh-CN" b="1" dirty="0"/>
              <a:t>Striping</a:t>
            </a:r>
            <a:r>
              <a:rPr lang="en-US" altLang="zh-CN" dirty="0"/>
              <a:t>: simply spreading data over multiple disks</a:t>
            </a:r>
          </a:p>
          <a:p>
            <a:pPr algn="just"/>
            <a:r>
              <a:rPr lang="en-US" altLang="zh-CN" b="1" dirty="0"/>
              <a:t>RAID: </a:t>
            </a:r>
            <a:r>
              <a:rPr lang="en-US" altLang="zh-CN" dirty="0"/>
              <a:t>redundant array of inexpensive/independent disks</a:t>
            </a:r>
            <a:endParaRPr lang="en-US" altLang="zh-CN" b="1" dirty="0"/>
          </a:p>
          <a:p>
            <a:pPr algn="just"/>
            <a:endParaRPr lang="en-IN" dirty="0"/>
          </a:p>
        </p:txBody>
      </p:sp>
    </p:spTree>
    <p:extLst>
      <p:ext uri="{BB962C8B-B14F-4D97-AF65-F5344CB8AC3E}">
        <p14:creationId xmlns:p14="http://schemas.microsoft.com/office/powerpoint/2010/main" val="99650936"/>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00DC6CF8-0701-C3D9-66D3-FCE000B05CC9}"/>
              </a:ext>
            </a:extLst>
          </p:cNvPr>
          <p:cNvSpPr>
            <a:spLocks noGrp="1" noChangeArrowheads="1"/>
          </p:cNvSpPr>
          <p:nvPr>
            <p:ph type="title"/>
          </p:nvPr>
        </p:nvSpPr>
        <p:spPr/>
        <p:txBody>
          <a:bodyPr/>
          <a:lstStyle/>
          <a:p>
            <a:pPr eaLnBrk="1" hangingPunct="1"/>
            <a:r>
              <a:rPr lang="en-US" altLang="en-US" dirty="0">
                <a:solidFill>
                  <a:srgbClr val="C00000"/>
                </a:solidFill>
              </a:rPr>
              <a:t>Why RAID?</a:t>
            </a:r>
          </a:p>
        </p:txBody>
      </p:sp>
      <p:sp>
        <p:nvSpPr>
          <p:cNvPr id="4099" name="Rectangle 3">
            <a:extLst>
              <a:ext uri="{FF2B5EF4-FFF2-40B4-BE49-F238E27FC236}">
                <a16:creationId xmlns:a16="http://schemas.microsoft.com/office/drawing/2014/main" id="{C73942CD-F606-3B55-C70C-C217AF3D67F6}"/>
              </a:ext>
            </a:extLst>
          </p:cNvPr>
          <p:cNvSpPr>
            <a:spLocks noGrp="1" noChangeArrowheads="1"/>
          </p:cNvSpPr>
          <p:nvPr>
            <p:ph type="body" idx="1"/>
          </p:nvPr>
        </p:nvSpPr>
        <p:spPr/>
        <p:txBody>
          <a:bodyPr/>
          <a:lstStyle/>
          <a:p>
            <a:r>
              <a:rPr lang="en-US" altLang="en-US" sz="1800" dirty="0"/>
              <a:t>Performance limitation of disk drive</a:t>
            </a:r>
          </a:p>
          <a:p>
            <a:r>
              <a:rPr lang="en-US" altLang="en-US" sz="1800" dirty="0"/>
              <a:t>An individual drive has a certain life expectancy </a:t>
            </a:r>
          </a:p>
          <a:p>
            <a:pPr lvl="1"/>
            <a:r>
              <a:rPr lang="en-US" altLang="en-US" sz="1800" dirty="0"/>
              <a:t>Measured in MTBF (Mean Time Between Failure)</a:t>
            </a:r>
          </a:p>
          <a:p>
            <a:pPr lvl="1"/>
            <a:r>
              <a:rPr lang="en-US" altLang="en-US" sz="1800" dirty="0"/>
              <a:t>The more the number of HDDs in a storage array, the larger the probability for disk failure. For example:</a:t>
            </a:r>
          </a:p>
          <a:p>
            <a:pPr lvl="2"/>
            <a:r>
              <a:rPr lang="en-US" altLang="en-US" sz="1800" dirty="0"/>
              <a:t>If the MTBF of a drive is 750,000 hours, and there are 100 drives in the array, then the MTBF of the array becomes 750,000 / 100, or 7,500 hours </a:t>
            </a:r>
          </a:p>
          <a:p>
            <a:r>
              <a:rPr lang="en-US" altLang="en-US" sz="1800" dirty="0"/>
              <a:t>RAID was introduced to mitigate this problem</a:t>
            </a:r>
          </a:p>
          <a:p>
            <a:r>
              <a:rPr lang="en-US" altLang="en-US" sz="1800" dirty="0"/>
              <a:t>RAID provides: </a:t>
            </a:r>
          </a:p>
          <a:p>
            <a:pPr lvl="1"/>
            <a:r>
              <a:rPr lang="en-US" altLang="en-US" sz="1800" dirty="0"/>
              <a:t>Increase capacity</a:t>
            </a:r>
          </a:p>
          <a:p>
            <a:pPr lvl="1"/>
            <a:r>
              <a:rPr lang="en-US" altLang="en-US" sz="1800" dirty="0"/>
              <a:t>Higher availability </a:t>
            </a:r>
          </a:p>
          <a:p>
            <a:pPr lvl="1"/>
            <a:r>
              <a:rPr lang="en-US" altLang="en-US" sz="1800" dirty="0"/>
              <a:t>Increased performance</a:t>
            </a: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AutoShape 2">
            <a:extLst>
              <a:ext uri="{FF2B5EF4-FFF2-40B4-BE49-F238E27FC236}">
                <a16:creationId xmlns:a16="http://schemas.microsoft.com/office/drawing/2014/main" id="{0056CFB0-D7E2-16E3-D7DD-03BCF0F3469A}"/>
              </a:ext>
            </a:extLst>
          </p:cNvPr>
          <p:cNvSpPr>
            <a:spLocks noChangeArrowheads="1"/>
          </p:cNvSpPr>
          <p:nvPr/>
        </p:nvSpPr>
        <p:spPr bwMode="auto">
          <a:xfrm>
            <a:off x="2873375" y="2092325"/>
            <a:ext cx="4287838" cy="2933700"/>
          </a:xfrm>
          <a:prstGeom prst="roundRect">
            <a:avLst>
              <a:gd name="adj" fmla="val 3338"/>
            </a:avLst>
          </a:prstGeom>
          <a:gradFill rotWithShape="1">
            <a:gsLst>
              <a:gs pos="0">
                <a:srgbClr val="EAF3F2"/>
              </a:gs>
              <a:gs pos="100000">
                <a:srgbClr val="D1E5E4"/>
              </a:gs>
            </a:gsLst>
            <a:lin ang="2700000" scaled="1"/>
          </a:gradFill>
          <a:ln w="12700" algn="ctr">
            <a:solidFill>
              <a:srgbClr val="88B8B6"/>
            </a:solidFill>
            <a:round/>
            <a:headEnd/>
            <a:tailEnd type="none" w="lg" len="med"/>
          </a:ln>
          <a:effectLst>
            <a:outerShdw dist="35921" dir="2700000" algn="ctr" rotWithShape="0">
              <a:srgbClr val="000000"/>
            </a:outerShdw>
          </a:effectLst>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6147" name="AutoShape 3">
            <a:extLst>
              <a:ext uri="{FF2B5EF4-FFF2-40B4-BE49-F238E27FC236}">
                <a16:creationId xmlns:a16="http://schemas.microsoft.com/office/drawing/2014/main" id="{457E7088-9DA0-7AD7-415D-0DF0547E8B6A}"/>
              </a:ext>
            </a:extLst>
          </p:cNvPr>
          <p:cNvSpPr>
            <a:spLocks noChangeArrowheads="1"/>
          </p:cNvSpPr>
          <p:nvPr/>
        </p:nvSpPr>
        <p:spPr bwMode="auto">
          <a:xfrm>
            <a:off x="4854575" y="2514600"/>
            <a:ext cx="1876425" cy="2346325"/>
          </a:xfrm>
          <a:prstGeom prst="roundRect">
            <a:avLst>
              <a:gd name="adj" fmla="val 11657"/>
            </a:avLst>
          </a:prstGeom>
          <a:gradFill rotWithShape="1">
            <a:gsLst>
              <a:gs pos="0">
                <a:srgbClr val="E2EAEA"/>
              </a:gs>
              <a:gs pos="100000">
                <a:srgbClr val="F8FAFA"/>
              </a:gs>
            </a:gsLst>
            <a:lin ang="2700000" scaled="1"/>
          </a:gradFill>
          <a:ln w="6350" algn="ctr">
            <a:solidFill>
              <a:srgbClr val="6F9995"/>
            </a:solidFill>
            <a:round/>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6148" name="AutoShape 4">
            <a:extLst>
              <a:ext uri="{FF2B5EF4-FFF2-40B4-BE49-F238E27FC236}">
                <a16:creationId xmlns:a16="http://schemas.microsoft.com/office/drawing/2014/main" id="{199E40E5-3DB5-E127-B35A-35ECBFD79B14}"/>
              </a:ext>
            </a:extLst>
          </p:cNvPr>
          <p:cNvSpPr>
            <a:spLocks noChangeArrowheads="1"/>
          </p:cNvSpPr>
          <p:nvPr/>
        </p:nvSpPr>
        <p:spPr bwMode="auto">
          <a:xfrm>
            <a:off x="4987925" y="3619500"/>
            <a:ext cx="1590675" cy="1146175"/>
          </a:xfrm>
          <a:prstGeom prst="roundRect">
            <a:avLst>
              <a:gd name="adj" fmla="val 11657"/>
            </a:avLst>
          </a:prstGeom>
          <a:noFill/>
          <a:ln w="6350" algn="ctr">
            <a:solidFill>
              <a:srgbClr val="6F9995"/>
            </a:solidFill>
            <a:prstDash val="dash"/>
            <a:round/>
            <a:headEnd/>
            <a:tailEnd type="none" w="lg" len="med"/>
          </a:ln>
          <a:extLst>
            <a:ext uri="{909E8E84-426E-40DD-AFC4-6F175D3DCCD1}">
              <a14:hiddenFill xmlns:a14="http://schemas.microsoft.com/office/drawing/2010/main">
                <a:solidFill>
                  <a:srgbClr val="FFFFFF"/>
                </a:solidFill>
              </a14:hiddenFill>
            </a:ext>
          </a:extLst>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6149" name="AutoShape 5">
            <a:extLst>
              <a:ext uri="{FF2B5EF4-FFF2-40B4-BE49-F238E27FC236}">
                <a16:creationId xmlns:a16="http://schemas.microsoft.com/office/drawing/2014/main" id="{18B53A86-F647-7022-F71F-2D25D4238805}"/>
              </a:ext>
            </a:extLst>
          </p:cNvPr>
          <p:cNvSpPr>
            <a:spLocks noChangeArrowheads="1"/>
          </p:cNvSpPr>
          <p:nvPr/>
        </p:nvSpPr>
        <p:spPr bwMode="auto">
          <a:xfrm>
            <a:off x="4968875" y="2609850"/>
            <a:ext cx="1590675" cy="917575"/>
          </a:xfrm>
          <a:prstGeom prst="roundRect">
            <a:avLst>
              <a:gd name="adj" fmla="val 11657"/>
            </a:avLst>
          </a:prstGeom>
          <a:noFill/>
          <a:ln w="6350" algn="ctr">
            <a:solidFill>
              <a:srgbClr val="6F9995"/>
            </a:solidFill>
            <a:prstDash val="dash"/>
            <a:round/>
            <a:headEnd/>
            <a:tailEnd type="none" w="lg" len="med"/>
          </a:ln>
          <a:extLst>
            <a:ext uri="{909E8E84-426E-40DD-AFC4-6F175D3DCCD1}">
              <a14:hiddenFill xmlns:a14="http://schemas.microsoft.com/office/drawing/2010/main">
                <a:solidFill>
                  <a:srgbClr val="FFFFFF"/>
                </a:solidFill>
              </a14:hiddenFill>
            </a:ext>
          </a:extLst>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6150" name="Rectangle 6">
            <a:extLst>
              <a:ext uri="{FF2B5EF4-FFF2-40B4-BE49-F238E27FC236}">
                <a16:creationId xmlns:a16="http://schemas.microsoft.com/office/drawing/2014/main" id="{C9228ECB-F4D6-5342-247F-996465AE9F9A}"/>
              </a:ext>
            </a:extLst>
          </p:cNvPr>
          <p:cNvSpPr>
            <a:spLocks noGrp="1" noChangeArrowheads="1"/>
          </p:cNvSpPr>
          <p:nvPr>
            <p:ph type="title"/>
          </p:nvPr>
        </p:nvSpPr>
        <p:spPr/>
        <p:txBody>
          <a:bodyPr/>
          <a:lstStyle/>
          <a:p>
            <a:pPr eaLnBrk="1" hangingPunct="1"/>
            <a:r>
              <a:rPr lang="en-US" altLang="en-US"/>
              <a:t>RAID Array Components</a:t>
            </a:r>
          </a:p>
        </p:txBody>
      </p:sp>
      <p:sp>
        <p:nvSpPr>
          <p:cNvPr id="6151" name="Rectangle 7">
            <a:extLst>
              <a:ext uri="{FF2B5EF4-FFF2-40B4-BE49-F238E27FC236}">
                <a16:creationId xmlns:a16="http://schemas.microsoft.com/office/drawing/2014/main" id="{5C528B78-3E13-1E61-CDC1-3224349244C7}"/>
              </a:ext>
            </a:extLst>
          </p:cNvPr>
          <p:cNvSpPr>
            <a:spLocks noGrp="1" noChangeArrowheads="1"/>
          </p:cNvSpPr>
          <p:nvPr>
            <p:ph type="body" idx="1"/>
          </p:nvPr>
        </p:nvSpPr>
        <p:spPr>
          <a:xfrm>
            <a:off x="228600" y="1404938"/>
            <a:ext cx="7915275" cy="5329237"/>
          </a:xfrm>
        </p:spPr>
        <p:txBody>
          <a:bodyPr/>
          <a:lstStyle/>
          <a:p>
            <a:pPr marL="341313" indent="-341313" defTabSz="914400">
              <a:buFontTx/>
              <a:buNone/>
              <a:tabLst/>
            </a:pPr>
            <a:endParaRPr lang="en-US" altLang="en-US" sz="1400"/>
          </a:p>
          <a:p>
            <a:pPr marL="341313" indent="-341313" defTabSz="914400">
              <a:tabLst/>
            </a:pPr>
            <a:endParaRPr lang="en-US" altLang="en-US" sz="1800"/>
          </a:p>
        </p:txBody>
      </p:sp>
      <p:sp>
        <p:nvSpPr>
          <p:cNvPr id="6152" name="Line 8">
            <a:extLst>
              <a:ext uri="{FF2B5EF4-FFF2-40B4-BE49-F238E27FC236}">
                <a16:creationId xmlns:a16="http://schemas.microsoft.com/office/drawing/2014/main" id="{9792EB2A-64DD-F025-F521-9D6265291634}"/>
              </a:ext>
            </a:extLst>
          </p:cNvPr>
          <p:cNvSpPr>
            <a:spLocks noChangeShapeType="1"/>
          </p:cNvSpPr>
          <p:nvPr/>
        </p:nvSpPr>
        <p:spPr bwMode="auto">
          <a:xfrm>
            <a:off x="1036638" y="3702050"/>
            <a:ext cx="22955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6153" name="Rectangle 10">
            <a:extLst>
              <a:ext uri="{FF2B5EF4-FFF2-40B4-BE49-F238E27FC236}">
                <a16:creationId xmlns:a16="http://schemas.microsoft.com/office/drawing/2014/main" id="{F0FA8771-FCB1-8097-62BA-49ED45067B7A}"/>
              </a:ext>
            </a:extLst>
          </p:cNvPr>
          <p:cNvSpPr>
            <a:spLocks noChangeArrowheads="1"/>
          </p:cNvSpPr>
          <p:nvPr/>
        </p:nvSpPr>
        <p:spPr bwMode="auto">
          <a:xfrm>
            <a:off x="3192463" y="3330575"/>
            <a:ext cx="1358900" cy="720725"/>
          </a:xfrm>
          <a:prstGeom prst="rect">
            <a:avLst/>
          </a:prstGeom>
          <a:gradFill rotWithShape="1">
            <a:gsLst>
              <a:gs pos="0">
                <a:srgbClr val="86BAB5"/>
              </a:gs>
              <a:gs pos="100000">
                <a:srgbClr val="5B7E7B"/>
              </a:gs>
            </a:gsLst>
            <a:lin ang="2700000" scaled="1"/>
          </a:gradFill>
          <a:ln w="12700" algn="ctr">
            <a:solidFill>
              <a:srgbClr val="88B8B6"/>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6154" name="Text Box 11">
            <a:extLst>
              <a:ext uri="{FF2B5EF4-FFF2-40B4-BE49-F238E27FC236}">
                <a16:creationId xmlns:a16="http://schemas.microsoft.com/office/drawing/2014/main" id="{3E9EB88A-359A-7224-53F4-0B1F7C9BDF5B}"/>
              </a:ext>
            </a:extLst>
          </p:cNvPr>
          <p:cNvSpPr txBox="1">
            <a:spLocks noChangeArrowheads="1"/>
          </p:cNvSpPr>
          <p:nvPr/>
        </p:nvSpPr>
        <p:spPr bwMode="auto">
          <a:xfrm>
            <a:off x="3386138" y="3467100"/>
            <a:ext cx="971550" cy="441325"/>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RAID</a:t>
            </a:r>
            <a:b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b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Controller</a:t>
            </a:r>
          </a:p>
        </p:txBody>
      </p:sp>
      <p:sp>
        <p:nvSpPr>
          <p:cNvPr id="6155" name="Line 17">
            <a:extLst>
              <a:ext uri="{FF2B5EF4-FFF2-40B4-BE49-F238E27FC236}">
                <a16:creationId xmlns:a16="http://schemas.microsoft.com/office/drawing/2014/main" id="{B69289AE-FDA6-7D7E-5411-94F5A7642874}"/>
              </a:ext>
            </a:extLst>
          </p:cNvPr>
          <p:cNvSpPr>
            <a:spLocks noChangeShapeType="1"/>
          </p:cNvSpPr>
          <p:nvPr/>
        </p:nvSpPr>
        <p:spPr bwMode="auto">
          <a:xfrm flipH="1">
            <a:off x="6019800" y="4038600"/>
            <a:ext cx="1524000" cy="0"/>
          </a:xfrm>
          <a:prstGeom prst="line">
            <a:avLst/>
          </a:prstGeom>
          <a:noFill/>
          <a:ln w="25400">
            <a:solidFill>
              <a:srgbClr val="000610"/>
            </a:solidFill>
            <a:round/>
            <a:headEnd/>
            <a:tailEnd type="triangle" w="lg" len="med"/>
          </a:ln>
          <a:extLst>
            <a:ext uri="{909E8E84-426E-40DD-AFC4-6F175D3DCCD1}">
              <a14:hiddenFill xmlns:a14="http://schemas.microsoft.com/office/drawing/2010/main">
                <a:noFill/>
              </a14:hiddenFill>
            </a:ext>
          </a:extLst>
        </p:spPr>
        <p:txBody>
          <a:bodyPr lIns="0" tIns="0" rIns="0" bIns="0"/>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6156" name="Text Box 18">
            <a:extLst>
              <a:ext uri="{FF2B5EF4-FFF2-40B4-BE49-F238E27FC236}">
                <a16:creationId xmlns:a16="http://schemas.microsoft.com/office/drawing/2014/main" id="{BFE7DDA5-89ED-497F-AF9B-C2665F46C54E}"/>
              </a:ext>
            </a:extLst>
          </p:cNvPr>
          <p:cNvSpPr txBox="1">
            <a:spLocks noChangeArrowheads="1"/>
          </p:cNvSpPr>
          <p:nvPr/>
        </p:nvSpPr>
        <p:spPr bwMode="auto">
          <a:xfrm>
            <a:off x="7575550" y="3892550"/>
            <a:ext cx="13398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l"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400" b="1" i="0" u="none" strike="noStrike" kern="1200" cap="none" spc="0" normalizeH="0" baseline="0" noProof="0">
                <a:ln>
                  <a:noFill/>
                </a:ln>
                <a:solidFill>
                  <a:srgbClr val="000610"/>
                </a:solidFill>
                <a:effectLst/>
                <a:uLnTx/>
                <a:uFillTx/>
                <a:latin typeface="Verdana" panose="020B0604030504040204" pitchFamily="34" charset="0"/>
                <a:ea typeface="+mn-ea"/>
                <a:cs typeface="Arial" panose="020B0604020202020204" pitchFamily="34" charset="0"/>
              </a:rPr>
              <a:t>Hard Disks</a:t>
            </a:r>
          </a:p>
        </p:txBody>
      </p:sp>
      <p:sp>
        <p:nvSpPr>
          <p:cNvPr id="6157" name="Line 19">
            <a:extLst>
              <a:ext uri="{FF2B5EF4-FFF2-40B4-BE49-F238E27FC236}">
                <a16:creationId xmlns:a16="http://schemas.microsoft.com/office/drawing/2014/main" id="{6F7B9B47-1333-F545-5174-E326E01CC00A}"/>
              </a:ext>
            </a:extLst>
          </p:cNvPr>
          <p:cNvSpPr>
            <a:spLocks noChangeShapeType="1"/>
          </p:cNvSpPr>
          <p:nvPr/>
        </p:nvSpPr>
        <p:spPr bwMode="auto">
          <a:xfrm flipH="1">
            <a:off x="6553200" y="2743200"/>
            <a:ext cx="914400" cy="381000"/>
          </a:xfrm>
          <a:prstGeom prst="line">
            <a:avLst/>
          </a:prstGeom>
          <a:noFill/>
          <a:ln w="25400">
            <a:solidFill>
              <a:srgbClr val="000610"/>
            </a:solidFill>
            <a:round/>
            <a:headEnd/>
            <a:tailEnd type="triangle" w="lg" len="med"/>
          </a:ln>
          <a:extLst>
            <a:ext uri="{909E8E84-426E-40DD-AFC4-6F175D3DCCD1}">
              <a14:hiddenFill xmlns:a14="http://schemas.microsoft.com/office/drawing/2010/main">
                <a:noFill/>
              </a14:hiddenFill>
            </a:ext>
          </a:extLst>
        </p:spPr>
        <p:txBody>
          <a:bodyPr lIns="0" tIns="0" rIns="0" bIns="0"/>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6158" name="Text Box 20">
            <a:extLst>
              <a:ext uri="{FF2B5EF4-FFF2-40B4-BE49-F238E27FC236}">
                <a16:creationId xmlns:a16="http://schemas.microsoft.com/office/drawing/2014/main" id="{F0ACE350-4488-9CB3-C96A-DD93FCA8FA3B}"/>
              </a:ext>
            </a:extLst>
          </p:cNvPr>
          <p:cNvSpPr txBox="1">
            <a:spLocks noChangeArrowheads="1"/>
          </p:cNvSpPr>
          <p:nvPr/>
        </p:nvSpPr>
        <p:spPr bwMode="auto">
          <a:xfrm>
            <a:off x="7556500" y="2498725"/>
            <a:ext cx="133985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l"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400" b="1" i="0" u="none" strike="noStrike" kern="1200" cap="none" spc="0" normalizeH="0" baseline="0" noProof="0">
                <a:ln>
                  <a:noFill/>
                </a:ln>
                <a:solidFill>
                  <a:srgbClr val="000610"/>
                </a:solidFill>
                <a:effectLst/>
                <a:uLnTx/>
                <a:uFillTx/>
                <a:latin typeface="Verdana" panose="020B0604030504040204" pitchFamily="34" charset="0"/>
                <a:ea typeface="+mn-ea"/>
                <a:cs typeface="Arial" panose="020B0604020202020204" pitchFamily="34" charset="0"/>
              </a:rPr>
              <a:t>Logical  Array</a:t>
            </a:r>
          </a:p>
        </p:txBody>
      </p:sp>
      <p:sp>
        <p:nvSpPr>
          <p:cNvPr id="6159" name="Text Box 21">
            <a:extLst>
              <a:ext uri="{FF2B5EF4-FFF2-40B4-BE49-F238E27FC236}">
                <a16:creationId xmlns:a16="http://schemas.microsoft.com/office/drawing/2014/main" id="{8E3B4C26-1642-B794-0E46-0E86A7F7F943}"/>
              </a:ext>
            </a:extLst>
          </p:cNvPr>
          <p:cNvSpPr txBox="1">
            <a:spLocks noChangeArrowheads="1"/>
          </p:cNvSpPr>
          <p:nvPr/>
        </p:nvSpPr>
        <p:spPr bwMode="auto">
          <a:xfrm>
            <a:off x="7575550" y="1524000"/>
            <a:ext cx="133985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l"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400" b="1" i="0" u="none" strike="noStrike" kern="1200" cap="none" spc="0" normalizeH="0" baseline="0" noProof="0">
                <a:ln>
                  <a:noFill/>
                </a:ln>
                <a:solidFill>
                  <a:srgbClr val="000610"/>
                </a:solidFill>
                <a:effectLst/>
                <a:uLnTx/>
                <a:uFillTx/>
                <a:latin typeface="Verdana" panose="020B0604030504040204" pitchFamily="34" charset="0"/>
                <a:ea typeface="+mn-ea"/>
                <a:cs typeface="Arial" panose="020B0604020202020204" pitchFamily="34" charset="0"/>
              </a:rPr>
              <a:t>Physical Array</a:t>
            </a:r>
          </a:p>
        </p:txBody>
      </p:sp>
      <p:sp>
        <p:nvSpPr>
          <p:cNvPr id="6160" name="Line 22">
            <a:extLst>
              <a:ext uri="{FF2B5EF4-FFF2-40B4-BE49-F238E27FC236}">
                <a16:creationId xmlns:a16="http://schemas.microsoft.com/office/drawing/2014/main" id="{B811D6D8-A92A-8966-EA8D-86F5E0F71122}"/>
              </a:ext>
            </a:extLst>
          </p:cNvPr>
          <p:cNvSpPr>
            <a:spLocks noChangeShapeType="1"/>
          </p:cNvSpPr>
          <p:nvPr/>
        </p:nvSpPr>
        <p:spPr bwMode="auto">
          <a:xfrm flipH="1">
            <a:off x="6572250" y="1943100"/>
            <a:ext cx="914400" cy="0"/>
          </a:xfrm>
          <a:prstGeom prst="line">
            <a:avLst/>
          </a:prstGeom>
          <a:noFill/>
          <a:ln w="25400">
            <a:solidFill>
              <a:srgbClr val="000610"/>
            </a:solidFill>
            <a:round/>
            <a:headEnd/>
            <a:tailEnd type="none" w="lg" len="med"/>
          </a:ln>
          <a:extLst>
            <a:ext uri="{909E8E84-426E-40DD-AFC4-6F175D3DCCD1}">
              <a14:hiddenFill xmlns:a14="http://schemas.microsoft.com/office/drawing/2010/main">
                <a:noFill/>
              </a14:hiddenFill>
            </a:ext>
          </a:extLst>
        </p:spPr>
        <p:txBody>
          <a:bodyPr lIns="0" tIns="0" rIns="0" bIns="0"/>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6161" name="Line 23">
            <a:extLst>
              <a:ext uri="{FF2B5EF4-FFF2-40B4-BE49-F238E27FC236}">
                <a16:creationId xmlns:a16="http://schemas.microsoft.com/office/drawing/2014/main" id="{7975F4E0-36B9-3DCE-6BB6-76CAF4661BC3}"/>
              </a:ext>
            </a:extLst>
          </p:cNvPr>
          <p:cNvSpPr>
            <a:spLocks noChangeShapeType="1"/>
          </p:cNvSpPr>
          <p:nvPr/>
        </p:nvSpPr>
        <p:spPr bwMode="auto">
          <a:xfrm flipH="1">
            <a:off x="5848350" y="1943100"/>
            <a:ext cx="723900" cy="533400"/>
          </a:xfrm>
          <a:prstGeom prst="line">
            <a:avLst/>
          </a:prstGeom>
          <a:noFill/>
          <a:ln w="25400">
            <a:solidFill>
              <a:srgbClr val="000610"/>
            </a:solidFill>
            <a:round/>
            <a:headEnd/>
            <a:tailEnd type="triangle" w="lg" len="med"/>
          </a:ln>
          <a:extLst>
            <a:ext uri="{909E8E84-426E-40DD-AFC4-6F175D3DCCD1}">
              <a14:hiddenFill xmlns:a14="http://schemas.microsoft.com/office/drawing/2010/main">
                <a:noFill/>
              </a14:hiddenFill>
            </a:ext>
          </a:extLst>
        </p:spPr>
        <p:txBody>
          <a:bodyPr lIns="0" tIns="0" rIns="0" bIns="0"/>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6162" name="Text Box 25">
            <a:extLst>
              <a:ext uri="{FF2B5EF4-FFF2-40B4-BE49-F238E27FC236}">
                <a16:creationId xmlns:a16="http://schemas.microsoft.com/office/drawing/2014/main" id="{21D0EDC6-ACD2-4D39-61CF-D4F8EC3F5678}"/>
              </a:ext>
            </a:extLst>
          </p:cNvPr>
          <p:cNvSpPr txBox="1">
            <a:spLocks noChangeArrowheads="1"/>
          </p:cNvSpPr>
          <p:nvPr/>
        </p:nvSpPr>
        <p:spPr bwMode="auto">
          <a:xfrm>
            <a:off x="4464050" y="5272088"/>
            <a:ext cx="113347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ctr"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400" b="1" i="0" u="none" strike="noStrike" kern="1200" cap="none" spc="0" normalizeH="0" baseline="0" noProof="0">
                <a:ln>
                  <a:noFill/>
                </a:ln>
                <a:solidFill>
                  <a:srgbClr val="000610"/>
                </a:solidFill>
                <a:effectLst/>
                <a:uLnTx/>
                <a:uFillTx/>
                <a:latin typeface="Verdana" panose="020B0604030504040204" pitchFamily="34" charset="0"/>
                <a:ea typeface="+mn-ea"/>
                <a:cs typeface="Arial" panose="020B0604020202020204" pitchFamily="34" charset="0"/>
              </a:rPr>
              <a:t>RAID Array</a:t>
            </a:r>
          </a:p>
        </p:txBody>
      </p:sp>
      <p:sp>
        <p:nvSpPr>
          <p:cNvPr id="6163" name="Line 27">
            <a:extLst>
              <a:ext uri="{FF2B5EF4-FFF2-40B4-BE49-F238E27FC236}">
                <a16:creationId xmlns:a16="http://schemas.microsoft.com/office/drawing/2014/main" id="{788D3577-2FCC-8983-6E26-EF747856A50D}"/>
              </a:ext>
            </a:extLst>
          </p:cNvPr>
          <p:cNvSpPr>
            <a:spLocks noChangeShapeType="1"/>
          </p:cNvSpPr>
          <p:nvPr/>
        </p:nvSpPr>
        <p:spPr bwMode="auto">
          <a:xfrm flipH="1">
            <a:off x="6553200" y="2819400"/>
            <a:ext cx="914400" cy="914400"/>
          </a:xfrm>
          <a:prstGeom prst="line">
            <a:avLst/>
          </a:prstGeom>
          <a:noFill/>
          <a:ln w="25400">
            <a:solidFill>
              <a:srgbClr val="000610"/>
            </a:solidFill>
            <a:round/>
            <a:headEnd/>
            <a:tailEnd type="triangle" w="lg" len="med"/>
          </a:ln>
          <a:extLst>
            <a:ext uri="{909E8E84-426E-40DD-AFC4-6F175D3DCCD1}">
              <a14:hiddenFill xmlns:a14="http://schemas.microsoft.com/office/drawing/2010/main">
                <a:noFill/>
              </a14:hiddenFill>
            </a:ext>
          </a:extLst>
        </p:spPr>
        <p:txBody>
          <a:bodyPr lIns="0" tIns="0" rIns="0" bIns="0"/>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grpSp>
        <p:nvGrpSpPr>
          <p:cNvPr id="6164" name="Group 51">
            <a:extLst>
              <a:ext uri="{FF2B5EF4-FFF2-40B4-BE49-F238E27FC236}">
                <a16:creationId xmlns:a16="http://schemas.microsoft.com/office/drawing/2014/main" id="{D90F8FC0-0843-372C-A94E-1F1BE8B52331}"/>
              </a:ext>
            </a:extLst>
          </p:cNvPr>
          <p:cNvGrpSpPr>
            <a:grpSpLocks/>
          </p:cNvGrpSpPr>
          <p:nvPr/>
        </p:nvGrpSpPr>
        <p:grpSpPr bwMode="auto">
          <a:xfrm>
            <a:off x="5334000" y="3810000"/>
            <a:ext cx="838200" cy="838200"/>
            <a:chOff x="3264" y="384"/>
            <a:chExt cx="528" cy="528"/>
          </a:xfrm>
        </p:grpSpPr>
        <p:pic>
          <p:nvPicPr>
            <p:cNvPr id="6171" name="Picture 44" descr="disk">
              <a:extLst>
                <a:ext uri="{FF2B5EF4-FFF2-40B4-BE49-F238E27FC236}">
                  <a16:creationId xmlns:a16="http://schemas.microsoft.com/office/drawing/2014/main" id="{BC4A723B-3B04-2E0E-6E58-74EBC095A5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64" y="384"/>
              <a:ext cx="33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72" name="Picture 45" descr="disk">
              <a:extLst>
                <a:ext uri="{FF2B5EF4-FFF2-40B4-BE49-F238E27FC236}">
                  <a16:creationId xmlns:a16="http://schemas.microsoft.com/office/drawing/2014/main" id="{DBCC5142-B220-3872-5C07-9746DB10CF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0" y="480"/>
              <a:ext cx="33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73" name="Picture 46" descr="disk">
              <a:extLst>
                <a:ext uri="{FF2B5EF4-FFF2-40B4-BE49-F238E27FC236}">
                  <a16:creationId xmlns:a16="http://schemas.microsoft.com/office/drawing/2014/main" id="{C85DE85C-4632-05EB-3C48-AACC02E919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6" y="576"/>
              <a:ext cx="33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165" name="Picture 48" descr="disk">
            <a:extLst>
              <a:ext uri="{FF2B5EF4-FFF2-40B4-BE49-F238E27FC236}">
                <a16:creationId xmlns:a16="http://schemas.microsoft.com/office/drawing/2014/main" id="{8612516D-BB6E-4A54-DD56-FC27011C30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2743200"/>
            <a:ext cx="533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66" name="Picture 49" descr="disk">
            <a:extLst>
              <a:ext uri="{FF2B5EF4-FFF2-40B4-BE49-F238E27FC236}">
                <a16:creationId xmlns:a16="http://schemas.microsoft.com/office/drawing/2014/main" id="{9433063D-7D6A-7B16-C1C0-4358F851B6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6400" y="2895600"/>
            <a:ext cx="533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167" name="Group 53">
            <a:extLst>
              <a:ext uri="{FF2B5EF4-FFF2-40B4-BE49-F238E27FC236}">
                <a16:creationId xmlns:a16="http://schemas.microsoft.com/office/drawing/2014/main" id="{E443A2F2-AF77-7C05-2D59-076D6A280EB7}"/>
              </a:ext>
            </a:extLst>
          </p:cNvPr>
          <p:cNvGrpSpPr>
            <a:grpSpLocks/>
          </p:cNvGrpSpPr>
          <p:nvPr/>
        </p:nvGrpSpPr>
        <p:grpSpPr bwMode="auto">
          <a:xfrm>
            <a:off x="371475" y="2819400"/>
            <a:ext cx="1441450" cy="2117725"/>
            <a:chOff x="234" y="1776"/>
            <a:chExt cx="908" cy="1334"/>
          </a:xfrm>
        </p:grpSpPr>
        <p:sp>
          <p:nvSpPr>
            <p:cNvPr id="6169" name="Text Box 26">
              <a:extLst>
                <a:ext uri="{FF2B5EF4-FFF2-40B4-BE49-F238E27FC236}">
                  <a16:creationId xmlns:a16="http://schemas.microsoft.com/office/drawing/2014/main" id="{76B711AF-401F-9DF2-664D-96AFB56A4675}"/>
                </a:ext>
              </a:extLst>
            </p:cNvPr>
            <p:cNvSpPr txBox="1">
              <a:spLocks noChangeArrowheads="1"/>
            </p:cNvSpPr>
            <p:nvPr/>
          </p:nvSpPr>
          <p:spPr bwMode="auto">
            <a:xfrm>
              <a:off x="288" y="2976"/>
              <a:ext cx="85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lIns="0" tIns="0" rIns="0" bIns="0">
              <a:spAutoFit/>
            </a:bodyP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ctr"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400" b="1" i="0" u="none" strike="noStrike" kern="1200" cap="none" spc="0" normalizeH="0" baseline="0" noProof="0">
                  <a:ln>
                    <a:noFill/>
                  </a:ln>
                  <a:solidFill>
                    <a:srgbClr val="000610"/>
                  </a:solidFill>
                  <a:effectLst/>
                  <a:uLnTx/>
                  <a:uFillTx/>
                  <a:latin typeface="Verdana" panose="020B0604030504040204" pitchFamily="34" charset="0"/>
                  <a:ea typeface="+mn-ea"/>
                  <a:cs typeface="Arial" panose="020B0604020202020204" pitchFamily="34" charset="0"/>
                </a:rPr>
                <a:t>Host</a:t>
              </a:r>
            </a:p>
          </p:txBody>
        </p:sp>
        <p:pic>
          <p:nvPicPr>
            <p:cNvPr id="6170" name="Picture 52" descr="host12">
              <a:extLst>
                <a:ext uri="{FF2B5EF4-FFF2-40B4-BE49-F238E27FC236}">
                  <a16:creationId xmlns:a16="http://schemas.microsoft.com/office/drawing/2014/main" id="{5BF4F1F4-1B6E-9D5E-C3BE-43064A5F61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4" y="1776"/>
              <a:ext cx="774" cy="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168" name="Line 54">
            <a:extLst>
              <a:ext uri="{FF2B5EF4-FFF2-40B4-BE49-F238E27FC236}">
                <a16:creationId xmlns:a16="http://schemas.microsoft.com/office/drawing/2014/main" id="{59B16BD4-602D-F864-D766-DF6CB2D0BF18}"/>
              </a:ext>
            </a:extLst>
          </p:cNvPr>
          <p:cNvSpPr>
            <a:spLocks noChangeShapeType="1"/>
          </p:cNvSpPr>
          <p:nvPr/>
        </p:nvSpPr>
        <p:spPr bwMode="auto">
          <a:xfrm>
            <a:off x="4541838" y="3733800"/>
            <a:ext cx="3048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90B87E45-695D-56BB-F808-4843C2CF3F06}"/>
              </a:ext>
            </a:extLst>
          </p:cNvPr>
          <p:cNvSpPr>
            <a:spLocks noGrp="1" noChangeArrowheads="1"/>
          </p:cNvSpPr>
          <p:nvPr>
            <p:ph type="title"/>
          </p:nvPr>
        </p:nvSpPr>
        <p:spPr/>
        <p:txBody>
          <a:bodyPr/>
          <a:lstStyle/>
          <a:p>
            <a:pPr eaLnBrk="1" hangingPunct="1"/>
            <a:r>
              <a:rPr lang="en-US" altLang="en-US" dirty="0">
                <a:solidFill>
                  <a:srgbClr val="C00000"/>
                </a:solidFill>
              </a:rPr>
              <a:t>RAID Controller </a:t>
            </a:r>
          </a:p>
        </p:txBody>
      </p:sp>
      <p:sp>
        <p:nvSpPr>
          <p:cNvPr id="7171" name="Rectangle 3">
            <a:extLst>
              <a:ext uri="{FF2B5EF4-FFF2-40B4-BE49-F238E27FC236}">
                <a16:creationId xmlns:a16="http://schemas.microsoft.com/office/drawing/2014/main" id="{2E3FD223-31ED-3257-1610-0E196742D294}"/>
              </a:ext>
            </a:extLst>
          </p:cNvPr>
          <p:cNvSpPr>
            <a:spLocks noGrp="1" noChangeArrowheads="1"/>
          </p:cNvSpPr>
          <p:nvPr>
            <p:ph type="body" idx="1"/>
          </p:nvPr>
        </p:nvSpPr>
        <p:spPr/>
        <p:txBody>
          <a:bodyPr/>
          <a:lstStyle/>
          <a:p>
            <a:r>
              <a:rPr lang="en-US" altLang="en-US" dirty="0"/>
              <a:t>Hardware (usually a specialized disk controller card)</a:t>
            </a:r>
          </a:p>
          <a:p>
            <a:pPr lvl="1"/>
            <a:r>
              <a:rPr lang="en-US" altLang="en-US" dirty="0"/>
              <a:t>Controls all drives attached to it</a:t>
            </a:r>
          </a:p>
          <a:p>
            <a:pPr lvl="1"/>
            <a:r>
              <a:rPr lang="en-US" altLang="en-US" dirty="0"/>
              <a:t>Array(s) appear to host operating system as a regular disk drive</a:t>
            </a:r>
          </a:p>
          <a:p>
            <a:pPr lvl="1"/>
            <a:r>
              <a:rPr lang="en-US" altLang="en-US" dirty="0"/>
              <a:t>Provided with administrative software </a:t>
            </a:r>
          </a:p>
          <a:p>
            <a:r>
              <a:rPr lang="en-US" altLang="en-US" dirty="0"/>
              <a:t>Software </a:t>
            </a:r>
          </a:p>
          <a:p>
            <a:pPr lvl="1"/>
            <a:r>
              <a:rPr lang="en-US" altLang="en-US" dirty="0"/>
              <a:t>Runs as part of the operating system </a:t>
            </a:r>
          </a:p>
          <a:p>
            <a:pPr lvl="1"/>
            <a:r>
              <a:rPr lang="en-US" altLang="en-US" dirty="0"/>
              <a:t>Performance is dependent on CPU workload</a:t>
            </a:r>
          </a:p>
          <a:p>
            <a:pPr lvl="1"/>
            <a:r>
              <a:rPr lang="en-US" altLang="en-US" dirty="0"/>
              <a:t>Does not support all RAID levels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A9895F3B-FB99-984C-EBA7-EAABC29FE679}"/>
              </a:ext>
            </a:extLst>
          </p:cNvPr>
          <p:cNvSpPr>
            <a:spLocks noGrp="1" noChangeArrowheads="1"/>
          </p:cNvSpPr>
          <p:nvPr>
            <p:ph type="title"/>
          </p:nvPr>
        </p:nvSpPr>
        <p:spPr/>
        <p:txBody>
          <a:bodyPr/>
          <a:lstStyle/>
          <a:p>
            <a:pPr eaLnBrk="1" hangingPunct="1"/>
            <a:r>
              <a:rPr lang="en-US" altLang="en-US" dirty="0">
                <a:solidFill>
                  <a:srgbClr val="C00000"/>
                </a:solidFill>
              </a:rPr>
              <a:t>RAID Levels</a:t>
            </a:r>
          </a:p>
        </p:txBody>
      </p:sp>
      <p:sp>
        <p:nvSpPr>
          <p:cNvPr id="8195" name="Rectangle 3">
            <a:extLst>
              <a:ext uri="{FF2B5EF4-FFF2-40B4-BE49-F238E27FC236}">
                <a16:creationId xmlns:a16="http://schemas.microsoft.com/office/drawing/2014/main" id="{9CDC662D-5451-662A-D431-390CC20E8143}"/>
              </a:ext>
            </a:extLst>
          </p:cNvPr>
          <p:cNvSpPr>
            <a:spLocks noGrp="1" noChangeArrowheads="1"/>
          </p:cNvSpPr>
          <p:nvPr>
            <p:ph type="body" idx="1"/>
          </p:nvPr>
        </p:nvSpPr>
        <p:spPr/>
        <p:txBody>
          <a:bodyPr/>
          <a:lstStyle/>
          <a:p>
            <a:r>
              <a:rPr lang="en-US" altLang="en-US" sz="2100" dirty="0"/>
              <a:t>RAID-0 Striped array with no fault tolerance</a:t>
            </a:r>
          </a:p>
          <a:p>
            <a:r>
              <a:rPr lang="en-US" altLang="en-US" sz="2100" dirty="0"/>
              <a:t>RAID-1 Disk mirroring </a:t>
            </a:r>
          </a:p>
          <a:p>
            <a:r>
              <a:rPr lang="en-US" altLang="en-US" sz="2100" dirty="0"/>
              <a:t>Nested RAID (i.e., 1 + 0, 0 + 1, etc.) </a:t>
            </a:r>
          </a:p>
          <a:p>
            <a:r>
              <a:rPr lang="en-US" altLang="en-US" sz="2100" dirty="0"/>
              <a:t>RAID-3 Parallel access array with dedicated parity disk</a:t>
            </a:r>
          </a:p>
          <a:p>
            <a:r>
              <a:rPr lang="en-US" altLang="en-US" sz="2100" dirty="0"/>
              <a:t>RAID-4 Striped array with independent disks and a  dedicated parity disk</a:t>
            </a:r>
          </a:p>
          <a:p>
            <a:r>
              <a:rPr lang="en-US" altLang="en-US" sz="2100" dirty="0"/>
              <a:t>RAID-5 Striped array with independent disks and distributed parity</a:t>
            </a:r>
          </a:p>
          <a:p>
            <a:r>
              <a:rPr lang="en-US" altLang="en-US" sz="2100" dirty="0"/>
              <a:t>RAID-6 Striped array with independent disks and dual distributed parity</a:t>
            </a:r>
          </a:p>
          <a:p>
            <a:endParaRPr lang="en-US" altLang="en-US" sz="2100" dirty="0"/>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Date Placeholder 3">
            <a:extLst>
              <a:ext uri="{FF2B5EF4-FFF2-40B4-BE49-F238E27FC236}">
                <a16:creationId xmlns:a16="http://schemas.microsoft.com/office/drawing/2014/main" id="{F9712B48-9E6C-6053-FE5B-1C042CC5F5E7}"/>
              </a:ext>
            </a:extLst>
          </p:cNvPr>
          <p:cNvSpPr>
            <a:spLocks noGrp="1"/>
          </p:cNvSpPr>
          <p:nvPr>
            <p:ph type="dt" sz="quarter" idx="10"/>
          </p:nvPr>
        </p:nvSpPr>
        <p:spPr bwMode="auto">
          <a:xfrm>
            <a:off x="685800" y="6400800"/>
            <a:ext cx="19050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defRPr sz="1400" kern="1200" smtClean="0">
                <a:solidFill>
                  <a:schemeClr val="tx1"/>
                </a:solidFill>
                <a:latin typeface="Arial" charset="0"/>
                <a:ea typeface="+mn-ea"/>
                <a:cs typeface="+mn-cs"/>
              </a:defRPr>
            </a:lvl1pPr>
            <a:lvl2pPr marL="457200" algn="ctr" rtl="0" eaLnBrk="0" fontAlgn="base" hangingPunct="0">
              <a:spcBef>
                <a:spcPct val="10000"/>
              </a:spcBef>
              <a:spcAft>
                <a:spcPct val="0"/>
              </a:spcAft>
              <a:defRPr kern="1200">
                <a:solidFill>
                  <a:schemeClr val="tx1"/>
                </a:solidFill>
                <a:latin typeface="Arial" panose="020B0604020202020204" pitchFamily="34" charset="0"/>
                <a:ea typeface="+mn-ea"/>
                <a:cs typeface="+mn-cs"/>
              </a:defRPr>
            </a:lvl2pPr>
            <a:lvl3pPr marL="914400" algn="ctr" rtl="0" eaLnBrk="0" fontAlgn="base" hangingPunct="0">
              <a:spcBef>
                <a:spcPct val="10000"/>
              </a:spcBef>
              <a:spcAft>
                <a:spcPct val="0"/>
              </a:spcAft>
              <a:defRPr kern="1200">
                <a:solidFill>
                  <a:schemeClr val="tx1"/>
                </a:solidFill>
                <a:latin typeface="Arial" panose="020B0604020202020204" pitchFamily="34" charset="0"/>
                <a:ea typeface="+mn-ea"/>
                <a:cs typeface="+mn-cs"/>
              </a:defRPr>
            </a:lvl3pPr>
            <a:lvl4pPr marL="1371600" algn="ctr" rtl="0" eaLnBrk="0" fontAlgn="base" hangingPunct="0">
              <a:spcBef>
                <a:spcPct val="10000"/>
              </a:spcBef>
              <a:spcAft>
                <a:spcPct val="0"/>
              </a:spcAft>
              <a:defRPr kern="1200">
                <a:solidFill>
                  <a:schemeClr val="tx1"/>
                </a:solidFill>
                <a:latin typeface="Arial" panose="020B0604020202020204" pitchFamily="34" charset="0"/>
                <a:ea typeface="+mn-ea"/>
                <a:cs typeface="+mn-cs"/>
              </a:defRPr>
            </a:lvl4pPr>
            <a:lvl5pPr marL="1828800" algn="ctr" rtl="0" eaLnBrk="0" fontAlgn="base" hangingPunct="0">
              <a:spcBef>
                <a:spcPct val="1000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fld id="{A21678F1-C678-4429-97F5-C1CF8CFB05E3}" type="datetime1">
              <a:rPr lang="en-US" smtClean="0"/>
              <a:pPr>
                <a:defRPr/>
              </a:pPr>
              <a:t>10/8/2025</a:t>
            </a:fld>
            <a:endParaRPr lang="en-US" altLang="en-US"/>
          </a:p>
        </p:txBody>
      </p:sp>
      <p:sp>
        <p:nvSpPr>
          <p:cNvPr id="6147" name="Slide Number Placeholder 5">
            <a:extLst>
              <a:ext uri="{FF2B5EF4-FFF2-40B4-BE49-F238E27FC236}">
                <a16:creationId xmlns:a16="http://schemas.microsoft.com/office/drawing/2014/main" id="{94000DB5-9123-5B6F-6731-C660896CE3AE}"/>
              </a:ext>
            </a:extLst>
          </p:cNvPr>
          <p:cNvSpPr>
            <a:spLocks noGrp="1"/>
          </p:cNvSpPr>
          <p:nvPr>
            <p:ph type="sldNum" sz="quarter" idx="12"/>
          </p:nvPr>
        </p:nvSpPr>
        <p:spPr bwMode="auto">
          <a:xfrm>
            <a:off x="6553200" y="6400800"/>
            <a:ext cx="19050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1pPr>
            <a:lvl2pPr marL="457200" algn="ctr" rtl="0" eaLnBrk="0" fontAlgn="base" hangingPunct="0">
              <a:spcBef>
                <a:spcPct val="10000"/>
              </a:spcBef>
              <a:spcAft>
                <a:spcPct val="0"/>
              </a:spcAft>
              <a:defRPr kern="1200">
                <a:solidFill>
                  <a:schemeClr val="tx1"/>
                </a:solidFill>
                <a:latin typeface="Arial" panose="020B0604020202020204" pitchFamily="34" charset="0"/>
                <a:ea typeface="+mn-ea"/>
                <a:cs typeface="+mn-cs"/>
              </a:defRPr>
            </a:lvl2pPr>
            <a:lvl3pPr marL="914400" algn="ctr" rtl="0" eaLnBrk="0" fontAlgn="base" hangingPunct="0">
              <a:spcBef>
                <a:spcPct val="10000"/>
              </a:spcBef>
              <a:spcAft>
                <a:spcPct val="0"/>
              </a:spcAft>
              <a:defRPr kern="1200">
                <a:solidFill>
                  <a:schemeClr val="tx1"/>
                </a:solidFill>
                <a:latin typeface="Arial" panose="020B0604020202020204" pitchFamily="34" charset="0"/>
                <a:ea typeface="+mn-ea"/>
                <a:cs typeface="+mn-cs"/>
              </a:defRPr>
            </a:lvl3pPr>
            <a:lvl4pPr marL="1371600" algn="ctr" rtl="0" eaLnBrk="0" fontAlgn="base" hangingPunct="0">
              <a:spcBef>
                <a:spcPct val="10000"/>
              </a:spcBef>
              <a:spcAft>
                <a:spcPct val="0"/>
              </a:spcAft>
              <a:defRPr kern="1200">
                <a:solidFill>
                  <a:schemeClr val="tx1"/>
                </a:solidFill>
                <a:latin typeface="Arial" panose="020B0604020202020204" pitchFamily="34" charset="0"/>
                <a:ea typeface="+mn-ea"/>
                <a:cs typeface="+mn-cs"/>
              </a:defRPr>
            </a:lvl4pPr>
            <a:lvl5pPr marL="1828800" algn="ctr" rtl="0" eaLnBrk="0" fontAlgn="base" hangingPunct="0">
              <a:spcBef>
                <a:spcPct val="1000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BAAF16C2-A1D2-405D-B11E-C4F9F5C8F386}" type="slidenum">
              <a:rPr lang="en-US" altLang="en-US" smtClean="0"/>
              <a:pPr/>
              <a:t>53</a:t>
            </a:fld>
            <a:endParaRPr lang="en-US" altLang="en-US"/>
          </a:p>
        </p:txBody>
      </p:sp>
      <p:sp>
        <p:nvSpPr>
          <p:cNvPr id="6148" name="Rectangle 4">
            <a:extLst>
              <a:ext uri="{FF2B5EF4-FFF2-40B4-BE49-F238E27FC236}">
                <a16:creationId xmlns:a16="http://schemas.microsoft.com/office/drawing/2014/main" id="{5027414A-578D-38F5-103B-8EA3AD30066B}"/>
              </a:ext>
            </a:extLst>
          </p:cNvPr>
          <p:cNvSpPr>
            <a:spLocks noGrp="1" noChangeArrowheads="1"/>
          </p:cNvSpPr>
          <p:nvPr>
            <p:ph type="title"/>
          </p:nvPr>
        </p:nvSpPr>
        <p:spPr/>
        <p:txBody>
          <a:bodyPr/>
          <a:lstStyle/>
          <a:p>
            <a:r>
              <a:rPr lang="en-US" altLang="en-US" dirty="0">
                <a:solidFill>
                  <a:srgbClr val="C00000"/>
                </a:solidFill>
              </a:rPr>
              <a:t>RAID Level 0</a:t>
            </a:r>
          </a:p>
        </p:txBody>
      </p:sp>
      <p:sp>
        <p:nvSpPr>
          <p:cNvPr id="6149" name="Rectangle 5">
            <a:extLst>
              <a:ext uri="{FF2B5EF4-FFF2-40B4-BE49-F238E27FC236}">
                <a16:creationId xmlns:a16="http://schemas.microsoft.com/office/drawing/2014/main" id="{703E87CD-6120-ABC6-D96C-FA4475A953C2}"/>
              </a:ext>
            </a:extLst>
          </p:cNvPr>
          <p:cNvSpPr>
            <a:spLocks noGrp="1" noChangeArrowheads="1"/>
          </p:cNvSpPr>
          <p:nvPr>
            <p:ph type="body" idx="1"/>
          </p:nvPr>
        </p:nvSpPr>
        <p:spPr/>
        <p:txBody>
          <a:bodyPr/>
          <a:lstStyle/>
          <a:p>
            <a:r>
              <a:rPr lang="en-US" altLang="en-US" sz="2100" dirty="0"/>
              <a:t>RAID Level 0 is a </a:t>
            </a:r>
            <a:r>
              <a:rPr lang="en-US" altLang="en-US" sz="2100" u="sng" dirty="0"/>
              <a:t>non-redundant</a:t>
            </a:r>
            <a:r>
              <a:rPr lang="en-US" altLang="en-US" sz="2100" dirty="0"/>
              <a:t> disk array</a:t>
            </a:r>
          </a:p>
          <a:p>
            <a:r>
              <a:rPr lang="en-US" altLang="en-US" sz="2100" dirty="0"/>
              <a:t>Files are striped across disks, no redundant info</a:t>
            </a:r>
          </a:p>
          <a:p>
            <a:r>
              <a:rPr lang="en-US" altLang="en-US" sz="2100" dirty="0"/>
              <a:t>High read throughput</a:t>
            </a:r>
          </a:p>
          <a:p>
            <a:r>
              <a:rPr lang="en-US" altLang="en-US" sz="2100" dirty="0"/>
              <a:t>Best write throughput (no redundant info to write)</a:t>
            </a:r>
          </a:p>
          <a:p>
            <a:r>
              <a:rPr lang="en-US" altLang="en-US" sz="2100" dirty="0"/>
              <a:t>Any disk failure results in data loss; sometimes a file, sometimes the entire </a:t>
            </a:r>
            <a:r>
              <a:rPr lang="en-US" altLang="en-US" sz="2100" i="1" dirty="0"/>
              <a:t>volume</a:t>
            </a:r>
            <a:endParaRPr lang="en-US" altLang="en-US" sz="2100" dirty="0"/>
          </a:p>
          <a:p>
            <a:endParaRPr lang="en-US" altLang="en-US" sz="2100" dirty="0"/>
          </a:p>
        </p:txBody>
      </p:sp>
      <p:pic>
        <p:nvPicPr>
          <p:cNvPr id="23" name="Picture 22">
            <a:extLst>
              <a:ext uri="{FF2B5EF4-FFF2-40B4-BE49-F238E27FC236}">
                <a16:creationId xmlns:a16="http://schemas.microsoft.com/office/drawing/2014/main" id="{F88E2555-5D09-E8C4-8034-0BFC838AF2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5425" y="3854898"/>
            <a:ext cx="3505200" cy="2149476"/>
          </a:xfrm>
          <a:prstGeom prst="rect">
            <a:avLst/>
          </a:prstGeom>
        </p:spPr>
      </p:pic>
      <p:pic>
        <p:nvPicPr>
          <p:cNvPr id="3" name="Picture 2">
            <a:extLst>
              <a:ext uri="{FF2B5EF4-FFF2-40B4-BE49-F238E27FC236}">
                <a16:creationId xmlns:a16="http://schemas.microsoft.com/office/drawing/2014/main" id="{95BD8558-22D3-8733-66CA-315EC472A55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30625" y="3898106"/>
            <a:ext cx="2362200" cy="2317302"/>
          </a:xfrm>
          <a:prstGeom prst="rect">
            <a:avLst/>
          </a:prstGeom>
        </p:spPr>
      </p:pic>
      <p:pic>
        <p:nvPicPr>
          <p:cNvPr id="5" name="Picture 4">
            <a:extLst>
              <a:ext uri="{FF2B5EF4-FFF2-40B4-BE49-F238E27FC236}">
                <a16:creationId xmlns:a16="http://schemas.microsoft.com/office/drawing/2014/main" id="{C22F8656-CC7A-D807-7D6C-88209BAA90C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79104" y="3956499"/>
            <a:ext cx="2460096" cy="2317302"/>
          </a:xfrm>
          <a:prstGeom prst="rect">
            <a:avLst/>
          </a:prstGeom>
        </p:spPr>
      </p:pic>
    </p:spTree>
    <p:extLst>
      <p:ext uri="{BB962C8B-B14F-4D97-AF65-F5344CB8AC3E}">
        <p14:creationId xmlns:p14="http://schemas.microsoft.com/office/powerpoint/2010/main" val="2517455871"/>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6198398C-7EEF-8EDD-46A1-1ACF2727F35C}"/>
              </a:ext>
            </a:extLst>
          </p:cNvPr>
          <p:cNvSpPr>
            <a:spLocks noGrp="1"/>
          </p:cNvSpPr>
          <p:nvPr>
            <p:ph type="title"/>
          </p:nvPr>
        </p:nvSpPr>
        <p:spPr/>
        <p:txBody>
          <a:bodyPr/>
          <a:lstStyle/>
          <a:p>
            <a:r>
              <a:rPr lang="en-US" altLang="en-US" dirty="0">
                <a:solidFill>
                  <a:srgbClr val="C00000"/>
                </a:solidFill>
              </a:rPr>
              <a:t>RAID 0</a:t>
            </a:r>
            <a:endParaRPr lang="en-MY" altLang="en-US" dirty="0">
              <a:solidFill>
                <a:srgbClr val="C00000"/>
              </a:solidFill>
            </a:endParaRPr>
          </a:p>
        </p:txBody>
      </p:sp>
      <p:sp>
        <p:nvSpPr>
          <p:cNvPr id="11267" name="Content Placeholder 2">
            <a:extLst>
              <a:ext uri="{FF2B5EF4-FFF2-40B4-BE49-F238E27FC236}">
                <a16:creationId xmlns:a16="http://schemas.microsoft.com/office/drawing/2014/main" id="{4849D88D-073D-50A8-B1EA-AA585BA2F0B8}"/>
              </a:ext>
            </a:extLst>
          </p:cNvPr>
          <p:cNvSpPr>
            <a:spLocks noGrp="1"/>
          </p:cNvSpPr>
          <p:nvPr>
            <p:ph idx="1"/>
          </p:nvPr>
        </p:nvSpPr>
        <p:spPr/>
        <p:txBody>
          <a:bodyPr/>
          <a:lstStyle/>
          <a:p>
            <a:r>
              <a:rPr lang="en-US" altLang="en-US" sz="2100" dirty="0">
                <a:latin typeface="+mj-lt"/>
              </a:rPr>
              <a:t>Data is distributed across the HDDs in the RAID set.</a:t>
            </a:r>
          </a:p>
          <a:p>
            <a:r>
              <a:rPr lang="en-US" altLang="en-US" sz="2100" dirty="0">
                <a:latin typeface="+mj-lt"/>
              </a:rPr>
              <a:t>Allows multiple data to be read or written </a:t>
            </a:r>
            <a:r>
              <a:rPr lang="en-US" altLang="en-US" sz="2100" dirty="0">
                <a:solidFill>
                  <a:srgbClr val="C00000"/>
                </a:solidFill>
                <a:latin typeface="+mj-lt"/>
              </a:rPr>
              <a:t>simultaneously/concurrently</a:t>
            </a:r>
            <a:r>
              <a:rPr lang="en-US" altLang="en-US" sz="2100" dirty="0">
                <a:latin typeface="+mj-lt"/>
              </a:rPr>
              <a:t>, and therefore improves performance.</a:t>
            </a:r>
          </a:p>
          <a:p>
            <a:r>
              <a:rPr lang="en-US" altLang="en-US" sz="2100" dirty="0">
                <a:latin typeface="+mj-lt"/>
              </a:rPr>
              <a:t>Does not provide data protection  and availability in the event of disk failures.</a:t>
            </a:r>
            <a:endParaRPr lang="en-MY" altLang="en-US" sz="2100" dirty="0">
              <a:latin typeface="+mj-lt"/>
            </a:endParaRPr>
          </a:p>
        </p:txBody>
      </p:sp>
      <p:sp>
        <p:nvSpPr>
          <p:cNvPr id="2" name="Rectangle 3">
            <a:extLst>
              <a:ext uri="{FF2B5EF4-FFF2-40B4-BE49-F238E27FC236}">
                <a16:creationId xmlns:a16="http://schemas.microsoft.com/office/drawing/2014/main" id="{BA8A5B2A-8C88-368A-2A4F-81F6ACE757CB}"/>
              </a:ext>
            </a:extLst>
          </p:cNvPr>
          <p:cNvSpPr txBox="1">
            <a:spLocks noChangeArrowheads="1"/>
          </p:cNvSpPr>
          <p:nvPr/>
        </p:nvSpPr>
        <p:spPr bwMode="auto">
          <a:xfrm>
            <a:off x="381000" y="3109912"/>
            <a:ext cx="7773988"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2160" tIns="46080" rIns="92160" bIns="46080" numCol="1" anchor="t" anchorCtr="0" compatLnSpc="1">
            <a:prstTxWarp prst="textNoShape">
              <a:avLst/>
            </a:prstTxWarp>
          </a:bodyPr>
          <a:lstStyle>
            <a:lvl1pPr marL="234950" indent="-234950" algn="l" defTabSz="890588" rtl="0" eaLnBrk="0" fontAlgn="base" hangingPunct="0">
              <a:spcBef>
                <a:spcPct val="50000"/>
              </a:spcBef>
              <a:spcAft>
                <a:spcPct val="0"/>
              </a:spcAft>
              <a:buClr>
                <a:srgbClr val="003580"/>
              </a:buClr>
              <a:buChar char="o"/>
              <a:tabLst>
                <a:tab pos="6985000" algn="l"/>
                <a:tab pos="7185025" algn="l"/>
                <a:tab pos="7837488" algn="l"/>
              </a:tabLst>
              <a:defRPr sz="2600">
                <a:solidFill>
                  <a:schemeClr val="tx2"/>
                </a:solidFill>
                <a:latin typeface="+mn-lt"/>
                <a:ea typeface="+mn-ea"/>
                <a:cs typeface="+mn-cs"/>
              </a:defRPr>
            </a:lvl1pPr>
            <a:lvl2pPr marL="568325" indent="-219075" algn="l" defTabSz="890588" rtl="0" eaLnBrk="0" fontAlgn="base" hangingPunct="0">
              <a:spcBef>
                <a:spcPct val="25000"/>
              </a:spcBef>
              <a:spcAft>
                <a:spcPct val="0"/>
              </a:spcAft>
              <a:buClr>
                <a:srgbClr val="003580"/>
              </a:buClr>
              <a:buChar char="o"/>
              <a:tabLst>
                <a:tab pos="6985000" algn="l"/>
                <a:tab pos="7185025" algn="l"/>
                <a:tab pos="7837488" algn="l"/>
              </a:tabLst>
              <a:defRPr sz="2100">
                <a:solidFill>
                  <a:schemeClr val="tx2"/>
                </a:solidFill>
                <a:latin typeface="+mn-lt"/>
                <a:cs typeface="+mn-cs"/>
              </a:defRPr>
            </a:lvl2pPr>
            <a:lvl3pPr marL="908050" indent="-222250" algn="l" defTabSz="890588" rtl="0" eaLnBrk="0" fontAlgn="base" hangingPunct="0">
              <a:spcBef>
                <a:spcPct val="25000"/>
              </a:spcBef>
              <a:spcAft>
                <a:spcPct val="0"/>
              </a:spcAft>
              <a:buClr>
                <a:srgbClr val="003580"/>
              </a:buClr>
              <a:buChar char="o"/>
              <a:tabLst>
                <a:tab pos="6985000" algn="l"/>
                <a:tab pos="7185025" algn="l"/>
                <a:tab pos="7837488" algn="l"/>
              </a:tabLst>
              <a:defRPr sz="1900">
                <a:solidFill>
                  <a:schemeClr val="tx2"/>
                </a:solidFill>
                <a:latin typeface="+mn-lt"/>
                <a:cs typeface="+mn-cs"/>
              </a:defRPr>
            </a:lvl3pPr>
            <a:lvl4pPr marL="1257300" indent="-234950" algn="l" defTabSz="890588" rtl="0" eaLnBrk="0" fontAlgn="base" hangingPunct="0">
              <a:spcBef>
                <a:spcPct val="25000"/>
              </a:spcBef>
              <a:spcAft>
                <a:spcPct val="0"/>
              </a:spcAft>
              <a:buClr>
                <a:srgbClr val="003580"/>
              </a:buClr>
              <a:buChar char="o"/>
              <a:tabLst>
                <a:tab pos="6985000" algn="l"/>
                <a:tab pos="7185025" algn="l"/>
                <a:tab pos="7837488" algn="l"/>
              </a:tabLst>
              <a:defRPr sz="1600">
                <a:solidFill>
                  <a:schemeClr val="tx2"/>
                </a:solidFill>
                <a:latin typeface="+mn-lt"/>
                <a:cs typeface="+mn-cs"/>
              </a:defRPr>
            </a:lvl4pPr>
            <a:lvl5pPr marL="1606550" indent="-234950" algn="l" defTabSz="890588" rtl="0" eaLnBrk="0" fontAlgn="base" hangingPunct="0">
              <a:spcBef>
                <a:spcPct val="25000"/>
              </a:spcBef>
              <a:spcAft>
                <a:spcPct val="0"/>
              </a:spcAft>
              <a:buClr>
                <a:srgbClr val="003580"/>
              </a:buClr>
              <a:buChar char="o"/>
              <a:tabLst>
                <a:tab pos="6985000" algn="l"/>
                <a:tab pos="7185025" algn="l"/>
                <a:tab pos="7837488" algn="l"/>
              </a:tabLst>
              <a:defRPr sz="1400">
                <a:solidFill>
                  <a:schemeClr val="tx2"/>
                </a:solidFill>
                <a:latin typeface="+mn-lt"/>
                <a:cs typeface="+mn-cs"/>
              </a:defRPr>
            </a:lvl5pPr>
            <a:lvl6pPr marL="2063750" indent="-234950" algn="l" defTabSz="890588" rtl="0" eaLnBrk="0" fontAlgn="base" hangingPunct="0">
              <a:spcBef>
                <a:spcPct val="25000"/>
              </a:spcBef>
              <a:spcAft>
                <a:spcPct val="0"/>
              </a:spcAft>
              <a:buClr>
                <a:srgbClr val="003580"/>
              </a:buClr>
              <a:buChar char="o"/>
              <a:tabLst>
                <a:tab pos="6985000" algn="l"/>
                <a:tab pos="7185025" algn="l"/>
                <a:tab pos="7837488" algn="l"/>
              </a:tabLst>
              <a:defRPr sz="1400">
                <a:solidFill>
                  <a:schemeClr val="tx2"/>
                </a:solidFill>
                <a:latin typeface="+mn-lt"/>
                <a:cs typeface="+mn-cs"/>
              </a:defRPr>
            </a:lvl6pPr>
            <a:lvl7pPr marL="2520950" indent="-234950" algn="l" defTabSz="890588" rtl="0" eaLnBrk="0" fontAlgn="base" hangingPunct="0">
              <a:spcBef>
                <a:spcPct val="25000"/>
              </a:spcBef>
              <a:spcAft>
                <a:spcPct val="0"/>
              </a:spcAft>
              <a:buClr>
                <a:srgbClr val="003580"/>
              </a:buClr>
              <a:buChar char="o"/>
              <a:tabLst>
                <a:tab pos="6985000" algn="l"/>
                <a:tab pos="7185025" algn="l"/>
                <a:tab pos="7837488" algn="l"/>
              </a:tabLst>
              <a:defRPr sz="1400">
                <a:solidFill>
                  <a:schemeClr val="tx2"/>
                </a:solidFill>
                <a:latin typeface="+mn-lt"/>
                <a:cs typeface="+mn-cs"/>
              </a:defRPr>
            </a:lvl7pPr>
            <a:lvl8pPr marL="2978150" indent="-234950" algn="l" defTabSz="890588" rtl="0" eaLnBrk="0" fontAlgn="base" hangingPunct="0">
              <a:spcBef>
                <a:spcPct val="25000"/>
              </a:spcBef>
              <a:spcAft>
                <a:spcPct val="0"/>
              </a:spcAft>
              <a:buClr>
                <a:srgbClr val="003580"/>
              </a:buClr>
              <a:buChar char="o"/>
              <a:tabLst>
                <a:tab pos="6985000" algn="l"/>
                <a:tab pos="7185025" algn="l"/>
                <a:tab pos="7837488" algn="l"/>
              </a:tabLst>
              <a:defRPr sz="1400">
                <a:solidFill>
                  <a:schemeClr val="tx2"/>
                </a:solidFill>
                <a:latin typeface="+mn-lt"/>
                <a:cs typeface="+mn-cs"/>
              </a:defRPr>
            </a:lvl8pPr>
            <a:lvl9pPr marL="3435350" indent="-234950" algn="l" defTabSz="890588" rtl="0" eaLnBrk="0" fontAlgn="base" hangingPunct="0">
              <a:spcBef>
                <a:spcPct val="25000"/>
              </a:spcBef>
              <a:spcAft>
                <a:spcPct val="0"/>
              </a:spcAft>
              <a:buClr>
                <a:srgbClr val="003580"/>
              </a:buClr>
              <a:buChar char="o"/>
              <a:tabLst>
                <a:tab pos="6985000" algn="l"/>
                <a:tab pos="7185025" algn="l"/>
                <a:tab pos="7837488" algn="l"/>
              </a:tabLst>
              <a:defRPr sz="1400">
                <a:solidFill>
                  <a:schemeClr val="tx2"/>
                </a:solidFill>
                <a:latin typeface="+mn-lt"/>
                <a:cs typeface="+mn-cs"/>
              </a:defRPr>
            </a:lvl9pPr>
          </a:lstStyle>
          <a:p>
            <a:pPr marL="341313" indent="-341313"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700" kern="0" dirty="0">
                <a:solidFill>
                  <a:srgbClr val="C00000"/>
                </a:solidFill>
              </a:rPr>
              <a:t>No replication</a:t>
            </a:r>
          </a:p>
          <a:p>
            <a:pPr marL="341313" indent="-341313"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700" b="1" i="1" kern="0" dirty="0">
                <a:solidFill>
                  <a:srgbClr val="C00000"/>
                </a:solidFill>
              </a:rPr>
              <a:t>Advantages:</a:t>
            </a:r>
          </a:p>
          <a:p>
            <a:pPr marL="741363" lvl="1" indent="-284163"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700" kern="0" dirty="0">
                <a:solidFill>
                  <a:srgbClr val="C00000"/>
                </a:solidFill>
              </a:rPr>
              <a:t>Simple to implement</a:t>
            </a:r>
          </a:p>
          <a:p>
            <a:pPr marL="741363" lvl="1" indent="-284163"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700" kern="0" dirty="0">
                <a:solidFill>
                  <a:srgbClr val="C00000"/>
                </a:solidFill>
              </a:rPr>
              <a:t>No overhead</a:t>
            </a:r>
          </a:p>
          <a:p>
            <a:pPr marL="341313" indent="-341313"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700" b="1" i="1" kern="0" dirty="0">
                <a:solidFill>
                  <a:srgbClr val="C00000"/>
                </a:solidFill>
              </a:rPr>
              <a:t>Disadvantage:</a:t>
            </a:r>
          </a:p>
          <a:p>
            <a:pPr marL="741363" lvl="1" indent="-284163"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700" kern="0" dirty="0">
                <a:solidFill>
                  <a:srgbClr val="C00000"/>
                </a:solidFill>
              </a:rPr>
              <a:t>If array has </a:t>
            </a:r>
            <a:r>
              <a:rPr lang="en-GB" altLang="en-US" sz="1700" i="1" kern="0" dirty="0">
                <a:solidFill>
                  <a:srgbClr val="C00000"/>
                </a:solidFill>
              </a:rPr>
              <a:t>n</a:t>
            </a:r>
            <a:r>
              <a:rPr lang="en-GB" altLang="en-US" sz="1700" kern="0" dirty="0">
                <a:solidFill>
                  <a:srgbClr val="C00000"/>
                </a:solidFill>
              </a:rPr>
              <a:t> disks failure rate is </a:t>
            </a:r>
            <a:r>
              <a:rPr lang="en-GB" altLang="en-US" sz="1700" i="1" kern="0" dirty="0">
                <a:solidFill>
                  <a:srgbClr val="C00000"/>
                </a:solidFill>
              </a:rPr>
              <a:t>n</a:t>
            </a:r>
            <a:r>
              <a:rPr lang="en-GB" altLang="en-US" sz="1700" kern="0" dirty="0">
                <a:solidFill>
                  <a:srgbClr val="C00000"/>
                </a:solidFill>
              </a:rPr>
              <a:t>  times the failure rate of a single disk</a:t>
            </a: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Line 2">
            <a:extLst>
              <a:ext uri="{FF2B5EF4-FFF2-40B4-BE49-F238E27FC236}">
                <a16:creationId xmlns:a16="http://schemas.microsoft.com/office/drawing/2014/main" id="{6FE724C6-20CB-B399-68F6-27CC6FAFB4AA}"/>
              </a:ext>
            </a:extLst>
          </p:cNvPr>
          <p:cNvSpPr>
            <a:spLocks noChangeShapeType="1"/>
          </p:cNvSpPr>
          <p:nvPr/>
        </p:nvSpPr>
        <p:spPr bwMode="auto">
          <a:xfrm>
            <a:off x="5392738" y="2824163"/>
            <a:ext cx="55403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2291" name="Line 3">
            <a:extLst>
              <a:ext uri="{FF2B5EF4-FFF2-40B4-BE49-F238E27FC236}">
                <a16:creationId xmlns:a16="http://schemas.microsoft.com/office/drawing/2014/main" id="{8BD7C969-8DAA-3B63-B848-831570AC7515}"/>
              </a:ext>
            </a:extLst>
          </p:cNvPr>
          <p:cNvSpPr>
            <a:spLocks noChangeShapeType="1"/>
          </p:cNvSpPr>
          <p:nvPr/>
        </p:nvSpPr>
        <p:spPr bwMode="auto">
          <a:xfrm>
            <a:off x="1400175" y="3817938"/>
            <a:ext cx="4921250" cy="0"/>
          </a:xfrm>
          <a:prstGeom prst="line">
            <a:avLst/>
          </a:prstGeom>
          <a:noFill/>
          <a:ln w="12700">
            <a:solidFill>
              <a:srgbClr val="000000"/>
            </a:solidFill>
            <a:round/>
            <a:headEnd type="none" w="med" len="lg"/>
            <a:tailEnd type="none" w="med" len="lg"/>
          </a:ln>
          <a:extLst>
            <a:ext uri="{909E8E84-426E-40DD-AFC4-6F175D3DCCD1}">
              <a14:hiddenFill xmlns:a14="http://schemas.microsoft.com/office/drawing/2010/main">
                <a:noFill/>
              </a14:hiddenFill>
            </a:ext>
          </a:extLst>
        </p:spPr>
        <p:txBody>
          <a:bodyPr lIns="0" tIns="0" rIns="0" bIns="0" anchor="ctr">
            <a:spAutoFit/>
          </a:body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2292" name="Line 4">
            <a:extLst>
              <a:ext uri="{FF2B5EF4-FFF2-40B4-BE49-F238E27FC236}">
                <a16:creationId xmlns:a16="http://schemas.microsoft.com/office/drawing/2014/main" id="{5D9017A8-4D69-C894-798A-366E52C8DDD6}"/>
              </a:ext>
            </a:extLst>
          </p:cNvPr>
          <p:cNvSpPr>
            <a:spLocks noChangeShapeType="1"/>
          </p:cNvSpPr>
          <p:nvPr/>
        </p:nvSpPr>
        <p:spPr bwMode="auto">
          <a:xfrm>
            <a:off x="5392738" y="4810125"/>
            <a:ext cx="55403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2293" name="Freeform 5">
            <a:extLst>
              <a:ext uri="{FF2B5EF4-FFF2-40B4-BE49-F238E27FC236}">
                <a16:creationId xmlns:a16="http://schemas.microsoft.com/office/drawing/2014/main" id="{29BADEE5-EC0E-0C57-2698-5F777A5674D6}"/>
              </a:ext>
            </a:extLst>
          </p:cNvPr>
          <p:cNvSpPr>
            <a:spLocks/>
          </p:cNvSpPr>
          <p:nvPr/>
        </p:nvSpPr>
        <p:spPr bwMode="auto">
          <a:xfrm>
            <a:off x="5392738" y="1827213"/>
            <a:ext cx="641350" cy="3968750"/>
          </a:xfrm>
          <a:custGeom>
            <a:avLst/>
            <a:gdLst>
              <a:gd name="T0" fmla="*/ 2147483647 w 404"/>
              <a:gd name="T1" fmla="*/ 0 h 2488"/>
              <a:gd name="T2" fmla="*/ 0 w 404"/>
              <a:gd name="T3" fmla="*/ 0 h 2488"/>
              <a:gd name="T4" fmla="*/ 0 w 404"/>
              <a:gd name="T5" fmla="*/ 2147483647 h 2488"/>
              <a:gd name="T6" fmla="*/ 2147483647 w 404"/>
              <a:gd name="T7" fmla="*/ 2147483647 h 2488"/>
              <a:gd name="T8" fmla="*/ 0 60000 65536"/>
              <a:gd name="T9" fmla="*/ 0 60000 65536"/>
              <a:gd name="T10" fmla="*/ 0 60000 65536"/>
              <a:gd name="T11" fmla="*/ 0 60000 65536"/>
              <a:gd name="T12" fmla="*/ 0 w 404"/>
              <a:gd name="T13" fmla="*/ 0 h 2488"/>
              <a:gd name="T14" fmla="*/ 404 w 404"/>
              <a:gd name="T15" fmla="*/ 2488 h 2488"/>
            </a:gdLst>
            <a:ahLst/>
            <a:cxnLst>
              <a:cxn ang="T8">
                <a:pos x="T0" y="T1"/>
              </a:cxn>
              <a:cxn ang="T9">
                <a:pos x="T2" y="T3"/>
              </a:cxn>
              <a:cxn ang="T10">
                <a:pos x="T4" y="T5"/>
              </a:cxn>
              <a:cxn ang="T11">
                <a:pos x="T6" y="T7"/>
              </a:cxn>
            </a:cxnLst>
            <a:rect l="T12" t="T13" r="T14" b="T15"/>
            <a:pathLst>
              <a:path w="404" h="2488">
                <a:moveTo>
                  <a:pt x="380" y="0"/>
                </a:moveTo>
                <a:lnTo>
                  <a:pt x="0" y="0"/>
                </a:lnTo>
                <a:lnTo>
                  <a:pt x="0" y="2488"/>
                </a:lnTo>
                <a:lnTo>
                  <a:pt x="404" y="2488"/>
                </a:lnTo>
              </a:path>
            </a:pathLst>
          </a:custGeom>
          <a:noFill/>
          <a:ln w="12700" cap="flat" cmpd="sng">
            <a:solidFill>
              <a:srgbClr val="000000"/>
            </a:solidFill>
            <a:prstDash val="solid"/>
            <a:round/>
            <a:headEnd type="none" w="med" len="lg"/>
            <a:tailEnd type="none" w="med" len="lg"/>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pic>
        <p:nvPicPr>
          <p:cNvPr id="12294" name="Picture 6" descr="strippeddisk">
            <a:extLst>
              <a:ext uri="{FF2B5EF4-FFF2-40B4-BE49-F238E27FC236}">
                <a16:creationId xmlns:a16="http://schemas.microsoft.com/office/drawing/2014/main" id="{1052651E-E21C-F165-DA47-DC6D8981D7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54864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5" name="Picture 7" descr="strippeddisk">
            <a:extLst>
              <a:ext uri="{FF2B5EF4-FFF2-40B4-BE49-F238E27FC236}">
                <a16:creationId xmlns:a16="http://schemas.microsoft.com/office/drawing/2014/main" id="{38F6889A-4D9B-6B7B-5212-D0D0B4F5DC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44958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6" name="Picture 8" descr="strippeddisk">
            <a:extLst>
              <a:ext uri="{FF2B5EF4-FFF2-40B4-BE49-F238E27FC236}">
                <a16:creationId xmlns:a16="http://schemas.microsoft.com/office/drawing/2014/main" id="{8511D255-43E3-6979-9D0E-AA7594C0AF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35052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7" name="Picture 9" descr="strippeddisk">
            <a:extLst>
              <a:ext uri="{FF2B5EF4-FFF2-40B4-BE49-F238E27FC236}">
                <a16:creationId xmlns:a16="http://schemas.microsoft.com/office/drawing/2014/main" id="{00A6879B-8F61-1334-4CCC-08795980D8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25146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8" name="Picture 10" descr="strippeddisk">
            <a:extLst>
              <a:ext uri="{FF2B5EF4-FFF2-40B4-BE49-F238E27FC236}">
                <a16:creationId xmlns:a16="http://schemas.microsoft.com/office/drawing/2014/main" id="{EC06021B-1BB0-F39A-036D-9C52C83779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15240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9" name="Rectangle 11">
            <a:extLst>
              <a:ext uri="{FF2B5EF4-FFF2-40B4-BE49-F238E27FC236}">
                <a16:creationId xmlns:a16="http://schemas.microsoft.com/office/drawing/2014/main" id="{BC49E7B8-91A8-E957-289D-3C45C3C20877}"/>
              </a:ext>
            </a:extLst>
          </p:cNvPr>
          <p:cNvSpPr>
            <a:spLocks noGrp="1" noChangeArrowheads="1"/>
          </p:cNvSpPr>
          <p:nvPr>
            <p:ph type="title"/>
          </p:nvPr>
        </p:nvSpPr>
        <p:spPr>
          <a:xfrm>
            <a:off x="152400" y="609600"/>
            <a:ext cx="8229600" cy="609600"/>
          </a:xfrm>
        </p:spPr>
        <p:txBody>
          <a:bodyPr/>
          <a:lstStyle/>
          <a:p>
            <a:pPr eaLnBrk="1" hangingPunct="1"/>
            <a:r>
              <a:rPr lang="en-US" altLang="en-US" dirty="0">
                <a:solidFill>
                  <a:srgbClr val="C00000"/>
                </a:solidFill>
              </a:rPr>
              <a:t>RAID 0 </a:t>
            </a:r>
          </a:p>
        </p:txBody>
      </p:sp>
      <p:sp>
        <p:nvSpPr>
          <p:cNvPr id="12300" name="Text Box 15">
            <a:extLst>
              <a:ext uri="{FF2B5EF4-FFF2-40B4-BE49-F238E27FC236}">
                <a16:creationId xmlns:a16="http://schemas.microsoft.com/office/drawing/2014/main" id="{F46B84C0-F1FB-730C-20FB-557548C85EBC}"/>
              </a:ext>
            </a:extLst>
          </p:cNvPr>
          <p:cNvSpPr txBox="1">
            <a:spLocks noChangeArrowheads="1"/>
          </p:cNvSpPr>
          <p:nvPr/>
        </p:nvSpPr>
        <p:spPr bwMode="auto">
          <a:xfrm>
            <a:off x="7888288" y="2446338"/>
            <a:ext cx="11271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spAutoFit/>
          </a:bodyP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ctr"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6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1</a:t>
            </a:r>
          </a:p>
        </p:txBody>
      </p:sp>
      <p:sp>
        <p:nvSpPr>
          <p:cNvPr id="12301" name="Text Box 16">
            <a:extLst>
              <a:ext uri="{FF2B5EF4-FFF2-40B4-BE49-F238E27FC236}">
                <a16:creationId xmlns:a16="http://schemas.microsoft.com/office/drawing/2014/main" id="{247F729F-46C6-A88D-79DC-400E4D8D713E}"/>
              </a:ext>
            </a:extLst>
          </p:cNvPr>
          <p:cNvSpPr txBox="1">
            <a:spLocks noChangeArrowheads="1"/>
          </p:cNvSpPr>
          <p:nvPr/>
        </p:nvSpPr>
        <p:spPr bwMode="auto">
          <a:xfrm>
            <a:off x="7878763" y="2938463"/>
            <a:ext cx="11271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spAutoFit/>
          </a:bodyP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ctr"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6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9</a:t>
            </a:r>
          </a:p>
        </p:txBody>
      </p:sp>
      <p:sp>
        <p:nvSpPr>
          <p:cNvPr id="12302" name="Text Box 17">
            <a:extLst>
              <a:ext uri="{FF2B5EF4-FFF2-40B4-BE49-F238E27FC236}">
                <a16:creationId xmlns:a16="http://schemas.microsoft.com/office/drawing/2014/main" id="{30A4F5F6-986F-B312-09D3-DD2202E4EE71}"/>
              </a:ext>
            </a:extLst>
          </p:cNvPr>
          <p:cNvSpPr txBox="1">
            <a:spLocks noChangeArrowheads="1"/>
          </p:cNvSpPr>
          <p:nvPr/>
        </p:nvSpPr>
        <p:spPr bwMode="auto">
          <a:xfrm>
            <a:off x="7885113" y="2697163"/>
            <a:ext cx="11271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spAutoFit/>
          </a:bodyP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ctr"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6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5</a:t>
            </a:r>
          </a:p>
        </p:txBody>
      </p:sp>
      <p:sp>
        <p:nvSpPr>
          <p:cNvPr id="12303" name="Text Box 18">
            <a:extLst>
              <a:ext uri="{FF2B5EF4-FFF2-40B4-BE49-F238E27FC236}">
                <a16:creationId xmlns:a16="http://schemas.microsoft.com/office/drawing/2014/main" id="{6F47E0E6-63E1-74D5-0EAA-4B6CBEED93BC}"/>
              </a:ext>
            </a:extLst>
          </p:cNvPr>
          <p:cNvSpPr txBox="1">
            <a:spLocks noChangeArrowheads="1"/>
          </p:cNvSpPr>
          <p:nvPr/>
        </p:nvSpPr>
        <p:spPr bwMode="auto">
          <a:xfrm>
            <a:off x="7888288" y="3475038"/>
            <a:ext cx="11271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spAutoFit/>
          </a:bodyP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ctr"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6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2</a:t>
            </a:r>
          </a:p>
        </p:txBody>
      </p:sp>
      <p:sp>
        <p:nvSpPr>
          <p:cNvPr id="12304" name="Text Box 19">
            <a:extLst>
              <a:ext uri="{FF2B5EF4-FFF2-40B4-BE49-F238E27FC236}">
                <a16:creationId xmlns:a16="http://schemas.microsoft.com/office/drawing/2014/main" id="{9598D202-7AEA-8746-98C7-F4C335F9E7FC}"/>
              </a:ext>
            </a:extLst>
          </p:cNvPr>
          <p:cNvSpPr txBox="1">
            <a:spLocks noChangeArrowheads="1"/>
          </p:cNvSpPr>
          <p:nvPr/>
        </p:nvSpPr>
        <p:spPr bwMode="auto">
          <a:xfrm>
            <a:off x="7826375" y="3967163"/>
            <a:ext cx="2254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spAutoFit/>
          </a:bodyP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ctr"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6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10</a:t>
            </a:r>
          </a:p>
        </p:txBody>
      </p:sp>
      <p:sp>
        <p:nvSpPr>
          <p:cNvPr id="12305" name="Text Box 20">
            <a:extLst>
              <a:ext uri="{FF2B5EF4-FFF2-40B4-BE49-F238E27FC236}">
                <a16:creationId xmlns:a16="http://schemas.microsoft.com/office/drawing/2014/main" id="{DBA6F69E-BBC9-41B5-C893-424D20AEF67E}"/>
              </a:ext>
            </a:extLst>
          </p:cNvPr>
          <p:cNvSpPr txBox="1">
            <a:spLocks noChangeArrowheads="1"/>
          </p:cNvSpPr>
          <p:nvPr/>
        </p:nvSpPr>
        <p:spPr bwMode="auto">
          <a:xfrm>
            <a:off x="7888288" y="3725863"/>
            <a:ext cx="11271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spAutoFit/>
          </a:bodyP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ctr"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6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6</a:t>
            </a:r>
          </a:p>
        </p:txBody>
      </p:sp>
      <p:sp>
        <p:nvSpPr>
          <p:cNvPr id="12306" name="Text Box 21">
            <a:extLst>
              <a:ext uri="{FF2B5EF4-FFF2-40B4-BE49-F238E27FC236}">
                <a16:creationId xmlns:a16="http://schemas.microsoft.com/office/drawing/2014/main" id="{ACDF7DD4-D2AA-5905-0634-58DD10D1E583}"/>
              </a:ext>
            </a:extLst>
          </p:cNvPr>
          <p:cNvSpPr txBox="1">
            <a:spLocks noChangeArrowheads="1"/>
          </p:cNvSpPr>
          <p:nvPr/>
        </p:nvSpPr>
        <p:spPr bwMode="auto">
          <a:xfrm>
            <a:off x="7888288" y="4389438"/>
            <a:ext cx="11271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spAutoFit/>
          </a:bodyP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ctr"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6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3</a:t>
            </a:r>
          </a:p>
        </p:txBody>
      </p:sp>
      <p:sp>
        <p:nvSpPr>
          <p:cNvPr id="12307" name="Text Box 22">
            <a:extLst>
              <a:ext uri="{FF2B5EF4-FFF2-40B4-BE49-F238E27FC236}">
                <a16:creationId xmlns:a16="http://schemas.microsoft.com/office/drawing/2014/main" id="{B2319FF5-5312-C400-0F31-9123694323E6}"/>
              </a:ext>
            </a:extLst>
          </p:cNvPr>
          <p:cNvSpPr txBox="1">
            <a:spLocks noChangeArrowheads="1"/>
          </p:cNvSpPr>
          <p:nvPr/>
        </p:nvSpPr>
        <p:spPr bwMode="auto">
          <a:xfrm>
            <a:off x="7826375" y="4881563"/>
            <a:ext cx="2254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spAutoFit/>
          </a:bodyP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ctr"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6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11</a:t>
            </a:r>
          </a:p>
        </p:txBody>
      </p:sp>
      <p:sp>
        <p:nvSpPr>
          <p:cNvPr id="12308" name="Text Box 23">
            <a:extLst>
              <a:ext uri="{FF2B5EF4-FFF2-40B4-BE49-F238E27FC236}">
                <a16:creationId xmlns:a16="http://schemas.microsoft.com/office/drawing/2014/main" id="{81F05E1C-6C45-40A0-2231-28AF4BC699F1}"/>
              </a:ext>
            </a:extLst>
          </p:cNvPr>
          <p:cNvSpPr txBox="1">
            <a:spLocks noChangeArrowheads="1"/>
          </p:cNvSpPr>
          <p:nvPr/>
        </p:nvSpPr>
        <p:spPr bwMode="auto">
          <a:xfrm>
            <a:off x="7888288" y="4640263"/>
            <a:ext cx="11271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spAutoFit/>
          </a:bodyP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ctr"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6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7</a:t>
            </a:r>
          </a:p>
        </p:txBody>
      </p:sp>
      <p:sp>
        <p:nvSpPr>
          <p:cNvPr id="184344" name="AutoShape 24">
            <a:extLst>
              <a:ext uri="{FF2B5EF4-FFF2-40B4-BE49-F238E27FC236}">
                <a16:creationId xmlns:a16="http://schemas.microsoft.com/office/drawing/2014/main" id="{D0F90F0E-C553-A205-22EC-10E336DEF9A3}"/>
              </a:ext>
            </a:extLst>
          </p:cNvPr>
          <p:cNvSpPr>
            <a:spLocks noChangeAspect="1" noChangeArrowheads="1"/>
          </p:cNvSpPr>
          <p:nvPr/>
        </p:nvSpPr>
        <p:spPr bwMode="auto">
          <a:xfrm flipV="1">
            <a:off x="4605338" y="3694113"/>
            <a:ext cx="173037" cy="249237"/>
          </a:xfrm>
          <a:prstGeom prst="foldedCorner">
            <a:avLst>
              <a:gd name="adj" fmla="val 30912"/>
            </a:avLst>
          </a:prstGeom>
          <a:solidFill>
            <a:schemeClr val="accent1"/>
          </a:solidFill>
          <a:ln w="28575">
            <a:solidFill>
              <a:srgbClr val="000610"/>
            </a:solidFill>
            <a:round/>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84345" name="AutoShape 25">
            <a:extLst>
              <a:ext uri="{FF2B5EF4-FFF2-40B4-BE49-F238E27FC236}">
                <a16:creationId xmlns:a16="http://schemas.microsoft.com/office/drawing/2014/main" id="{87D81EA4-CF91-1758-97C2-F468FC840680}"/>
              </a:ext>
            </a:extLst>
          </p:cNvPr>
          <p:cNvSpPr>
            <a:spLocks noChangeAspect="1" noChangeArrowheads="1"/>
          </p:cNvSpPr>
          <p:nvPr/>
        </p:nvSpPr>
        <p:spPr bwMode="auto">
          <a:xfrm flipV="1">
            <a:off x="4605338" y="3694113"/>
            <a:ext cx="173037" cy="249237"/>
          </a:xfrm>
          <a:prstGeom prst="foldedCorner">
            <a:avLst>
              <a:gd name="adj" fmla="val 30912"/>
            </a:avLst>
          </a:prstGeom>
          <a:solidFill>
            <a:schemeClr val="accent1"/>
          </a:solidFill>
          <a:ln w="28575">
            <a:solidFill>
              <a:srgbClr val="000610"/>
            </a:solidFill>
            <a:round/>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84346" name="AutoShape 26">
            <a:extLst>
              <a:ext uri="{FF2B5EF4-FFF2-40B4-BE49-F238E27FC236}">
                <a16:creationId xmlns:a16="http://schemas.microsoft.com/office/drawing/2014/main" id="{F9EEAA63-D6C9-DC89-9798-8015F387FBCA}"/>
              </a:ext>
            </a:extLst>
          </p:cNvPr>
          <p:cNvSpPr>
            <a:spLocks noChangeAspect="1" noChangeArrowheads="1"/>
          </p:cNvSpPr>
          <p:nvPr/>
        </p:nvSpPr>
        <p:spPr bwMode="auto">
          <a:xfrm flipV="1">
            <a:off x="4605338" y="3694113"/>
            <a:ext cx="173037" cy="249237"/>
          </a:xfrm>
          <a:prstGeom prst="foldedCorner">
            <a:avLst>
              <a:gd name="adj" fmla="val 30912"/>
            </a:avLst>
          </a:prstGeom>
          <a:solidFill>
            <a:schemeClr val="accent1"/>
          </a:solidFill>
          <a:ln w="28575">
            <a:solidFill>
              <a:srgbClr val="000610"/>
            </a:solidFill>
            <a:round/>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84347" name="AutoShape 27">
            <a:extLst>
              <a:ext uri="{FF2B5EF4-FFF2-40B4-BE49-F238E27FC236}">
                <a16:creationId xmlns:a16="http://schemas.microsoft.com/office/drawing/2014/main" id="{18BF8C0F-771C-8955-6D0C-51A6008A2C97}"/>
              </a:ext>
            </a:extLst>
          </p:cNvPr>
          <p:cNvSpPr>
            <a:spLocks noChangeAspect="1" noChangeArrowheads="1"/>
          </p:cNvSpPr>
          <p:nvPr/>
        </p:nvSpPr>
        <p:spPr bwMode="auto">
          <a:xfrm flipV="1">
            <a:off x="4605338" y="3694113"/>
            <a:ext cx="173037" cy="249237"/>
          </a:xfrm>
          <a:prstGeom prst="foldedCorner">
            <a:avLst>
              <a:gd name="adj" fmla="val 30912"/>
            </a:avLst>
          </a:prstGeom>
          <a:solidFill>
            <a:schemeClr val="accent1"/>
          </a:solidFill>
          <a:ln w="28575">
            <a:solidFill>
              <a:srgbClr val="000610"/>
            </a:solidFill>
            <a:round/>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84348" name="AutoShape 28">
            <a:extLst>
              <a:ext uri="{FF2B5EF4-FFF2-40B4-BE49-F238E27FC236}">
                <a16:creationId xmlns:a16="http://schemas.microsoft.com/office/drawing/2014/main" id="{551C1303-B4E2-B030-7153-036ED6560ACF}"/>
              </a:ext>
            </a:extLst>
          </p:cNvPr>
          <p:cNvSpPr>
            <a:spLocks noChangeAspect="1" noChangeArrowheads="1"/>
          </p:cNvSpPr>
          <p:nvPr/>
        </p:nvSpPr>
        <p:spPr bwMode="auto">
          <a:xfrm flipV="1">
            <a:off x="4605338" y="3694113"/>
            <a:ext cx="173037" cy="249237"/>
          </a:xfrm>
          <a:prstGeom prst="foldedCorner">
            <a:avLst>
              <a:gd name="adj" fmla="val 30912"/>
            </a:avLst>
          </a:prstGeom>
          <a:solidFill>
            <a:schemeClr val="accent1"/>
          </a:solidFill>
          <a:ln w="28575">
            <a:solidFill>
              <a:srgbClr val="000610"/>
            </a:solidFill>
            <a:round/>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2314" name="Text Box 29">
            <a:extLst>
              <a:ext uri="{FF2B5EF4-FFF2-40B4-BE49-F238E27FC236}">
                <a16:creationId xmlns:a16="http://schemas.microsoft.com/office/drawing/2014/main" id="{5AD2A78B-C7E5-5722-AD27-EE20320BD75B}"/>
              </a:ext>
            </a:extLst>
          </p:cNvPr>
          <p:cNvSpPr txBox="1">
            <a:spLocks noChangeArrowheads="1"/>
          </p:cNvSpPr>
          <p:nvPr/>
        </p:nvSpPr>
        <p:spPr bwMode="auto">
          <a:xfrm>
            <a:off x="2471738" y="1617663"/>
            <a:ext cx="11271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spAutoFit/>
          </a:bodyP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ctr"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6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0</a:t>
            </a:r>
          </a:p>
        </p:txBody>
      </p:sp>
      <p:grpSp>
        <p:nvGrpSpPr>
          <p:cNvPr id="12315" name="Group 68">
            <a:extLst>
              <a:ext uri="{FF2B5EF4-FFF2-40B4-BE49-F238E27FC236}">
                <a16:creationId xmlns:a16="http://schemas.microsoft.com/office/drawing/2014/main" id="{3D81B236-5682-1A83-DC89-EBB98F3D705C}"/>
              </a:ext>
            </a:extLst>
          </p:cNvPr>
          <p:cNvGrpSpPr>
            <a:grpSpLocks/>
          </p:cNvGrpSpPr>
          <p:nvPr/>
        </p:nvGrpSpPr>
        <p:grpSpPr bwMode="auto">
          <a:xfrm>
            <a:off x="533400" y="2819400"/>
            <a:ext cx="1228725" cy="2133600"/>
            <a:chOff x="336" y="1776"/>
            <a:chExt cx="774" cy="1344"/>
          </a:xfrm>
        </p:grpSpPr>
        <p:pic>
          <p:nvPicPr>
            <p:cNvPr id="12320" name="Picture 69" descr="host12">
              <a:extLst>
                <a:ext uri="{FF2B5EF4-FFF2-40B4-BE49-F238E27FC236}">
                  <a16:creationId xmlns:a16="http://schemas.microsoft.com/office/drawing/2014/main" id="{D1CD5A9A-EF34-6028-8AF7-D57B7AAE66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 y="1776"/>
              <a:ext cx="774" cy="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21" name="Text Box 70">
              <a:extLst>
                <a:ext uri="{FF2B5EF4-FFF2-40B4-BE49-F238E27FC236}">
                  <a16:creationId xmlns:a16="http://schemas.microsoft.com/office/drawing/2014/main" id="{12267AFC-D69F-D588-3069-4C89FC263E3F}"/>
                </a:ext>
              </a:extLst>
            </p:cNvPr>
            <p:cNvSpPr txBox="1">
              <a:spLocks noChangeArrowheads="1"/>
            </p:cNvSpPr>
            <p:nvPr/>
          </p:nvSpPr>
          <p:spPr bwMode="auto">
            <a:xfrm>
              <a:off x="672" y="2986"/>
              <a:ext cx="28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ctr"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400" b="1" i="0" u="none" strike="noStrike" kern="1200" cap="none" spc="0" normalizeH="0" baseline="0" noProof="0">
                  <a:ln>
                    <a:noFill/>
                  </a:ln>
                  <a:solidFill>
                    <a:srgbClr val="000610"/>
                  </a:solidFill>
                  <a:effectLst/>
                  <a:uLnTx/>
                  <a:uFillTx/>
                  <a:latin typeface="Verdana" panose="020B0604030504040204" pitchFamily="34" charset="0"/>
                  <a:ea typeface="+mn-ea"/>
                  <a:cs typeface="Arial" panose="020B0604020202020204" pitchFamily="34" charset="0"/>
                </a:rPr>
                <a:t>Host</a:t>
              </a:r>
            </a:p>
          </p:txBody>
        </p:sp>
      </p:grpSp>
      <p:sp>
        <p:nvSpPr>
          <p:cNvPr id="184391" name="AutoShape 71">
            <a:extLst>
              <a:ext uri="{FF2B5EF4-FFF2-40B4-BE49-F238E27FC236}">
                <a16:creationId xmlns:a16="http://schemas.microsoft.com/office/drawing/2014/main" id="{E651363D-244A-CEF4-03FA-01CF897A71AC}"/>
              </a:ext>
            </a:extLst>
          </p:cNvPr>
          <p:cNvSpPr>
            <a:spLocks noChangeArrowheads="1"/>
          </p:cNvSpPr>
          <p:nvPr/>
        </p:nvSpPr>
        <p:spPr bwMode="auto">
          <a:xfrm flipV="1">
            <a:off x="1284288" y="3505200"/>
            <a:ext cx="436562" cy="628650"/>
          </a:xfrm>
          <a:prstGeom prst="foldedCorner">
            <a:avLst>
              <a:gd name="adj" fmla="val 30912"/>
            </a:avLst>
          </a:prstGeom>
          <a:solidFill>
            <a:schemeClr val="accent1"/>
          </a:solidFill>
          <a:ln w="28575">
            <a:solidFill>
              <a:srgbClr val="000610"/>
            </a:solidFill>
            <a:round/>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grpSp>
        <p:nvGrpSpPr>
          <p:cNvPr id="12317" name="Group 72">
            <a:extLst>
              <a:ext uri="{FF2B5EF4-FFF2-40B4-BE49-F238E27FC236}">
                <a16:creationId xmlns:a16="http://schemas.microsoft.com/office/drawing/2014/main" id="{F7A8E989-D9F1-8359-0FAC-A870CEF6E35F}"/>
              </a:ext>
            </a:extLst>
          </p:cNvPr>
          <p:cNvGrpSpPr>
            <a:grpSpLocks/>
          </p:cNvGrpSpPr>
          <p:nvPr/>
        </p:nvGrpSpPr>
        <p:grpSpPr bwMode="auto">
          <a:xfrm>
            <a:off x="3438525" y="3451225"/>
            <a:ext cx="1358900" cy="720725"/>
            <a:chOff x="2166" y="2174"/>
            <a:chExt cx="856" cy="454"/>
          </a:xfrm>
        </p:grpSpPr>
        <p:sp>
          <p:nvSpPr>
            <p:cNvPr id="12318" name="Rectangle 73">
              <a:extLst>
                <a:ext uri="{FF2B5EF4-FFF2-40B4-BE49-F238E27FC236}">
                  <a16:creationId xmlns:a16="http://schemas.microsoft.com/office/drawing/2014/main" id="{E0CF4804-0429-4549-FC0C-30B4D6F1B25E}"/>
                </a:ext>
              </a:extLst>
            </p:cNvPr>
            <p:cNvSpPr>
              <a:spLocks noChangeArrowheads="1"/>
            </p:cNvSpPr>
            <p:nvPr/>
          </p:nvSpPr>
          <p:spPr bwMode="auto">
            <a:xfrm>
              <a:off x="2166" y="2174"/>
              <a:ext cx="856" cy="454"/>
            </a:xfrm>
            <a:prstGeom prst="rect">
              <a:avLst/>
            </a:prstGeom>
            <a:gradFill rotWithShape="1">
              <a:gsLst>
                <a:gs pos="0">
                  <a:srgbClr val="86BAB5"/>
                </a:gs>
                <a:gs pos="100000">
                  <a:srgbClr val="5B7E7B"/>
                </a:gs>
              </a:gsLst>
              <a:lin ang="2700000" scaled="1"/>
            </a:gradFill>
            <a:ln w="12700" algn="ctr">
              <a:solidFill>
                <a:srgbClr val="88B8B6"/>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2319" name="Text Box 74">
              <a:extLst>
                <a:ext uri="{FF2B5EF4-FFF2-40B4-BE49-F238E27FC236}">
                  <a16:creationId xmlns:a16="http://schemas.microsoft.com/office/drawing/2014/main" id="{3AD3E017-E80A-8611-CD56-AF44D8AD989C}"/>
                </a:ext>
              </a:extLst>
            </p:cNvPr>
            <p:cNvSpPr txBox="1">
              <a:spLocks noChangeArrowheads="1"/>
            </p:cNvSpPr>
            <p:nvPr/>
          </p:nvSpPr>
          <p:spPr bwMode="auto">
            <a:xfrm>
              <a:off x="2288" y="2264"/>
              <a:ext cx="612" cy="278"/>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RAID</a:t>
              </a:r>
              <a:b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b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Controller</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4391"/>
                                        </p:tgtEl>
                                        <p:attrNameLst>
                                          <p:attrName>style.visibility</p:attrName>
                                        </p:attrNameLst>
                                      </p:cBhvr>
                                      <p:to>
                                        <p:strVal val="visible"/>
                                      </p:to>
                                    </p:set>
                                    <p:animEffect transition="in" filter="fade">
                                      <p:cBhvr>
                                        <p:cTn id="7" dur="500"/>
                                        <p:tgtEl>
                                          <p:spTgt spid="184391"/>
                                        </p:tgtEl>
                                      </p:cBhvr>
                                    </p:animEffect>
                                  </p:childTnLst>
                                </p:cTn>
                              </p:par>
                            </p:childTnLst>
                          </p:cTn>
                        </p:par>
                        <p:par>
                          <p:cTn id="8" fill="hold" nodeType="afterGroup">
                            <p:stCondLst>
                              <p:cond delay="500"/>
                            </p:stCondLst>
                            <p:childTnLst>
                              <p:par>
                                <p:cTn id="9" presetID="63" presetClass="path" presetSubtype="0" accel="50000" decel="50000" fill="hold" grpId="1" nodeType="afterEffect">
                                  <p:stCondLst>
                                    <p:cond delay="0"/>
                                  </p:stCondLst>
                                  <p:childTnLst>
                                    <p:animMotion origin="layout" path="M 3.88889E-6 -4.44444E-6 L 0.24531 -4.44444E-6 " pathEditMode="relative" rAng="0" ptsTypes="AA">
                                      <p:cBhvr>
                                        <p:cTn id="10" dur="2000" fill="hold"/>
                                        <p:tgtEl>
                                          <p:spTgt spid="184391"/>
                                        </p:tgtEl>
                                        <p:attrNameLst>
                                          <p:attrName>ppt_x</p:attrName>
                                          <p:attrName>ppt_y</p:attrName>
                                        </p:attrNameLst>
                                      </p:cBhvr>
                                      <p:rCtr x="12257" y="0"/>
                                    </p:animMotion>
                                  </p:childTnLst>
                                  <p:subTnLst>
                                    <p:set>
                                      <p:cBhvr override="childStyle">
                                        <p:cTn dur="1" fill="hold" display="0" masterRel="sameClick" afterEffect="1">
                                          <p:stCondLst>
                                            <p:cond evt="end" delay="0">
                                              <p:tn val="9"/>
                                            </p:cond>
                                          </p:stCondLst>
                                        </p:cTn>
                                        <p:tgtEl>
                                          <p:spTgt spid="184391"/>
                                        </p:tgtEl>
                                        <p:attrNameLst>
                                          <p:attrName>style.visibility</p:attrName>
                                        </p:attrNameLst>
                                      </p:cBhvr>
                                      <p:to>
                                        <p:strVal val="hidden"/>
                                      </p:to>
                                    </p:set>
                                  </p:subTnLst>
                                </p:cTn>
                              </p:par>
                            </p:childTnLst>
                          </p:cTn>
                        </p:par>
                        <p:par>
                          <p:cTn id="11" fill="hold" nodeType="afterGroup">
                            <p:stCondLst>
                              <p:cond delay="2500"/>
                            </p:stCondLst>
                            <p:childTnLst>
                              <p:par>
                                <p:cTn id="12" presetID="0" presetClass="path" presetSubtype="0" accel="50000" decel="50000" fill="hold" grpId="0" nodeType="afterEffect">
                                  <p:stCondLst>
                                    <p:cond delay="0"/>
                                  </p:stCondLst>
                                  <p:childTnLst>
                                    <p:animMotion origin="layout" path="M -8.33333E-7 -0.00116 L 0.07778 -0.00116 L 0.07778 -0.29054 L 0.17986 -0.29054 " pathEditMode="relative" rAng="0" ptsTypes="AAAA">
                                      <p:cBhvr>
                                        <p:cTn id="13" dur="2000" fill="hold"/>
                                        <p:tgtEl>
                                          <p:spTgt spid="184344"/>
                                        </p:tgtEl>
                                        <p:attrNameLst>
                                          <p:attrName>ppt_x</p:attrName>
                                          <p:attrName>ppt_y</p:attrName>
                                        </p:attrNameLst>
                                      </p:cBhvr>
                                      <p:rCtr x="8993" y="-14481"/>
                                    </p:animMotion>
                                  </p:childTnLst>
                                </p:cTn>
                              </p:par>
                              <p:par>
                                <p:cTn id="14" presetID="0" presetClass="path" presetSubtype="0" accel="50000" decel="50000" fill="hold" grpId="0" nodeType="withEffect">
                                  <p:stCondLst>
                                    <p:cond delay="0"/>
                                  </p:stCondLst>
                                  <p:childTnLst>
                                    <p:animMotion origin="layout" path="M -8.33333E-7 -0.00116 L 0.07778 -0.00116 L 0.07778 -0.14643 L 0.17986 -0.14643 " pathEditMode="relative" rAng="0" ptsTypes="AAAA">
                                      <p:cBhvr>
                                        <p:cTn id="15" dur="2000" fill="hold"/>
                                        <p:tgtEl>
                                          <p:spTgt spid="184345"/>
                                        </p:tgtEl>
                                        <p:attrNameLst>
                                          <p:attrName>ppt_x</p:attrName>
                                          <p:attrName>ppt_y</p:attrName>
                                        </p:attrNameLst>
                                      </p:cBhvr>
                                      <p:rCtr x="8993" y="-7263"/>
                                    </p:animMotion>
                                  </p:childTnLst>
                                </p:cTn>
                              </p:par>
                              <p:par>
                                <p:cTn id="16" presetID="0" presetClass="path" presetSubtype="0" accel="50000" decel="50000" fill="hold" grpId="0" nodeType="withEffect">
                                  <p:stCondLst>
                                    <p:cond delay="0"/>
                                  </p:stCondLst>
                                  <p:childTnLst>
                                    <p:animMotion origin="layout" path="M -8.33333E-7 -0.00116 L 0.17691 -0.00116 " pathEditMode="relative" rAng="0" ptsTypes="AA">
                                      <p:cBhvr>
                                        <p:cTn id="17" dur="2000" fill="hold"/>
                                        <p:tgtEl>
                                          <p:spTgt spid="184346"/>
                                        </p:tgtEl>
                                        <p:attrNameLst>
                                          <p:attrName>ppt_x</p:attrName>
                                          <p:attrName>ppt_y</p:attrName>
                                        </p:attrNameLst>
                                      </p:cBhvr>
                                      <p:rCtr x="8837" y="0"/>
                                    </p:animMotion>
                                  </p:childTnLst>
                                </p:cTn>
                              </p:par>
                              <p:par>
                                <p:cTn id="18" presetID="0" presetClass="path" presetSubtype="0" accel="50000" decel="50000" fill="hold" grpId="0" nodeType="withEffect">
                                  <p:stCondLst>
                                    <p:cond delay="0"/>
                                  </p:stCondLst>
                                  <p:childTnLst>
                                    <p:animMotion origin="layout" path="M -8.33333E-7 0.00069 L 0.07778 0.00069 L 0.07778 0.14318 L 0.17986 0.14318 " pathEditMode="relative" rAng="0" ptsTypes="AAAA">
                                      <p:cBhvr>
                                        <p:cTn id="19" dur="2000" fill="hold"/>
                                        <p:tgtEl>
                                          <p:spTgt spid="184347"/>
                                        </p:tgtEl>
                                        <p:attrNameLst>
                                          <p:attrName>ppt_x</p:attrName>
                                          <p:attrName>ppt_y</p:attrName>
                                        </p:attrNameLst>
                                      </p:cBhvr>
                                      <p:rCtr x="8993" y="7125"/>
                                    </p:animMotion>
                                  </p:childTnLst>
                                </p:cTn>
                              </p:par>
                              <p:par>
                                <p:cTn id="20" presetID="0" presetClass="path" presetSubtype="0" accel="50000" decel="50000" fill="hold" grpId="0" nodeType="withEffect">
                                  <p:stCondLst>
                                    <p:cond delay="0"/>
                                  </p:stCondLst>
                                  <p:childTnLst>
                                    <p:animMotion origin="layout" path="M -8.33333E-7 0.00023 L 0.07778 0.00023 L 0.07778 0.28753 L 0.17986 0.28753 " pathEditMode="relative" rAng="0" ptsTypes="AAAA">
                                      <p:cBhvr>
                                        <p:cTn id="21" dur="2000" fill="hold"/>
                                        <p:tgtEl>
                                          <p:spTgt spid="184348"/>
                                        </p:tgtEl>
                                        <p:attrNameLst>
                                          <p:attrName>ppt_x</p:attrName>
                                          <p:attrName>ppt_y</p:attrName>
                                        </p:attrNameLst>
                                      </p:cBhvr>
                                      <p:rCtr x="8993" y="1436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4" grpId="0" animBg="1"/>
      <p:bldP spid="184345" grpId="0" animBg="1"/>
      <p:bldP spid="184346" grpId="0" animBg="1"/>
      <p:bldP spid="184347" grpId="0" animBg="1"/>
      <p:bldP spid="184348" grpId="0" animBg="1"/>
      <p:bldP spid="184391" grpId="0" animBg="1"/>
      <p:bldP spid="184391" grpId="1"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03128E56-F158-6D17-CD67-DFF639850430}"/>
              </a:ext>
            </a:extLst>
          </p:cNvPr>
          <p:cNvSpPr>
            <a:spLocks noGrp="1"/>
          </p:cNvSpPr>
          <p:nvPr>
            <p:ph type="title"/>
          </p:nvPr>
        </p:nvSpPr>
        <p:spPr/>
        <p:txBody>
          <a:bodyPr/>
          <a:lstStyle/>
          <a:p>
            <a:r>
              <a:rPr lang="en-US" altLang="en-US" dirty="0">
                <a:solidFill>
                  <a:srgbClr val="C00000"/>
                </a:solidFill>
              </a:rPr>
              <a:t>RAID 1</a:t>
            </a:r>
            <a:endParaRPr lang="en-MY" altLang="en-US" dirty="0">
              <a:solidFill>
                <a:srgbClr val="C00000"/>
              </a:solidFill>
            </a:endParaRPr>
          </a:p>
        </p:txBody>
      </p:sp>
      <p:sp>
        <p:nvSpPr>
          <p:cNvPr id="13315" name="Content Placeholder 2">
            <a:extLst>
              <a:ext uri="{FF2B5EF4-FFF2-40B4-BE49-F238E27FC236}">
                <a16:creationId xmlns:a16="http://schemas.microsoft.com/office/drawing/2014/main" id="{F3EA9B1E-3C31-0D14-22F5-64C08968FED8}"/>
              </a:ext>
            </a:extLst>
          </p:cNvPr>
          <p:cNvSpPr>
            <a:spLocks noGrp="1"/>
          </p:cNvSpPr>
          <p:nvPr>
            <p:ph idx="1"/>
          </p:nvPr>
        </p:nvSpPr>
        <p:spPr>
          <a:xfrm>
            <a:off x="228600" y="1233489"/>
            <a:ext cx="8705850" cy="4938712"/>
          </a:xfrm>
        </p:spPr>
        <p:txBody>
          <a:bodyPr/>
          <a:lstStyle/>
          <a:p>
            <a:pPr algn="just"/>
            <a:r>
              <a:rPr lang="en-US" altLang="en-US" sz="2100" dirty="0"/>
              <a:t>Data is stored on two different HDDs, yielding two copies of the same data.</a:t>
            </a:r>
          </a:p>
          <a:p>
            <a:pPr lvl="1" algn="just"/>
            <a:r>
              <a:rPr lang="en-US" altLang="en-US" dirty="0"/>
              <a:t>Provides availability.</a:t>
            </a:r>
          </a:p>
          <a:p>
            <a:pPr algn="just"/>
            <a:r>
              <a:rPr lang="en-US" altLang="en-US" sz="2100" dirty="0"/>
              <a:t>In the event of HDD failure, access to data is still available from the surviving HDD.</a:t>
            </a:r>
          </a:p>
          <a:p>
            <a:pPr algn="just"/>
            <a:r>
              <a:rPr lang="en-US" altLang="en-US" sz="2100" dirty="0"/>
              <a:t>When the failed disk is replaced with a new one, data is automatically copied from the surviving disk to the new disk.</a:t>
            </a:r>
          </a:p>
          <a:p>
            <a:pPr lvl="1" algn="just"/>
            <a:r>
              <a:rPr lang="en-US" altLang="en-US" dirty="0"/>
              <a:t>Done automatically by RAID the controller.</a:t>
            </a:r>
          </a:p>
          <a:p>
            <a:pPr algn="just"/>
            <a:r>
              <a:rPr lang="en-US" altLang="en-US" sz="2100" dirty="0"/>
              <a:t>Disadvantage: The amount of storage capacity is twice the amount of data stored.</a:t>
            </a:r>
          </a:p>
          <a:p>
            <a:pPr algn="just"/>
            <a:r>
              <a:rPr lang="en-US" altLang="en-US" sz="2100" dirty="0"/>
              <a:t>Mirroring is NOT the same as doing backup!</a:t>
            </a:r>
            <a:endParaRPr lang="en-MY" altLang="en-US" sz="2100" dirty="0"/>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Line 6">
            <a:extLst>
              <a:ext uri="{FF2B5EF4-FFF2-40B4-BE49-F238E27FC236}">
                <a16:creationId xmlns:a16="http://schemas.microsoft.com/office/drawing/2014/main" id="{994A8A73-35C2-4F09-C93E-3262199245DC}"/>
              </a:ext>
            </a:extLst>
          </p:cNvPr>
          <p:cNvSpPr>
            <a:spLocks noChangeShapeType="1"/>
          </p:cNvSpPr>
          <p:nvPr/>
        </p:nvSpPr>
        <p:spPr bwMode="auto">
          <a:xfrm flipV="1">
            <a:off x="2133600" y="3732213"/>
            <a:ext cx="3038475" cy="1587"/>
          </a:xfrm>
          <a:prstGeom prst="line">
            <a:avLst/>
          </a:prstGeom>
          <a:noFill/>
          <a:ln w="12700">
            <a:solidFill>
              <a:srgbClr val="000000"/>
            </a:solidFill>
            <a:round/>
            <a:headEnd type="none" w="med" len="lg"/>
            <a:tailEnd type="none" w="med" len="lg"/>
          </a:ln>
          <a:extLst>
            <a:ext uri="{909E8E84-426E-40DD-AFC4-6F175D3DCCD1}">
              <a14:hiddenFill xmlns:a14="http://schemas.microsoft.com/office/drawing/2010/main">
                <a:noFill/>
              </a14:hiddenFill>
            </a:ext>
          </a:extLst>
        </p:spPr>
        <p:txBody>
          <a:bodyPr lIns="0" tIns="0" rIns="0" bIns="0" anchor="ctr">
            <a:spAutoFit/>
          </a:body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pic>
        <p:nvPicPr>
          <p:cNvPr id="14339" name="Picture 29" descr="host12">
            <a:extLst>
              <a:ext uri="{FF2B5EF4-FFF2-40B4-BE49-F238E27FC236}">
                <a16:creationId xmlns:a16="http://schemas.microsoft.com/office/drawing/2014/main" id="{50C5D04B-DCAE-6E3E-BB2E-4084F89C0D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2819400"/>
            <a:ext cx="1228725"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0" name="Freeform 2">
            <a:extLst>
              <a:ext uri="{FF2B5EF4-FFF2-40B4-BE49-F238E27FC236}">
                <a16:creationId xmlns:a16="http://schemas.microsoft.com/office/drawing/2014/main" id="{42B3B61D-2D82-DBF9-B2D1-293878063D5A}"/>
              </a:ext>
            </a:extLst>
          </p:cNvPr>
          <p:cNvSpPr>
            <a:spLocks/>
          </p:cNvSpPr>
          <p:nvPr/>
        </p:nvSpPr>
        <p:spPr bwMode="auto">
          <a:xfrm>
            <a:off x="5176838" y="2743200"/>
            <a:ext cx="1147762" cy="1871663"/>
          </a:xfrm>
          <a:custGeom>
            <a:avLst/>
            <a:gdLst>
              <a:gd name="T0" fmla="*/ 2147483647 w 404"/>
              <a:gd name="T1" fmla="*/ 0 h 2488"/>
              <a:gd name="T2" fmla="*/ 0 w 404"/>
              <a:gd name="T3" fmla="*/ 0 h 2488"/>
              <a:gd name="T4" fmla="*/ 0 w 404"/>
              <a:gd name="T5" fmla="*/ 2147483647 h 2488"/>
              <a:gd name="T6" fmla="*/ 2147483647 w 404"/>
              <a:gd name="T7" fmla="*/ 2147483647 h 2488"/>
              <a:gd name="T8" fmla="*/ 0 60000 65536"/>
              <a:gd name="T9" fmla="*/ 0 60000 65536"/>
              <a:gd name="T10" fmla="*/ 0 60000 65536"/>
              <a:gd name="T11" fmla="*/ 0 60000 65536"/>
              <a:gd name="T12" fmla="*/ 0 w 404"/>
              <a:gd name="T13" fmla="*/ 0 h 2488"/>
              <a:gd name="T14" fmla="*/ 404 w 404"/>
              <a:gd name="T15" fmla="*/ 2488 h 2488"/>
            </a:gdLst>
            <a:ahLst/>
            <a:cxnLst>
              <a:cxn ang="T8">
                <a:pos x="T0" y="T1"/>
              </a:cxn>
              <a:cxn ang="T9">
                <a:pos x="T2" y="T3"/>
              </a:cxn>
              <a:cxn ang="T10">
                <a:pos x="T4" y="T5"/>
              </a:cxn>
              <a:cxn ang="T11">
                <a:pos x="T6" y="T7"/>
              </a:cxn>
            </a:cxnLst>
            <a:rect l="T12" t="T13" r="T14" b="T15"/>
            <a:pathLst>
              <a:path w="404" h="2488">
                <a:moveTo>
                  <a:pt x="380" y="0"/>
                </a:moveTo>
                <a:lnTo>
                  <a:pt x="0" y="0"/>
                </a:lnTo>
                <a:lnTo>
                  <a:pt x="0" y="2488"/>
                </a:lnTo>
                <a:lnTo>
                  <a:pt x="404" y="2488"/>
                </a:lnTo>
              </a:path>
            </a:pathLst>
          </a:custGeom>
          <a:noFill/>
          <a:ln w="12700" cap="flat" cmpd="sng">
            <a:solidFill>
              <a:srgbClr val="000000"/>
            </a:solidFill>
            <a:prstDash val="solid"/>
            <a:round/>
            <a:headEnd type="none" w="med" len="lg"/>
            <a:tailEnd type="none" w="med" len="lg"/>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4341" name="Rectangle 5">
            <a:extLst>
              <a:ext uri="{FF2B5EF4-FFF2-40B4-BE49-F238E27FC236}">
                <a16:creationId xmlns:a16="http://schemas.microsoft.com/office/drawing/2014/main" id="{773CFC3C-A8F2-2DC3-3DF6-B99E9F88FFC8}"/>
              </a:ext>
            </a:extLst>
          </p:cNvPr>
          <p:cNvSpPr>
            <a:spLocks noGrp="1" noChangeArrowheads="1"/>
          </p:cNvSpPr>
          <p:nvPr>
            <p:ph type="title"/>
          </p:nvPr>
        </p:nvSpPr>
        <p:spPr/>
        <p:txBody>
          <a:bodyPr/>
          <a:lstStyle/>
          <a:p>
            <a:pPr eaLnBrk="1" hangingPunct="1"/>
            <a:r>
              <a:rPr lang="en-US" altLang="en-US"/>
              <a:t>RAID 1</a:t>
            </a:r>
          </a:p>
        </p:txBody>
      </p:sp>
      <p:grpSp>
        <p:nvGrpSpPr>
          <p:cNvPr id="2" name="Group 9">
            <a:extLst>
              <a:ext uri="{FF2B5EF4-FFF2-40B4-BE49-F238E27FC236}">
                <a16:creationId xmlns:a16="http://schemas.microsoft.com/office/drawing/2014/main" id="{9F1EBA88-2EF2-5C99-6E15-F3265CD28AAE}"/>
              </a:ext>
            </a:extLst>
          </p:cNvPr>
          <p:cNvGrpSpPr>
            <a:grpSpLocks/>
          </p:cNvGrpSpPr>
          <p:nvPr/>
        </p:nvGrpSpPr>
        <p:grpSpPr bwMode="auto">
          <a:xfrm>
            <a:off x="1371600" y="3560763"/>
            <a:ext cx="762000" cy="325437"/>
            <a:chOff x="1607" y="3273"/>
            <a:chExt cx="618" cy="205"/>
          </a:xfrm>
        </p:grpSpPr>
        <p:sp>
          <p:nvSpPr>
            <p:cNvPr id="14363" name="Rectangle 10">
              <a:extLst>
                <a:ext uri="{FF2B5EF4-FFF2-40B4-BE49-F238E27FC236}">
                  <a16:creationId xmlns:a16="http://schemas.microsoft.com/office/drawing/2014/main" id="{7935FE87-1245-53C0-5EA3-7084156F64AC}"/>
                </a:ext>
              </a:extLst>
            </p:cNvPr>
            <p:cNvSpPr>
              <a:spLocks noChangeArrowheads="1"/>
            </p:cNvSpPr>
            <p:nvPr/>
          </p:nvSpPr>
          <p:spPr bwMode="auto">
            <a:xfrm>
              <a:off x="1607" y="3273"/>
              <a:ext cx="618" cy="205"/>
            </a:xfrm>
            <a:prstGeom prst="rect">
              <a:avLst/>
            </a:prstGeom>
            <a:solidFill>
              <a:srgbClr val="E46620"/>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4364" name="Text Box 11">
              <a:extLst>
                <a:ext uri="{FF2B5EF4-FFF2-40B4-BE49-F238E27FC236}">
                  <a16:creationId xmlns:a16="http://schemas.microsoft.com/office/drawing/2014/main" id="{947F794A-30F3-60B7-20DF-35213D5173E3}"/>
                </a:ext>
              </a:extLst>
            </p:cNvPr>
            <p:cNvSpPr txBox="1">
              <a:spLocks noChangeArrowheads="1"/>
            </p:cNvSpPr>
            <p:nvPr/>
          </p:nvSpPr>
          <p:spPr bwMode="auto">
            <a:xfrm>
              <a:off x="1624" y="3306"/>
              <a:ext cx="586"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1</a:t>
              </a:r>
            </a:p>
          </p:txBody>
        </p:sp>
      </p:grpSp>
      <p:grpSp>
        <p:nvGrpSpPr>
          <p:cNvPr id="3" name="Group 12">
            <a:extLst>
              <a:ext uri="{FF2B5EF4-FFF2-40B4-BE49-F238E27FC236}">
                <a16:creationId xmlns:a16="http://schemas.microsoft.com/office/drawing/2014/main" id="{45CB779D-238C-788F-AF0E-867163F47202}"/>
              </a:ext>
            </a:extLst>
          </p:cNvPr>
          <p:cNvGrpSpPr>
            <a:grpSpLocks/>
          </p:cNvGrpSpPr>
          <p:nvPr/>
        </p:nvGrpSpPr>
        <p:grpSpPr bwMode="auto">
          <a:xfrm>
            <a:off x="3370263" y="3570288"/>
            <a:ext cx="820737" cy="325437"/>
            <a:chOff x="1607" y="3273"/>
            <a:chExt cx="618" cy="205"/>
          </a:xfrm>
        </p:grpSpPr>
        <p:sp>
          <p:nvSpPr>
            <p:cNvPr id="14361" name="Rectangle 13">
              <a:extLst>
                <a:ext uri="{FF2B5EF4-FFF2-40B4-BE49-F238E27FC236}">
                  <a16:creationId xmlns:a16="http://schemas.microsoft.com/office/drawing/2014/main" id="{21B787BF-7DA7-B29A-AD8B-E4BD1C3D7AA2}"/>
                </a:ext>
              </a:extLst>
            </p:cNvPr>
            <p:cNvSpPr>
              <a:spLocks noChangeArrowheads="1"/>
            </p:cNvSpPr>
            <p:nvPr/>
          </p:nvSpPr>
          <p:spPr bwMode="auto">
            <a:xfrm>
              <a:off x="1607" y="3273"/>
              <a:ext cx="618" cy="205"/>
            </a:xfrm>
            <a:prstGeom prst="rect">
              <a:avLst/>
            </a:prstGeom>
            <a:solidFill>
              <a:srgbClr val="E46620"/>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4362" name="Text Box 14">
              <a:extLst>
                <a:ext uri="{FF2B5EF4-FFF2-40B4-BE49-F238E27FC236}">
                  <a16:creationId xmlns:a16="http://schemas.microsoft.com/office/drawing/2014/main" id="{6FB7AAEF-AF9D-E294-ADB8-AFE0DAFB58A3}"/>
                </a:ext>
              </a:extLst>
            </p:cNvPr>
            <p:cNvSpPr txBox="1">
              <a:spLocks noChangeArrowheads="1"/>
            </p:cNvSpPr>
            <p:nvPr/>
          </p:nvSpPr>
          <p:spPr bwMode="auto">
            <a:xfrm>
              <a:off x="1645" y="3306"/>
              <a:ext cx="544"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1</a:t>
              </a:r>
            </a:p>
          </p:txBody>
        </p:sp>
      </p:grpSp>
      <p:grpSp>
        <p:nvGrpSpPr>
          <p:cNvPr id="4" name="Group 15">
            <a:extLst>
              <a:ext uri="{FF2B5EF4-FFF2-40B4-BE49-F238E27FC236}">
                <a16:creationId xmlns:a16="http://schemas.microsoft.com/office/drawing/2014/main" id="{65BE0A35-A397-F77C-54B2-C7D3CF3C424C}"/>
              </a:ext>
            </a:extLst>
          </p:cNvPr>
          <p:cNvGrpSpPr>
            <a:grpSpLocks/>
          </p:cNvGrpSpPr>
          <p:nvPr/>
        </p:nvGrpSpPr>
        <p:grpSpPr bwMode="auto">
          <a:xfrm>
            <a:off x="3370263" y="3570288"/>
            <a:ext cx="820737" cy="325437"/>
            <a:chOff x="1607" y="3273"/>
            <a:chExt cx="618" cy="205"/>
          </a:xfrm>
        </p:grpSpPr>
        <p:sp>
          <p:nvSpPr>
            <p:cNvPr id="14359" name="Rectangle 16">
              <a:extLst>
                <a:ext uri="{FF2B5EF4-FFF2-40B4-BE49-F238E27FC236}">
                  <a16:creationId xmlns:a16="http://schemas.microsoft.com/office/drawing/2014/main" id="{35AF188C-3EE3-DB19-4522-19A1319AAFB3}"/>
                </a:ext>
              </a:extLst>
            </p:cNvPr>
            <p:cNvSpPr>
              <a:spLocks noChangeArrowheads="1"/>
            </p:cNvSpPr>
            <p:nvPr/>
          </p:nvSpPr>
          <p:spPr bwMode="auto">
            <a:xfrm>
              <a:off x="1607" y="3273"/>
              <a:ext cx="618" cy="205"/>
            </a:xfrm>
            <a:prstGeom prst="rect">
              <a:avLst/>
            </a:prstGeom>
            <a:solidFill>
              <a:srgbClr val="E46620"/>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4360" name="Text Box 17">
              <a:extLst>
                <a:ext uri="{FF2B5EF4-FFF2-40B4-BE49-F238E27FC236}">
                  <a16:creationId xmlns:a16="http://schemas.microsoft.com/office/drawing/2014/main" id="{7F121050-8559-828A-E951-0E73665AA32D}"/>
                </a:ext>
              </a:extLst>
            </p:cNvPr>
            <p:cNvSpPr txBox="1">
              <a:spLocks noChangeArrowheads="1"/>
            </p:cNvSpPr>
            <p:nvPr/>
          </p:nvSpPr>
          <p:spPr bwMode="auto">
            <a:xfrm>
              <a:off x="1645" y="3306"/>
              <a:ext cx="544"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1</a:t>
              </a:r>
            </a:p>
          </p:txBody>
        </p:sp>
      </p:grpSp>
      <p:grpSp>
        <p:nvGrpSpPr>
          <p:cNvPr id="5" name="Group 18">
            <a:extLst>
              <a:ext uri="{FF2B5EF4-FFF2-40B4-BE49-F238E27FC236}">
                <a16:creationId xmlns:a16="http://schemas.microsoft.com/office/drawing/2014/main" id="{17435D1C-8DC5-74FA-8CB7-AA463C5C5AAF}"/>
              </a:ext>
            </a:extLst>
          </p:cNvPr>
          <p:cNvGrpSpPr>
            <a:grpSpLocks/>
          </p:cNvGrpSpPr>
          <p:nvPr/>
        </p:nvGrpSpPr>
        <p:grpSpPr bwMode="auto">
          <a:xfrm>
            <a:off x="3370263" y="3570288"/>
            <a:ext cx="820737" cy="325437"/>
            <a:chOff x="1607" y="3273"/>
            <a:chExt cx="618" cy="205"/>
          </a:xfrm>
        </p:grpSpPr>
        <p:sp>
          <p:nvSpPr>
            <p:cNvPr id="14357" name="Rectangle 19">
              <a:extLst>
                <a:ext uri="{FF2B5EF4-FFF2-40B4-BE49-F238E27FC236}">
                  <a16:creationId xmlns:a16="http://schemas.microsoft.com/office/drawing/2014/main" id="{CFA0CFEE-43DC-9BF4-D156-9B78B44F7129}"/>
                </a:ext>
              </a:extLst>
            </p:cNvPr>
            <p:cNvSpPr>
              <a:spLocks noChangeArrowheads="1"/>
            </p:cNvSpPr>
            <p:nvPr/>
          </p:nvSpPr>
          <p:spPr bwMode="auto">
            <a:xfrm>
              <a:off x="1607" y="3273"/>
              <a:ext cx="618" cy="205"/>
            </a:xfrm>
            <a:prstGeom prst="rect">
              <a:avLst/>
            </a:prstGeom>
            <a:solidFill>
              <a:srgbClr val="43996C"/>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4358" name="Text Box 20">
              <a:extLst>
                <a:ext uri="{FF2B5EF4-FFF2-40B4-BE49-F238E27FC236}">
                  <a16:creationId xmlns:a16="http://schemas.microsoft.com/office/drawing/2014/main" id="{E470C283-8BF2-4C45-5578-BD794F44B224}"/>
                </a:ext>
              </a:extLst>
            </p:cNvPr>
            <p:cNvSpPr txBox="1">
              <a:spLocks noChangeArrowheads="1"/>
            </p:cNvSpPr>
            <p:nvPr/>
          </p:nvSpPr>
          <p:spPr bwMode="auto">
            <a:xfrm>
              <a:off x="1645" y="3306"/>
              <a:ext cx="544"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0</a:t>
              </a:r>
            </a:p>
          </p:txBody>
        </p:sp>
      </p:grpSp>
      <p:grpSp>
        <p:nvGrpSpPr>
          <p:cNvPr id="6" name="Group 21">
            <a:extLst>
              <a:ext uri="{FF2B5EF4-FFF2-40B4-BE49-F238E27FC236}">
                <a16:creationId xmlns:a16="http://schemas.microsoft.com/office/drawing/2014/main" id="{BE2FC952-A529-DBF9-110F-F1693BF30A1B}"/>
              </a:ext>
            </a:extLst>
          </p:cNvPr>
          <p:cNvGrpSpPr>
            <a:grpSpLocks/>
          </p:cNvGrpSpPr>
          <p:nvPr/>
        </p:nvGrpSpPr>
        <p:grpSpPr bwMode="auto">
          <a:xfrm>
            <a:off x="3370263" y="3570288"/>
            <a:ext cx="820737" cy="325437"/>
            <a:chOff x="1607" y="3273"/>
            <a:chExt cx="618" cy="205"/>
          </a:xfrm>
        </p:grpSpPr>
        <p:sp>
          <p:nvSpPr>
            <p:cNvPr id="14355" name="Rectangle 22">
              <a:extLst>
                <a:ext uri="{FF2B5EF4-FFF2-40B4-BE49-F238E27FC236}">
                  <a16:creationId xmlns:a16="http://schemas.microsoft.com/office/drawing/2014/main" id="{5427C289-40B6-1D82-3652-033F9637C09A}"/>
                </a:ext>
              </a:extLst>
            </p:cNvPr>
            <p:cNvSpPr>
              <a:spLocks noChangeArrowheads="1"/>
            </p:cNvSpPr>
            <p:nvPr/>
          </p:nvSpPr>
          <p:spPr bwMode="auto">
            <a:xfrm>
              <a:off x="1607" y="3273"/>
              <a:ext cx="618" cy="205"/>
            </a:xfrm>
            <a:prstGeom prst="rect">
              <a:avLst/>
            </a:prstGeom>
            <a:solidFill>
              <a:srgbClr val="43996C"/>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4356" name="Text Box 23">
              <a:extLst>
                <a:ext uri="{FF2B5EF4-FFF2-40B4-BE49-F238E27FC236}">
                  <a16:creationId xmlns:a16="http://schemas.microsoft.com/office/drawing/2014/main" id="{EC6015CA-14EF-07EE-4C62-0A7C2BCBB4E5}"/>
                </a:ext>
              </a:extLst>
            </p:cNvPr>
            <p:cNvSpPr txBox="1">
              <a:spLocks noChangeArrowheads="1"/>
            </p:cNvSpPr>
            <p:nvPr/>
          </p:nvSpPr>
          <p:spPr bwMode="auto">
            <a:xfrm>
              <a:off x="1645" y="3306"/>
              <a:ext cx="544"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0</a:t>
              </a:r>
            </a:p>
          </p:txBody>
        </p:sp>
      </p:grpSp>
      <p:sp>
        <p:nvSpPr>
          <p:cNvPr id="14347" name="Text Box 24">
            <a:extLst>
              <a:ext uri="{FF2B5EF4-FFF2-40B4-BE49-F238E27FC236}">
                <a16:creationId xmlns:a16="http://schemas.microsoft.com/office/drawing/2014/main" id="{BF0061AE-D454-D1CA-44AF-110045E7CD7E}"/>
              </a:ext>
            </a:extLst>
          </p:cNvPr>
          <p:cNvSpPr txBox="1">
            <a:spLocks noChangeArrowheads="1"/>
          </p:cNvSpPr>
          <p:nvPr/>
        </p:nvSpPr>
        <p:spPr bwMode="auto">
          <a:xfrm>
            <a:off x="1828800" y="4740275"/>
            <a:ext cx="4572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ctr"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400" b="1" i="0" u="none" strike="noStrike" kern="1200" cap="none" spc="0" normalizeH="0" baseline="0" noProof="0">
                <a:ln>
                  <a:noFill/>
                </a:ln>
                <a:solidFill>
                  <a:srgbClr val="000610"/>
                </a:solidFill>
                <a:effectLst/>
                <a:uLnTx/>
                <a:uFillTx/>
                <a:latin typeface="Verdana" panose="020B0604030504040204" pitchFamily="34" charset="0"/>
                <a:ea typeface="+mn-ea"/>
                <a:cs typeface="Arial" panose="020B0604020202020204" pitchFamily="34" charset="0"/>
              </a:rPr>
              <a:t>Host</a:t>
            </a:r>
          </a:p>
        </p:txBody>
      </p:sp>
      <p:grpSp>
        <p:nvGrpSpPr>
          <p:cNvPr id="7" name="Group 26">
            <a:extLst>
              <a:ext uri="{FF2B5EF4-FFF2-40B4-BE49-F238E27FC236}">
                <a16:creationId xmlns:a16="http://schemas.microsoft.com/office/drawing/2014/main" id="{230E40A8-BB96-8C6A-33FD-BFFD7874ED8C}"/>
              </a:ext>
            </a:extLst>
          </p:cNvPr>
          <p:cNvGrpSpPr>
            <a:grpSpLocks/>
          </p:cNvGrpSpPr>
          <p:nvPr/>
        </p:nvGrpSpPr>
        <p:grpSpPr bwMode="auto">
          <a:xfrm>
            <a:off x="1358900" y="3560763"/>
            <a:ext cx="774700" cy="325437"/>
            <a:chOff x="1607" y="3273"/>
            <a:chExt cx="618" cy="205"/>
          </a:xfrm>
        </p:grpSpPr>
        <p:sp>
          <p:nvSpPr>
            <p:cNvPr id="14353" name="Rectangle 27">
              <a:extLst>
                <a:ext uri="{FF2B5EF4-FFF2-40B4-BE49-F238E27FC236}">
                  <a16:creationId xmlns:a16="http://schemas.microsoft.com/office/drawing/2014/main" id="{4587EECA-1613-80D7-096E-22FCE0E98BC6}"/>
                </a:ext>
              </a:extLst>
            </p:cNvPr>
            <p:cNvSpPr>
              <a:spLocks noChangeArrowheads="1"/>
            </p:cNvSpPr>
            <p:nvPr/>
          </p:nvSpPr>
          <p:spPr bwMode="auto">
            <a:xfrm>
              <a:off x="1607" y="3273"/>
              <a:ext cx="618" cy="205"/>
            </a:xfrm>
            <a:prstGeom prst="rect">
              <a:avLst/>
            </a:prstGeom>
            <a:solidFill>
              <a:srgbClr val="43996C"/>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4354" name="Text Box 28">
              <a:extLst>
                <a:ext uri="{FF2B5EF4-FFF2-40B4-BE49-F238E27FC236}">
                  <a16:creationId xmlns:a16="http://schemas.microsoft.com/office/drawing/2014/main" id="{C2AED19B-F315-7FDF-F1E1-2E5EAE163332}"/>
                </a:ext>
              </a:extLst>
            </p:cNvPr>
            <p:cNvSpPr txBox="1">
              <a:spLocks noChangeArrowheads="1"/>
            </p:cNvSpPr>
            <p:nvPr/>
          </p:nvSpPr>
          <p:spPr bwMode="auto">
            <a:xfrm>
              <a:off x="1629" y="3306"/>
              <a:ext cx="576"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0</a:t>
              </a:r>
            </a:p>
          </p:txBody>
        </p:sp>
      </p:grpSp>
      <p:pic>
        <p:nvPicPr>
          <p:cNvPr id="14349" name="Picture 32" descr="strippeddisk">
            <a:extLst>
              <a:ext uri="{FF2B5EF4-FFF2-40B4-BE49-F238E27FC236}">
                <a16:creationId xmlns:a16="http://schemas.microsoft.com/office/drawing/2014/main" id="{A6486BBF-3784-5D6A-3CD1-2A8B86D111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8400" y="25146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50" name="Picture 33" descr="strippeddisk">
            <a:extLst>
              <a:ext uri="{FF2B5EF4-FFF2-40B4-BE49-F238E27FC236}">
                <a16:creationId xmlns:a16="http://schemas.microsoft.com/office/drawing/2014/main" id="{883D996A-53AC-B480-A9B2-F59C9CEB16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8400" y="44196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51" name="Rectangle 7">
            <a:extLst>
              <a:ext uri="{FF2B5EF4-FFF2-40B4-BE49-F238E27FC236}">
                <a16:creationId xmlns:a16="http://schemas.microsoft.com/office/drawing/2014/main" id="{5DAD7EDF-44B9-2073-9DCB-2B00497F9E48}"/>
              </a:ext>
            </a:extLst>
          </p:cNvPr>
          <p:cNvSpPr>
            <a:spLocks noChangeArrowheads="1"/>
          </p:cNvSpPr>
          <p:nvPr/>
        </p:nvSpPr>
        <p:spPr bwMode="auto">
          <a:xfrm>
            <a:off x="3200400" y="3371850"/>
            <a:ext cx="1358900" cy="720725"/>
          </a:xfrm>
          <a:prstGeom prst="rect">
            <a:avLst/>
          </a:prstGeom>
          <a:gradFill rotWithShape="1">
            <a:gsLst>
              <a:gs pos="0">
                <a:srgbClr val="86BAB5"/>
              </a:gs>
              <a:gs pos="100000">
                <a:srgbClr val="5B7E7B"/>
              </a:gs>
            </a:gsLst>
            <a:lin ang="2700000" scaled="1"/>
          </a:gradFill>
          <a:ln w="12700" algn="ctr">
            <a:solidFill>
              <a:srgbClr val="88B8B6"/>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4352" name="Text Box 8">
            <a:extLst>
              <a:ext uri="{FF2B5EF4-FFF2-40B4-BE49-F238E27FC236}">
                <a16:creationId xmlns:a16="http://schemas.microsoft.com/office/drawing/2014/main" id="{AA97AED8-9B33-D4F5-B1AB-A8316BEB3EE4}"/>
              </a:ext>
            </a:extLst>
          </p:cNvPr>
          <p:cNvSpPr txBox="1">
            <a:spLocks noChangeArrowheads="1"/>
          </p:cNvSpPr>
          <p:nvPr/>
        </p:nvSpPr>
        <p:spPr bwMode="auto">
          <a:xfrm>
            <a:off x="3370263" y="3511550"/>
            <a:ext cx="971550" cy="441325"/>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RAID</a:t>
            </a:r>
            <a:b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b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Controller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3" presetClass="path" presetSubtype="0" accel="50000" decel="50000" fill="hold" nodeType="clickEffect">
                                  <p:stCondLst>
                                    <p:cond delay="0"/>
                                  </p:stCondLst>
                                  <p:childTnLst>
                                    <p:animMotion origin="layout" path="M -2.22222E-6 0.00162 L 0.23212 0.00162 " pathEditMode="relative" rAng="0" ptsTypes="AA">
                                      <p:cBhvr>
                                        <p:cTn id="6" dur="1000" fill="hold"/>
                                        <p:tgtEl>
                                          <p:spTgt spid="7"/>
                                        </p:tgtEl>
                                        <p:attrNameLst>
                                          <p:attrName>ppt_x</p:attrName>
                                          <p:attrName>ppt_y</p:attrName>
                                        </p:attrNameLst>
                                      </p:cBhvr>
                                      <p:rCtr x="11597" y="0"/>
                                    </p:animMotion>
                                  </p:childTnLst>
                                </p:cTn>
                              </p:par>
                            </p:childTnLst>
                          </p:cTn>
                        </p:par>
                        <p:par>
                          <p:cTn id="7" fill="hold" nodeType="afterGroup">
                            <p:stCondLst>
                              <p:cond delay="1000"/>
                            </p:stCondLst>
                            <p:childTnLst>
                              <p:par>
                                <p:cTn id="8" presetID="1" presetClass="exit" presetSubtype="0" fill="hold" nodeType="afterEffect">
                                  <p:stCondLst>
                                    <p:cond delay="0"/>
                                  </p:stCondLst>
                                  <p:childTnLst>
                                    <p:set>
                                      <p:cBhvr>
                                        <p:cTn id="9" dur="1" fill="hold">
                                          <p:stCondLst>
                                            <p:cond delay="0"/>
                                          </p:stCondLst>
                                        </p:cTn>
                                        <p:tgtEl>
                                          <p:spTgt spid="7"/>
                                        </p:tgtEl>
                                        <p:attrNameLst>
                                          <p:attrName>style.visibility</p:attrName>
                                        </p:attrNameLst>
                                      </p:cBhvr>
                                      <p:to>
                                        <p:strVal val="hidden"/>
                                      </p:to>
                                    </p:set>
                                  </p:childTnLst>
                                </p:cTn>
                              </p:par>
                            </p:childTnLst>
                          </p:cTn>
                        </p:par>
                        <p:par>
                          <p:cTn id="10" fill="hold" nodeType="afterGroup">
                            <p:stCondLst>
                              <p:cond delay="1000"/>
                            </p:stCondLst>
                            <p:childTnLst>
                              <p:par>
                                <p:cTn id="11" presetID="1" presetClass="entr" presetSubtype="0"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par>
                          <p:cTn id="13" fill="hold" nodeType="afterGroup">
                            <p:stCondLst>
                              <p:cond delay="1000"/>
                            </p:stCondLst>
                            <p:childTnLst>
                              <p:par>
                                <p:cTn id="14" presetID="0" presetClass="path" presetSubtype="0" accel="50000" decel="50000" fill="hold" nodeType="afterEffect">
                                  <p:stCondLst>
                                    <p:cond delay="0"/>
                                  </p:stCondLst>
                                  <p:childTnLst>
                                    <p:animMotion origin="layout" path="M -0.00069 -2.96296E-6 L 0.1441 -2.96296E-6 L 0.1441 -0.17291 L 0.41285 -0.17268 " pathEditMode="relative" rAng="0" ptsTypes="AAAA">
                                      <p:cBhvr>
                                        <p:cTn id="15" dur="2000" fill="hold"/>
                                        <p:tgtEl>
                                          <p:spTgt spid="6"/>
                                        </p:tgtEl>
                                        <p:attrNameLst>
                                          <p:attrName>ppt_x</p:attrName>
                                          <p:attrName>ppt_y</p:attrName>
                                        </p:attrNameLst>
                                      </p:cBhvr>
                                      <p:rCtr x="20677" y="-8657"/>
                                    </p:animMotion>
                                  </p:childTnLst>
                                </p:cTn>
                              </p:par>
                              <p:par>
                                <p:cTn id="16" presetID="1" presetClass="entr" presetSubtype="0" fill="hold" nodeType="withEffect">
                                  <p:stCondLst>
                                    <p:cond delay="0"/>
                                  </p:stCondLst>
                                  <p:childTnLst>
                                    <p:set>
                                      <p:cBhvr>
                                        <p:cTn id="17" dur="1" fill="hold">
                                          <p:stCondLst>
                                            <p:cond delay="0"/>
                                          </p:stCondLst>
                                        </p:cTn>
                                        <p:tgtEl>
                                          <p:spTgt spid="5"/>
                                        </p:tgtEl>
                                        <p:attrNameLst>
                                          <p:attrName>style.visibility</p:attrName>
                                        </p:attrNameLst>
                                      </p:cBhvr>
                                      <p:to>
                                        <p:strVal val="visible"/>
                                      </p:to>
                                    </p:set>
                                  </p:childTnLst>
                                </p:cTn>
                              </p:par>
                              <p:par>
                                <p:cTn id="18" presetID="0" presetClass="path" presetSubtype="0" accel="50000" decel="50000" fill="hold" nodeType="withEffect">
                                  <p:stCondLst>
                                    <p:cond delay="0"/>
                                  </p:stCondLst>
                                  <p:childTnLst>
                                    <p:animMotion origin="layout" path="M -0.00069 -2.96296E-6 L 0.1441 -2.96296E-6 L 0.1441 0.11505 L 0.41285 0.11482 " pathEditMode="relative" rAng="0" ptsTypes="AAAA">
                                      <p:cBhvr>
                                        <p:cTn id="19" dur="2000" fill="hold"/>
                                        <p:tgtEl>
                                          <p:spTgt spid="5"/>
                                        </p:tgtEl>
                                        <p:attrNameLst>
                                          <p:attrName>ppt_x</p:attrName>
                                          <p:attrName>ppt_y</p:attrName>
                                        </p:attrNameLst>
                                      </p:cBhvr>
                                      <p:rCtr x="20677" y="5741"/>
                                    </p:animMotion>
                                  </p:childTnLst>
                                </p:cTn>
                              </p:par>
                            </p:childTnLst>
                          </p:cTn>
                        </p:par>
                      </p:childTnLst>
                    </p:cTn>
                  </p:par>
                  <p:par>
                    <p:cTn id="20" fill="hold" nodeType="clickPar">
                      <p:stCondLst>
                        <p:cond delay="indefinite"/>
                      </p:stCondLst>
                      <p:childTnLst>
                        <p:par>
                          <p:cTn id="21" fill="hold" nodeType="withGroup">
                            <p:stCondLst>
                              <p:cond delay="0"/>
                            </p:stCondLst>
                            <p:childTnLst>
                              <p:par>
                                <p:cTn id="22" presetID="63" presetClass="path" presetSubtype="0" accel="50000" decel="50000" fill="hold" nodeType="clickEffect">
                                  <p:stCondLst>
                                    <p:cond delay="0"/>
                                  </p:stCondLst>
                                  <p:childTnLst>
                                    <p:animMotion origin="layout" path="M 3.33333E-6 0.00162 L 0.23211 0.00162 " pathEditMode="relative" rAng="0" ptsTypes="AA">
                                      <p:cBhvr>
                                        <p:cTn id="23" dur="1000" fill="hold"/>
                                        <p:tgtEl>
                                          <p:spTgt spid="2"/>
                                        </p:tgtEl>
                                        <p:attrNameLst>
                                          <p:attrName>ppt_x</p:attrName>
                                          <p:attrName>ppt_y</p:attrName>
                                        </p:attrNameLst>
                                      </p:cBhvr>
                                      <p:rCtr x="11597" y="0"/>
                                    </p:animMotion>
                                  </p:childTnLst>
                                </p:cTn>
                              </p:par>
                            </p:childTnLst>
                          </p:cTn>
                        </p:par>
                        <p:par>
                          <p:cTn id="24" fill="hold" nodeType="afterGroup">
                            <p:stCondLst>
                              <p:cond delay="1000"/>
                            </p:stCondLst>
                            <p:childTnLst>
                              <p:par>
                                <p:cTn id="25" presetID="1" presetClass="exit" presetSubtype="0" fill="hold" nodeType="afterEffect">
                                  <p:stCondLst>
                                    <p:cond delay="0"/>
                                  </p:stCondLst>
                                  <p:childTnLst>
                                    <p:set>
                                      <p:cBhvr>
                                        <p:cTn id="26" dur="1" fill="hold">
                                          <p:stCondLst>
                                            <p:cond delay="0"/>
                                          </p:stCondLst>
                                        </p:cTn>
                                        <p:tgtEl>
                                          <p:spTgt spid="2"/>
                                        </p:tgtEl>
                                        <p:attrNameLst>
                                          <p:attrName>style.visibility</p:attrName>
                                        </p:attrNameLst>
                                      </p:cBhvr>
                                      <p:to>
                                        <p:strVal val="hidden"/>
                                      </p:to>
                                    </p:set>
                                  </p:childTnLst>
                                </p:cTn>
                              </p:par>
                            </p:childTnLst>
                          </p:cTn>
                        </p:par>
                        <p:par>
                          <p:cTn id="27" fill="hold" nodeType="afterGroup">
                            <p:stCondLst>
                              <p:cond delay="1000"/>
                            </p:stCondLst>
                            <p:childTnLst>
                              <p:par>
                                <p:cTn id="28" presetID="1" presetClass="entr" presetSubtype="0" fill="hold" nodeType="afterEffect">
                                  <p:stCondLst>
                                    <p:cond delay="0"/>
                                  </p:stCondLst>
                                  <p:childTnLst>
                                    <p:set>
                                      <p:cBhvr>
                                        <p:cTn id="29" dur="1" fill="hold">
                                          <p:stCondLst>
                                            <p:cond delay="0"/>
                                          </p:stCondLst>
                                        </p:cTn>
                                        <p:tgtEl>
                                          <p:spTgt spid="4"/>
                                        </p:tgtEl>
                                        <p:attrNameLst>
                                          <p:attrName>style.visibility</p:attrName>
                                        </p:attrNameLst>
                                      </p:cBhvr>
                                      <p:to>
                                        <p:strVal val="visible"/>
                                      </p:to>
                                    </p:set>
                                  </p:childTnLst>
                                </p:cTn>
                              </p:par>
                            </p:childTnLst>
                          </p:cTn>
                        </p:par>
                        <p:par>
                          <p:cTn id="30" fill="hold" nodeType="afterGroup">
                            <p:stCondLst>
                              <p:cond delay="1000"/>
                            </p:stCondLst>
                            <p:childTnLst>
                              <p:par>
                                <p:cTn id="31" presetID="0" presetClass="path" presetSubtype="0" accel="50000" decel="50000" fill="hold" nodeType="afterEffect">
                                  <p:stCondLst>
                                    <p:cond delay="0"/>
                                  </p:stCondLst>
                                  <p:childTnLst>
                                    <p:animMotion origin="layout" path="M -0.00069 -2.96296E-6 L 0.1441 -2.96296E-6 L 0.1441 -0.11458 L 0.41285 -0.11458 " pathEditMode="relative" rAng="0" ptsTypes="AAAA">
                                      <p:cBhvr>
                                        <p:cTn id="32" dur="2000" fill="hold"/>
                                        <p:tgtEl>
                                          <p:spTgt spid="4"/>
                                        </p:tgtEl>
                                        <p:attrNameLst>
                                          <p:attrName>ppt_x</p:attrName>
                                          <p:attrName>ppt_y</p:attrName>
                                        </p:attrNameLst>
                                      </p:cBhvr>
                                      <p:rCtr x="20677" y="-5741"/>
                                    </p:animMotion>
                                  </p:childTnLst>
                                </p:cTn>
                              </p:par>
                              <p:par>
                                <p:cTn id="33" presetID="1" presetClass="entr" presetSubtype="0" fill="hold" nodeType="withEffect">
                                  <p:stCondLst>
                                    <p:cond delay="0"/>
                                  </p:stCondLst>
                                  <p:childTnLst>
                                    <p:set>
                                      <p:cBhvr>
                                        <p:cTn id="34" dur="1" fill="hold">
                                          <p:stCondLst>
                                            <p:cond delay="0"/>
                                          </p:stCondLst>
                                        </p:cTn>
                                        <p:tgtEl>
                                          <p:spTgt spid="3"/>
                                        </p:tgtEl>
                                        <p:attrNameLst>
                                          <p:attrName>style.visibility</p:attrName>
                                        </p:attrNameLst>
                                      </p:cBhvr>
                                      <p:to>
                                        <p:strVal val="visible"/>
                                      </p:to>
                                    </p:set>
                                  </p:childTnLst>
                                </p:cTn>
                              </p:par>
                              <p:par>
                                <p:cTn id="35" presetID="0" presetClass="path" presetSubtype="0" accel="50000" decel="50000" fill="hold" nodeType="withEffect">
                                  <p:stCondLst>
                                    <p:cond delay="0"/>
                                  </p:stCondLst>
                                  <p:childTnLst>
                                    <p:animMotion origin="layout" path="M -2.77778E-7 3.3796E-6 L 0.1434 3.3796E-6 L 0.1434 0.17765 L 0.41163 0.1758 " pathEditMode="relative" rAng="0" ptsTypes="AAAA">
                                      <p:cBhvr>
                                        <p:cTn id="36" dur="2000" fill="hold"/>
                                        <p:tgtEl>
                                          <p:spTgt spid="3"/>
                                        </p:tgtEl>
                                        <p:attrNameLst>
                                          <p:attrName>ppt_x</p:attrName>
                                          <p:attrName>ppt_y</p:attrName>
                                        </p:attrNameLst>
                                      </p:cBhvr>
                                      <p:rCtr x="20573" y="888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AE1A7-08FD-81F6-B3F5-4FCBC517068A}"/>
              </a:ext>
            </a:extLst>
          </p:cNvPr>
          <p:cNvSpPr>
            <a:spLocks noGrp="1"/>
          </p:cNvSpPr>
          <p:nvPr>
            <p:ph type="title"/>
          </p:nvPr>
        </p:nvSpPr>
        <p:spPr>
          <a:xfrm>
            <a:off x="225425" y="584200"/>
            <a:ext cx="8705850" cy="177800"/>
          </a:xfrm>
        </p:spPr>
        <p:txBody>
          <a:bodyPr/>
          <a:lstStyle/>
          <a:p>
            <a:r>
              <a:rPr lang="en-US" dirty="0">
                <a:solidFill>
                  <a:srgbClr val="C00000"/>
                </a:solidFill>
              </a:rPr>
              <a:t>RAID Level 1</a:t>
            </a:r>
            <a:endParaRPr lang="en-IN" dirty="0">
              <a:solidFill>
                <a:srgbClr val="C00000"/>
              </a:solidFill>
            </a:endParaRPr>
          </a:p>
        </p:txBody>
      </p:sp>
      <p:sp>
        <p:nvSpPr>
          <p:cNvPr id="3" name="Text Placeholder 2">
            <a:extLst>
              <a:ext uri="{FF2B5EF4-FFF2-40B4-BE49-F238E27FC236}">
                <a16:creationId xmlns:a16="http://schemas.microsoft.com/office/drawing/2014/main" id="{0E8EFC91-2BD5-8247-8A3A-71914657CA0F}"/>
              </a:ext>
            </a:extLst>
          </p:cNvPr>
          <p:cNvSpPr>
            <a:spLocks noGrp="1"/>
          </p:cNvSpPr>
          <p:nvPr>
            <p:ph type="body" sz="half" idx="1"/>
          </p:nvPr>
        </p:nvSpPr>
        <p:spPr>
          <a:xfrm>
            <a:off x="269875" y="1066800"/>
            <a:ext cx="4683125" cy="5486400"/>
          </a:xfrm>
        </p:spPr>
        <p:txBody>
          <a:bodyPr/>
          <a:lstStyle/>
          <a:p>
            <a:endParaRPr lang="en-IN" dirty="0"/>
          </a:p>
        </p:txBody>
      </p:sp>
      <p:pic>
        <p:nvPicPr>
          <p:cNvPr id="6" name="Content Placeholder 5">
            <a:extLst>
              <a:ext uri="{FF2B5EF4-FFF2-40B4-BE49-F238E27FC236}">
                <a16:creationId xmlns:a16="http://schemas.microsoft.com/office/drawing/2014/main" id="{8355E678-A666-1D32-E7B7-56E01CF47334}"/>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39681" y="3048703"/>
            <a:ext cx="3668656" cy="1492431"/>
          </a:xfrm>
        </p:spPr>
      </p:pic>
      <p:pic>
        <p:nvPicPr>
          <p:cNvPr id="9" name="Picture 8">
            <a:extLst>
              <a:ext uri="{FF2B5EF4-FFF2-40B4-BE49-F238E27FC236}">
                <a16:creationId xmlns:a16="http://schemas.microsoft.com/office/drawing/2014/main" id="{B878F25A-F148-EFD0-5D18-2E536B562D9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9681" y="1066800"/>
            <a:ext cx="3408419" cy="1791494"/>
          </a:xfrm>
          <a:prstGeom prst="rect">
            <a:avLst/>
          </a:prstGeom>
        </p:spPr>
      </p:pic>
      <p:sp>
        <p:nvSpPr>
          <p:cNvPr id="7" name="Rectangle 3">
            <a:extLst>
              <a:ext uri="{FF2B5EF4-FFF2-40B4-BE49-F238E27FC236}">
                <a16:creationId xmlns:a16="http://schemas.microsoft.com/office/drawing/2014/main" id="{F59B1BD2-8542-70BF-3F04-C53CA641E770}"/>
              </a:ext>
            </a:extLst>
          </p:cNvPr>
          <p:cNvSpPr txBox="1">
            <a:spLocks noChangeArrowheads="1"/>
          </p:cNvSpPr>
          <p:nvPr/>
        </p:nvSpPr>
        <p:spPr bwMode="auto">
          <a:xfrm>
            <a:off x="4899260" y="1318072"/>
            <a:ext cx="3974865"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2160" tIns="46080" rIns="92160" bIns="46080" numCol="1" anchor="t" anchorCtr="0" compatLnSpc="1">
            <a:prstTxWarp prst="textNoShape">
              <a:avLst/>
            </a:prstTxWarp>
          </a:bodyPr>
          <a:lstStyle>
            <a:lvl1pPr marL="234950" indent="-234950" algn="l" defTabSz="890588" rtl="0" eaLnBrk="0" fontAlgn="base" hangingPunct="0">
              <a:spcBef>
                <a:spcPct val="50000"/>
              </a:spcBef>
              <a:spcAft>
                <a:spcPct val="0"/>
              </a:spcAft>
              <a:buClr>
                <a:srgbClr val="003580"/>
              </a:buClr>
              <a:buChar char="o"/>
              <a:tabLst>
                <a:tab pos="6985000" algn="l"/>
                <a:tab pos="7185025" algn="l"/>
                <a:tab pos="7837488" algn="l"/>
              </a:tabLst>
              <a:defRPr sz="2600">
                <a:solidFill>
                  <a:schemeClr val="tx2"/>
                </a:solidFill>
                <a:latin typeface="+mn-lt"/>
                <a:ea typeface="+mn-ea"/>
                <a:cs typeface="+mn-cs"/>
              </a:defRPr>
            </a:lvl1pPr>
            <a:lvl2pPr marL="568325" indent="-219075" algn="l" defTabSz="890588" rtl="0" eaLnBrk="0" fontAlgn="base" hangingPunct="0">
              <a:spcBef>
                <a:spcPct val="25000"/>
              </a:spcBef>
              <a:spcAft>
                <a:spcPct val="0"/>
              </a:spcAft>
              <a:buClr>
                <a:srgbClr val="003580"/>
              </a:buClr>
              <a:buChar char="o"/>
              <a:tabLst>
                <a:tab pos="6985000" algn="l"/>
                <a:tab pos="7185025" algn="l"/>
                <a:tab pos="7837488" algn="l"/>
              </a:tabLst>
              <a:defRPr sz="2100">
                <a:solidFill>
                  <a:schemeClr val="tx2"/>
                </a:solidFill>
                <a:latin typeface="+mn-lt"/>
                <a:cs typeface="+mn-cs"/>
              </a:defRPr>
            </a:lvl2pPr>
            <a:lvl3pPr marL="908050" indent="-222250" algn="l" defTabSz="890588" rtl="0" eaLnBrk="0" fontAlgn="base" hangingPunct="0">
              <a:spcBef>
                <a:spcPct val="25000"/>
              </a:spcBef>
              <a:spcAft>
                <a:spcPct val="0"/>
              </a:spcAft>
              <a:buClr>
                <a:srgbClr val="003580"/>
              </a:buClr>
              <a:buChar char="o"/>
              <a:tabLst>
                <a:tab pos="6985000" algn="l"/>
                <a:tab pos="7185025" algn="l"/>
                <a:tab pos="7837488" algn="l"/>
              </a:tabLst>
              <a:defRPr sz="1900">
                <a:solidFill>
                  <a:schemeClr val="tx2"/>
                </a:solidFill>
                <a:latin typeface="+mn-lt"/>
                <a:cs typeface="+mn-cs"/>
              </a:defRPr>
            </a:lvl3pPr>
            <a:lvl4pPr marL="1257300" indent="-234950" algn="l" defTabSz="890588" rtl="0" eaLnBrk="0" fontAlgn="base" hangingPunct="0">
              <a:spcBef>
                <a:spcPct val="25000"/>
              </a:spcBef>
              <a:spcAft>
                <a:spcPct val="0"/>
              </a:spcAft>
              <a:buClr>
                <a:srgbClr val="003580"/>
              </a:buClr>
              <a:buChar char="o"/>
              <a:tabLst>
                <a:tab pos="6985000" algn="l"/>
                <a:tab pos="7185025" algn="l"/>
                <a:tab pos="7837488" algn="l"/>
              </a:tabLst>
              <a:defRPr sz="1600">
                <a:solidFill>
                  <a:schemeClr val="tx2"/>
                </a:solidFill>
                <a:latin typeface="+mn-lt"/>
                <a:cs typeface="+mn-cs"/>
              </a:defRPr>
            </a:lvl4pPr>
            <a:lvl5pPr marL="1606550" indent="-234950" algn="l" defTabSz="890588" rtl="0" eaLnBrk="0" fontAlgn="base" hangingPunct="0">
              <a:spcBef>
                <a:spcPct val="25000"/>
              </a:spcBef>
              <a:spcAft>
                <a:spcPct val="0"/>
              </a:spcAft>
              <a:buClr>
                <a:srgbClr val="003580"/>
              </a:buClr>
              <a:buChar char="o"/>
              <a:tabLst>
                <a:tab pos="6985000" algn="l"/>
                <a:tab pos="7185025" algn="l"/>
                <a:tab pos="7837488" algn="l"/>
              </a:tabLst>
              <a:defRPr sz="1400">
                <a:solidFill>
                  <a:schemeClr val="tx2"/>
                </a:solidFill>
                <a:latin typeface="+mn-lt"/>
                <a:cs typeface="+mn-cs"/>
              </a:defRPr>
            </a:lvl5pPr>
            <a:lvl6pPr marL="2063750" indent="-234950" algn="l" defTabSz="890588" rtl="0" eaLnBrk="0" fontAlgn="base" hangingPunct="0">
              <a:spcBef>
                <a:spcPct val="25000"/>
              </a:spcBef>
              <a:spcAft>
                <a:spcPct val="0"/>
              </a:spcAft>
              <a:buClr>
                <a:srgbClr val="003580"/>
              </a:buClr>
              <a:buChar char="o"/>
              <a:tabLst>
                <a:tab pos="6985000" algn="l"/>
                <a:tab pos="7185025" algn="l"/>
                <a:tab pos="7837488" algn="l"/>
              </a:tabLst>
              <a:defRPr sz="1400">
                <a:solidFill>
                  <a:schemeClr val="tx2"/>
                </a:solidFill>
                <a:latin typeface="+mn-lt"/>
                <a:cs typeface="+mn-cs"/>
              </a:defRPr>
            </a:lvl6pPr>
            <a:lvl7pPr marL="2520950" indent="-234950" algn="l" defTabSz="890588" rtl="0" eaLnBrk="0" fontAlgn="base" hangingPunct="0">
              <a:spcBef>
                <a:spcPct val="25000"/>
              </a:spcBef>
              <a:spcAft>
                <a:spcPct val="0"/>
              </a:spcAft>
              <a:buClr>
                <a:srgbClr val="003580"/>
              </a:buClr>
              <a:buChar char="o"/>
              <a:tabLst>
                <a:tab pos="6985000" algn="l"/>
                <a:tab pos="7185025" algn="l"/>
                <a:tab pos="7837488" algn="l"/>
              </a:tabLst>
              <a:defRPr sz="1400">
                <a:solidFill>
                  <a:schemeClr val="tx2"/>
                </a:solidFill>
                <a:latin typeface="+mn-lt"/>
                <a:cs typeface="+mn-cs"/>
              </a:defRPr>
            </a:lvl7pPr>
            <a:lvl8pPr marL="2978150" indent="-234950" algn="l" defTabSz="890588" rtl="0" eaLnBrk="0" fontAlgn="base" hangingPunct="0">
              <a:spcBef>
                <a:spcPct val="25000"/>
              </a:spcBef>
              <a:spcAft>
                <a:spcPct val="0"/>
              </a:spcAft>
              <a:buClr>
                <a:srgbClr val="003580"/>
              </a:buClr>
              <a:buChar char="o"/>
              <a:tabLst>
                <a:tab pos="6985000" algn="l"/>
                <a:tab pos="7185025" algn="l"/>
                <a:tab pos="7837488" algn="l"/>
              </a:tabLst>
              <a:defRPr sz="1400">
                <a:solidFill>
                  <a:schemeClr val="tx2"/>
                </a:solidFill>
                <a:latin typeface="+mn-lt"/>
                <a:cs typeface="+mn-cs"/>
              </a:defRPr>
            </a:lvl8pPr>
            <a:lvl9pPr marL="3435350" indent="-234950" algn="l" defTabSz="890588" rtl="0" eaLnBrk="0" fontAlgn="base" hangingPunct="0">
              <a:spcBef>
                <a:spcPct val="25000"/>
              </a:spcBef>
              <a:spcAft>
                <a:spcPct val="0"/>
              </a:spcAft>
              <a:buClr>
                <a:srgbClr val="003580"/>
              </a:buClr>
              <a:buChar char="o"/>
              <a:tabLst>
                <a:tab pos="6985000" algn="l"/>
                <a:tab pos="7185025" algn="l"/>
                <a:tab pos="7837488" algn="l"/>
              </a:tabLst>
              <a:defRPr sz="1400">
                <a:solidFill>
                  <a:schemeClr val="tx2"/>
                </a:solidFill>
                <a:latin typeface="+mn-lt"/>
                <a:cs typeface="+mn-cs"/>
              </a:defRPr>
            </a:lvl9pPr>
          </a:lstStyle>
          <a:p>
            <a:pPr marL="341313" indent="-341313" algn="just"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100" kern="0" dirty="0"/>
              <a:t>Mirroring</a:t>
            </a:r>
          </a:p>
          <a:p>
            <a:pPr marL="741363" lvl="1" indent="-284163" algn="just"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kern="0" dirty="0"/>
              <a:t>Two copies of each disk block</a:t>
            </a:r>
          </a:p>
          <a:p>
            <a:pPr marL="341313" indent="-341313" algn="just"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100" kern="0" dirty="0"/>
              <a:t>Advantages:</a:t>
            </a:r>
          </a:p>
          <a:p>
            <a:pPr marL="741363" lvl="1" indent="-284163" algn="just"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kern="0" dirty="0"/>
              <a:t>Simple to implement</a:t>
            </a:r>
          </a:p>
          <a:p>
            <a:pPr marL="741363" lvl="1" indent="-284163" algn="just"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kern="0" dirty="0"/>
              <a:t>Fault-tolerant</a:t>
            </a:r>
          </a:p>
          <a:p>
            <a:pPr marL="341313" indent="-341313" algn="just"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100" kern="0" dirty="0"/>
              <a:t>Disadvantage:</a:t>
            </a:r>
          </a:p>
          <a:p>
            <a:pPr marL="741363" lvl="1" indent="-284163" algn="just"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kern="0" dirty="0"/>
              <a:t>Requires twice the disk capacity of normal file systems</a:t>
            </a:r>
          </a:p>
        </p:txBody>
      </p:sp>
      <p:grpSp>
        <p:nvGrpSpPr>
          <p:cNvPr id="11" name="Group 4">
            <a:extLst>
              <a:ext uri="{FF2B5EF4-FFF2-40B4-BE49-F238E27FC236}">
                <a16:creationId xmlns:a16="http://schemas.microsoft.com/office/drawing/2014/main" id="{D7AFF2EF-5483-6294-DDA3-EC31BDAF8BCB}"/>
              </a:ext>
            </a:extLst>
          </p:cNvPr>
          <p:cNvGrpSpPr>
            <a:grpSpLocks/>
          </p:cNvGrpSpPr>
          <p:nvPr/>
        </p:nvGrpSpPr>
        <p:grpSpPr bwMode="auto">
          <a:xfrm>
            <a:off x="771176" y="4749800"/>
            <a:ext cx="3048000" cy="1524000"/>
            <a:chOff x="1056" y="2736"/>
            <a:chExt cx="1920" cy="960"/>
          </a:xfrm>
        </p:grpSpPr>
        <p:grpSp>
          <p:nvGrpSpPr>
            <p:cNvPr id="12" name="Group 5">
              <a:extLst>
                <a:ext uri="{FF2B5EF4-FFF2-40B4-BE49-F238E27FC236}">
                  <a16:creationId xmlns:a16="http://schemas.microsoft.com/office/drawing/2014/main" id="{53271AB3-49E6-A446-F4C9-064387788FCB}"/>
                </a:ext>
              </a:extLst>
            </p:cNvPr>
            <p:cNvGrpSpPr>
              <a:grpSpLocks/>
            </p:cNvGrpSpPr>
            <p:nvPr/>
          </p:nvGrpSpPr>
          <p:grpSpPr bwMode="auto">
            <a:xfrm>
              <a:off x="1056" y="3264"/>
              <a:ext cx="1920" cy="432"/>
              <a:chOff x="1056" y="3264"/>
              <a:chExt cx="1920" cy="432"/>
            </a:xfrm>
          </p:grpSpPr>
          <p:grpSp>
            <p:nvGrpSpPr>
              <p:cNvPr id="19" name="Group 6">
                <a:extLst>
                  <a:ext uri="{FF2B5EF4-FFF2-40B4-BE49-F238E27FC236}">
                    <a16:creationId xmlns:a16="http://schemas.microsoft.com/office/drawing/2014/main" id="{E0D06248-D31F-FF47-9C0A-C46DED31A437}"/>
                  </a:ext>
                </a:extLst>
              </p:cNvPr>
              <p:cNvGrpSpPr>
                <a:grpSpLocks/>
              </p:cNvGrpSpPr>
              <p:nvPr/>
            </p:nvGrpSpPr>
            <p:grpSpPr bwMode="auto">
              <a:xfrm>
                <a:off x="1056" y="3264"/>
                <a:ext cx="336" cy="432"/>
                <a:chOff x="720" y="3264"/>
                <a:chExt cx="336" cy="432"/>
              </a:xfrm>
            </p:grpSpPr>
            <p:sp>
              <p:nvSpPr>
                <p:cNvPr id="29" name="AutoShape 7">
                  <a:extLst>
                    <a:ext uri="{FF2B5EF4-FFF2-40B4-BE49-F238E27FC236}">
                      <a16:creationId xmlns:a16="http://schemas.microsoft.com/office/drawing/2014/main" id="{2586F263-74F7-3AF9-A9C8-623467E33302}"/>
                    </a:ext>
                  </a:extLst>
                </p:cNvPr>
                <p:cNvSpPr>
                  <a:spLocks noChangeArrowheads="1"/>
                </p:cNvSpPr>
                <p:nvPr/>
              </p:nvSpPr>
              <p:spPr bwMode="auto">
                <a:xfrm>
                  <a:off x="720" y="3264"/>
                  <a:ext cx="336" cy="432"/>
                </a:xfrm>
                <a:prstGeom prst="can">
                  <a:avLst>
                    <a:gd name="adj" fmla="val 32143"/>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10000"/>
                    </a:spcBef>
                    <a:spcAft>
                      <a:spcPct val="0"/>
                    </a:spcAft>
                    <a:defRPr>
                      <a:solidFill>
                        <a:schemeClr val="tx1"/>
                      </a:solidFill>
                      <a:latin typeface="Arial" panose="020B0604020202020204" pitchFamily="34" charset="0"/>
                    </a:defRPr>
                  </a:lvl6pPr>
                  <a:lvl7pPr marL="2971800" indent="-228600" algn="ctr" eaLnBrk="0" fontAlgn="base" hangingPunct="0">
                    <a:spcBef>
                      <a:spcPct val="10000"/>
                    </a:spcBef>
                    <a:spcAft>
                      <a:spcPct val="0"/>
                    </a:spcAft>
                    <a:defRPr>
                      <a:solidFill>
                        <a:schemeClr val="tx1"/>
                      </a:solidFill>
                      <a:latin typeface="Arial" panose="020B0604020202020204" pitchFamily="34" charset="0"/>
                    </a:defRPr>
                  </a:lvl7pPr>
                  <a:lvl8pPr marL="3429000" indent="-228600" algn="ctr" eaLnBrk="0" fontAlgn="base" hangingPunct="0">
                    <a:spcBef>
                      <a:spcPct val="10000"/>
                    </a:spcBef>
                    <a:spcAft>
                      <a:spcPct val="0"/>
                    </a:spcAft>
                    <a:defRPr>
                      <a:solidFill>
                        <a:schemeClr val="tx1"/>
                      </a:solidFill>
                      <a:latin typeface="Arial" panose="020B0604020202020204" pitchFamily="34" charset="0"/>
                    </a:defRPr>
                  </a:lvl8pPr>
                  <a:lvl9pPr marL="3886200" indent="-228600" algn="ctr" eaLnBrk="0" fontAlgn="base" hangingPunct="0">
                    <a:spcBef>
                      <a:spcPct val="10000"/>
                    </a:spcBef>
                    <a:spcAft>
                      <a:spcPct val="0"/>
                    </a:spcAft>
                    <a:defRPr>
                      <a:solidFill>
                        <a:schemeClr val="tx1"/>
                      </a:solidFill>
                      <a:latin typeface="Arial" panose="020B0604020202020204" pitchFamily="34" charset="0"/>
                    </a:defRPr>
                  </a:lvl9pPr>
                </a:lstStyle>
                <a:p>
                  <a:endParaRPr lang="en-US" altLang="en-US"/>
                </a:p>
              </p:txBody>
            </p:sp>
            <p:sp>
              <p:nvSpPr>
                <p:cNvPr id="30" name="Oval 8" descr="Small grid">
                  <a:extLst>
                    <a:ext uri="{FF2B5EF4-FFF2-40B4-BE49-F238E27FC236}">
                      <a16:creationId xmlns:a16="http://schemas.microsoft.com/office/drawing/2014/main" id="{E0EEE31C-AC36-21DE-C61D-5B2524ECEF46}"/>
                    </a:ext>
                  </a:extLst>
                </p:cNvPr>
                <p:cNvSpPr>
                  <a:spLocks noChangeArrowheads="1"/>
                </p:cNvSpPr>
                <p:nvPr/>
              </p:nvSpPr>
              <p:spPr bwMode="auto">
                <a:xfrm>
                  <a:off x="720" y="3456"/>
                  <a:ext cx="336" cy="96"/>
                </a:xfrm>
                <a:prstGeom prst="ellipse">
                  <a:avLst/>
                </a:prstGeom>
                <a:pattFill prst="smGrid">
                  <a:fgClr>
                    <a:schemeClr val="tx1"/>
                  </a:fgClr>
                  <a:bgClr>
                    <a:schemeClr val="bg1"/>
                  </a:bgClr>
                </a:pattFill>
                <a:ln w="12700">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10000"/>
                    </a:spcBef>
                    <a:spcAft>
                      <a:spcPct val="0"/>
                    </a:spcAft>
                    <a:defRPr>
                      <a:solidFill>
                        <a:schemeClr val="tx1"/>
                      </a:solidFill>
                      <a:latin typeface="Arial" panose="020B0604020202020204" pitchFamily="34" charset="0"/>
                    </a:defRPr>
                  </a:lvl6pPr>
                  <a:lvl7pPr marL="2971800" indent="-228600" algn="ctr" eaLnBrk="0" fontAlgn="base" hangingPunct="0">
                    <a:spcBef>
                      <a:spcPct val="10000"/>
                    </a:spcBef>
                    <a:spcAft>
                      <a:spcPct val="0"/>
                    </a:spcAft>
                    <a:defRPr>
                      <a:solidFill>
                        <a:schemeClr val="tx1"/>
                      </a:solidFill>
                      <a:latin typeface="Arial" panose="020B0604020202020204" pitchFamily="34" charset="0"/>
                    </a:defRPr>
                  </a:lvl7pPr>
                  <a:lvl8pPr marL="3429000" indent="-228600" algn="ctr" eaLnBrk="0" fontAlgn="base" hangingPunct="0">
                    <a:spcBef>
                      <a:spcPct val="10000"/>
                    </a:spcBef>
                    <a:spcAft>
                      <a:spcPct val="0"/>
                    </a:spcAft>
                    <a:defRPr>
                      <a:solidFill>
                        <a:schemeClr val="tx1"/>
                      </a:solidFill>
                      <a:latin typeface="Arial" panose="020B0604020202020204" pitchFamily="34" charset="0"/>
                    </a:defRPr>
                  </a:lvl8pPr>
                  <a:lvl9pPr marL="3886200" indent="-228600" algn="ctr" eaLnBrk="0" fontAlgn="base" hangingPunct="0">
                    <a:spcBef>
                      <a:spcPct val="10000"/>
                    </a:spcBef>
                    <a:spcAft>
                      <a:spcPct val="0"/>
                    </a:spcAft>
                    <a:defRPr>
                      <a:solidFill>
                        <a:schemeClr val="tx1"/>
                      </a:solidFill>
                      <a:latin typeface="Arial" panose="020B0604020202020204" pitchFamily="34" charset="0"/>
                    </a:defRPr>
                  </a:lvl9pPr>
                </a:lstStyle>
                <a:p>
                  <a:endParaRPr lang="en-US" altLang="en-US"/>
                </a:p>
              </p:txBody>
            </p:sp>
          </p:grpSp>
          <p:grpSp>
            <p:nvGrpSpPr>
              <p:cNvPr id="20" name="Group 9">
                <a:extLst>
                  <a:ext uri="{FF2B5EF4-FFF2-40B4-BE49-F238E27FC236}">
                    <a16:creationId xmlns:a16="http://schemas.microsoft.com/office/drawing/2014/main" id="{D292F754-5D82-887F-848F-3BF8A65B677F}"/>
                  </a:ext>
                </a:extLst>
              </p:cNvPr>
              <p:cNvGrpSpPr>
                <a:grpSpLocks/>
              </p:cNvGrpSpPr>
              <p:nvPr/>
            </p:nvGrpSpPr>
            <p:grpSpPr bwMode="auto">
              <a:xfrm>
                <a:off x="1584" y="3264"/>
                <a:ext cx="336" cy="432"/>
                <a:chOff x="720" y="3264"/>
                <a:chExt cx="336" cy="432"/>
              </a:xfrm>
            </p:grpSpPr>
            <p:sp>
              <p:nvSpPr>
                <p:cNvPr id="27" name="AutoShape 10">
                  <a:extLst>
                    <a:ext uri="{FF2B5EF4-FFF2-40B4-BE49-F238E27FC236}">
                      <a16:creationId xmlns:a16="http://schemas.microsoft.com/office/drawing/2014/main" id="{D1D8CC09-8BE0-D728-8704-D470E964F7C5}"/>
                    </a:ext>
                  </a:extLst>
                </p:cNvPr>
                <p:cNvSpPr>
                  <a:spLocks noChangeArrowheads="1"/>
                </p:cNvSpPr>
                <p:nvPr/>
              </p:nvSpPr>
              <p:spPr bwMode="auto">
                <a:xfrm>
                  <a:off x="720" y="3264"/>
                  <a:ext cx="336" cy="432"/>
                </a:xfrm>
                <a:prstGeom prst="can">
                  <a:avLst>
                    <a:gd name="adj" fmla="val 32143"/>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10000"/>
                    </a:spcBef>
                    <a:spcAft>
                      <a:spcPct val="0"/>
                    </a:spcAft>
                    <a:defRPr>
                      <a:solidFill>
                        <a:schemeClr val="tx1"/>
                      </a:solidFill>
                      <a:latin typeface="Arial" panose="020B0604020202020204" pitchFamily="34" charset="0"/>
                    </a:defRPr>
                  </a:lvl6pPr>
                  <a:lvl7pPr marL="2971800" indent="-228600" algn="ctr" eaLnBrk="0" fontAlgn="base" hangingPunct="0">
                    <a:spcBef>
                      <a:spcPct val="10000"/>
                    </a:spcBef>
                    <a:spcAft>
                      <a:spcPct val="0"/>
                    </a:spcAft>
                    <a:defRPr>
                      <a:solidFill>
                        <a:schemeClr val="tx1"/>
                      </a:solidFill>
                      <a:latin typeface="Arial" panose="020B0604020202020204" pitchFamily="34" charset="0"/>
                    </a:defRPr>
                  </a:lvl7pPr>
                  <a:lvl8pPr marL="3429000" indent="-228600" algn="ctr" eaLnBrk="0" fontAlgn="base" hangingPunct="0">
                    <a:spcBef>
                      <a:spcPct val="10000"/>
                    </a:spcBef>
                    <a:spcAft>
                      <a:spcPct val="0"/>
                    </a:spcAft>
                    <a:defRPr>
                      <a:solidFill>
                        <a:schemeClr val="tx1"/>
                      </a:solidFill>
                      <a:latin typeface="Arial" panose="020B0604020202020204" pitchFamily="34" charset="0"/>
                    </a:defRPr>
                  </a:lvl8pPr>
                  <a:lvl9pPr marL="3886200" indent="-228600" algn="ctr" eaLnBrk="0" fontAlgn="base" hangingPunct="0">
                    <a:spcBef>
                      <a:spcPct val="10000"/>
                    </a:spcBef>
                    <a:spcAft>
                      <a:spcPct val="0"/>
                    </a:spcAft>
                    <a:defRPr>
                      <a:solidFill>
                        <a:schemeClr val="tx1"/>
                      </a:solidFill>
                      <a:latin typeface="Arial" panose="020B0604020202020204" pitchFamily="34" charset="0"/>
                    </a:defRPr>
                  </a:lvl9pPr>
                </a:lstStyle>
                <a:p>
                  <a:endParaRPr lang="en-US" altLang="en-US"/>
                </a:p>
              </p:txBody>
            </p:sp>
            <p:sp>
              <p:nvSpPr>
                <p:cNvPr id="28" name="Oval 11" descr="Small grid">
                  <a:extLst>
                    <a:ext uri="{FF2B5EF4-FFF2-40B4-BE49-F238E27FC236}">
                      <a16:creationId xmlns:a16="http://schemas.microsoft.com/office/drawing/2014/main" id="{F4F057BD-A896-4F85-38BA-4B4AB85717CC}"/>
                    </a:ext>
                  </a:extLst>
                </p:cNvPr>
                <p:cNvSpPr>
                  <a:spLocks noChangeArrowheads="1"/>
                </p:cNvSpPr>
                <p:nvPr/>
              </p:nvSpPr>
              <p:spPr bwMode="auto">
                <a:xfrm>
                  <a:off x="720" y="3456"/>
                  <a:ext cx="336" cy="96"/>
                </a:xfrm>
                <a:prstGeom prst="ellipse">
                  <a:avLst/>
                </a:prstGeom>
                <a:pattFill prst="smGrid">
                  <a:fgClr>
                    <a:schemeClr val="tx1"/>
                  </a:fgClr>
                  <a:bgClr>
                    <a:schemeClr val="bg1"/>
                  </a:bgClr>
                </a:pattFill>
                <a:ln w="12700">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10000"/>
                    </a:spcBef>
                    <a:spcAft>
                      <a:spcPct val="0"/>
                    </a:spcAft>
                    <a:defRPr>
                      <a:solidFill>
                        <a:schemeClr val="tx1"/>
                      </a:solidFill>
                      <a:latin typeface="Arial" panose="020B0604020202020204" pitchFamily="34" charset="0"/>
                    </a:defRPr>
                  </a:lvl6pPr>
                  <a:lvl7pPr marL="2971800" indent="-228600" algn="ctr" eaLnBrk="0" fontAlgn="base" hangingPunct="0">
                    <a:spcBef>
                      <a:spcPct val="10000"/>
                    </a:spcBef>
                    <a:spcAft>
                      <a:spcPct val="0"/>
                    </a:spcAft>
                    <a:defRPr>
                      <a:solidFill>
                        <a:schemeClr val="tx1"/>
                      </a:solidFill>
                      <a:latin typeface="Arial" panose="020B0604020202020204" pitchFamily="34" charset="0"/>
                    </a:defRPr>
                  </a:lvl7pPr>
                  <a:lvl8pPr marL="3429000" indent="-228600" algn="ctr" eaLnBrk="0" fontAlgn="base" hangingPunct="0">
                    <a:spcBef>
                      <a:spcPct val="10000"/>
                    </a:spcBef>
                    <a:spcAft>
                      <a:spcPct val="0"/>
                    </a:spcAft>
                    <a:defRPr>
                      <a:solidFill>
                        <a:schemeClr val="tx1"/>
                      </a:solidFill>
                      <a:latin typeface="Arial" panose="020B0604020202020204" pitchFamily="34" charset="0"/>
                    </a:defRPr>
                  </a:lvl8pPr>
                  <a:lvl9pPr marL="3886200" indent="-228600" algn="ctr" eaLnBrk="0" fontAlgn="base" hangingPunct="0">
                    <a:spcBef>
                      <a:spcPct val="10000"/>
                    </a:spcBef>
                    <a:spcAft>
                      <a:spcPct val="0"/>
                    </a:spcAft>
                    <a:defRPr>
                      <a:solidFill>
                        <a:schemeClr val="tx1"/>
                      </a:solidFill>
                      <a:latin typeface="Arial" panose="020B0604020202020204" pitchFamily="34" charset="0"/>
                    </a:defRPr>
                  </a:lvl9pPr>
                </a:lstStyle>
                <a:p>
                  <a:endParaRPr lang="en-US" altLang="en-US"/>
                </a:p>
              </p:txBody>
            </p:sp>
          </p:grpSp>
          <p:grpSp>
            <p:nvGrpSpPr>
              <p:cNvPr id="21" name="Group 12">
                <a:extLst>
                  <a:ext uri="{FF2B5EF4-FFF2-40B4-BE49-F238E27FC236}">
                    <a16:creationId xmlns:a16="http://schemas.microsoft.com/office/drawing/2014/main" id="{70984BB8-4D6E-3990-C996-3B49500ED7B7}"/>
                  </a:ext>
                </a:extLst>
              </p:cNvPr>
              <p:cNvGrpSpPr>
                <a:grpSpLocks/>
              </p:cNvGrpSpPr>
              <p:nvPr/>
            </p:nvGrpSpPr>
            <p:grpSpPr bwMode="auto">
              <a:xfrm>
                <a:off x="2112" y="3264"/>
                <a:ext cx="336" cy="432"/>
                <a:chOff x="720" y="3264"/>
                <a:chExt cx="336" cy="432"/>
              </a:xfrm>
            </p:grpSpPr>
            <p:sp>
              <p:nvSpPr>
                <p:cNvPr id="25" name="AutoShape 13">
                  <a:extLst>
                    <a:ext uri="{FF2B5EF4-FFF2-40B4-BE49-F238E27FC236}">
                      <a16:creationId xmlns:a16="http://schemas.microsoft.com/office/drawing/2014/main" id="{4CF4A28D-83EC-8126-12F0-501E6D2AAC01}"/>
                    </a:ext>
                  </a:extLst>
                </p:cNvPr>
                <p:cNvSpPr>
                  <a:spLocks noChangeArrowheads="1"/>
                </p:cNvSpPr>
                <p:nvPr/>
              </p:nvSpPr>
              <p:spPr bwMode="auto">
                <a:xfrm>
                  <a:off x="720" y="3264"/>
                  <a:ext cx="336" cy="432"/>
                </a:xfrm>
                <a:prstGeom prst="can">
                  <a:avLst>
                    <a:gd name="adj" fmla="val 32143"/>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10000"/>
                    </a:spcBef>
                    <a:spcAft>
                      <a:spcPct val="0"/>
                    </a:spcAft>
                    <a:defRPr>
                      <a:solidFill>
                        <a:schemeClr val="tx1"/>
                      </a:solidFill>
                      <a:latin typeface="Arial" panose="020B0604020202020204" pitchFamily="34" charset="0"/>
                    </a:defRPr>
                  </a:lvl6pPr>
                  <a:lvl7pPr marL="2971800" indent="-228600" algn="ctr" eaLnBrk="0" fontAlgn="base" hangingPunct="0">
                    <a:spcBef>
                      <a:spcPct val="10000"/>
                    </a:spcBef>
                    <a:spcAft>
                      <a:spcPct val="0"/>
                    </a:spcAft>
                    <a:defRPr>
                      <a:solidFill>
                        <a:schemeClr val="tx1"/>
                      </a:solidFill>
                      <a:latin typeface="Arial" panose="020B0604020202020204" pitchFamily="34" charset="0"/>
                    </a:defRPr>
                  </a:lvl7pPr>
                  <a:lvl8pPr marL="3429000" indent="-228600" algn="ctr" eaLnBrk="0" fontAlgn="base" hangingPunct="0">
                    <a:spcBef>
                      <a:spcPct val="10000"/>
                    </a:spcBef>
                    <a:spcAft>
                      <a:spcPct val="0"/>
                    </a:spcAft>
                    <a:defRPr>
                      <a:solidFill>
                        <a:schemeClr val="tx1"/>
                      </a:solidFill>
                      <a:latin typeface="Arial" panose="020B0604020202020204" pitchFamily="34" charset="0"/>
                    </a:defRPr>
                  </a:lvl8pPr>
                  <a:lvl9pPr marL="3886200" indent="-228600" algn="ctr" eaLnBrk="0" fontAlgn="base" hangingPunct="0">
                    <a:spcBef>
                      <a:spcPct val="10000"/>
                    </a:spcBef>
                    <a:spcAft>
                      <a:spcPct val="0"/>
                    </a:spcAft>
                    <a:defRPr>
                      <a:solidFill>
                        <a:schemeClr val="tx1"/>
                      </a:solidFill>
                      <a:latin typeface="Arial" panose="020B0604020202020204" pitchFamily="34" charset="0"/>
                    </a:defRPr>
                  </a:lvl9pPr>
                </a:lstStyle>
                <a:p>
                  <a:endParaRPr lang="en-US" altLang="en-US"/>
                </a:p>
              </p:txBody>
            </p:sp>
            <p:sp>
              <p:nvSpPr>
                <p:cNvPr id="26" name="Oval 14" descr="Small grid">
                  <a:extLst>
                    <a:ext uri="{FF2B5EF4-FFF2-40B4-BE49-F238E27FC236}">
                      <a16:creationId xmlns:a16="http://schemas.microsoft.com/office/drawing/2014/main" id="{751E660A-D926-75C8-3F81-D82685AADAAD}"/>
                    </a:ext>
                  </a:extLst>
                </p:cNvPr>
                <p:cNvSpPr>
                  <a:spLocks noChangeArrowheads="1"/>
                </p:cNvSpPr>
                <p:nvPr/>
              </p:nvSpPr>
              <p:spPr bwMode="auto">
                <a:xfrm>
                  <a:off x="720" y="3456"/>
                  <a:ext cx="336" cy="96"/>
                </a:xfrm>
                <a:prstGeom prst="ellipse">
                  <a:avLst/>
                </a:prstGeom>
                <a:pattFill prst="smGrid">
                  <a:fgClr>
                    <a:schemeClr val="tx1"/>
                  </a:fgClr>
                  <a:bgClr>
                    <a:schemeClr val="bg1"/>
                  </a:bgClr>
                </a:pattFill>
                <a:ln w="12700">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10000"/>
                    </a:spcBef>
                    <a:spcAft>
                      <a:spcPct val="0"/>
                    </a:spcAft>
                    <a:defRPr>
                      <a:solidFill>
                        <a:schemeClr val="tx1"/>
                      </a:solidFill>
                      <a:latin typeface="Arial" panose="020B0604020202020204" pitchFamily="34" charset="0"/>
                    </a:defRPr>
                  </a:lvl6pPr>
                  <a:lvl7pPr marL="2971800" indent="-228600" algn="ctr" eaLnBrk="0" fontAlgn="base" hangingPunct="0">
                    <a:spcBef>
                      <a:spcPct val="10000"/>
                    </a:spcBef>
                    <a:spcAft>
                      <a:spcPct val="0"/>
                    </a:spcAft>
                    <a:defRPr>
                      <a:solidFill>
                        <a:schemeClr val="tx1"/>
                      </a:solidFill>
                      <a:latin typeface="Arial" panose="020B0604020202020204" pitchFamily="34" charset="0"/>
                    </a:defRPr>
                  </a:lvl7pPr>
                  <a:lvl8pPr marL="3429000" indent="-228600" algn="ctr" eaLnBrk="0" fontAlgn="base" hangingPunct="0">
                    <a:spcBef>
                      <a:spcPct val="10000"/>
                    </a:spcBef>
                    <a:spcAft>
                      <a:spcPct val="0"/>
                    </a:spcAft>
                    <a:defRPr>
                      <a:solidFill>
                        <a:schemeClr val="tx1"/>
                      </a:solidFill>
                      <a:latin typeface="Arial" panose="020B0604020202020204" pitchFamily="34" charset="0"/>
                    </a:defRPr>
                  </a:lvl8pPr>
                  <a:lvl9pPr marL="3886200" indent="-228600" algn="ctr" eaLnBrk="0" fontAlgn="base" hangingPunct="0">
                    <a:spcBef>
                      <a:spcPct val="10000"/>
                    </a:spcBef>
                    <a:spcAft>
                      <a:spcPct val="0"/>
                    </a:spcAft>
                    <a:defRPr>
                      <a:solidFill>
                        <a:schemeClr val="tx1"/>
                      </a:solidFill>
                      <a:latin typeface="Arial" panose="020B0604020202020204" pitchFamily="34" charset="0"/>
                    </a:defRPr>
                  </a:lvl9pPr>
                </a:lstStyle>
                <a:p>
                  <a:endParaRPr lang="en-US" altLang="en-US"/>
                </a:p>
              </p:txBody>
            </p:sp>
          </p:grpSp>
          <p:grpSp>
            <p:nvGrpSpPr>
              <p:cNvPr id="22" name="Group 15">
                <a:extLst>
                  <a:ext uri="{FF2B5EF4-FFF2-40B4-BE49-F238E27FC236}">
                    <a16:creationId xmlns:a16="http://schemas.microsoft.com/office/drawing/2014/main" id="{EBD09F22-113F-9102-6C43-318841231144}"/>
                  </a:ext>
                </a:extLst>
              </p:cNvPr>
              <p:cNvGrpSpPr>
                <a:grpSpLocks/>
              </p:cNvGrpSpPr>
              <p:nvPr/>
            </p:nvGrpSpPr>
            <p:grpSpPr bwMode="auto">
              <a:xfrm>
                <a:off x="2640" y="3264"/>
                <a:ext cx="336" cy="432"/>
                <a:chOff x="720" y="3264"/>
                <a:chExt cx="336" cy="432"/>
              </a:xfrm>
            </p:grpSpPr>
            <p:sp>
              <p:nvSpPr>
                <p:cNvPr id="23" name="AutoShape 16">
                  <a:extLst>
                    <a:ext uri="{FF2B5EF4-FFF2-40B4-BE49-F238E27FC236}">
                      <a16:creationId xmlns:a16="http://schemas.microsoft.com/office/drawing/2014/main" id="{DC4CF894-3034-1015-18A8-4F0B95CE365E}"/>
                    </a:ext>
                  </a:extLst>
                </p:cNvPr>
                <p:cNvSpPr>
                  <a:spLocks noChangeArrowheads="1"/>
                </p:cNvSpPr>
                <p:nvPr/>
              </p:nvSpPr>
              <p:spPr bwMode="auto">
                <a:xfrm>
                  <a:off x="720" y="3264"/>
                  <a:ext cx="336" cy="432"/>
                </a:xfrm>
                <a:prstGeom prst="can">
                  <a:avLst>
                    <a:gd name="adj" fmla="val 32143"/>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10000"/>
                    </a:spcBef>
                    <a:spcAft>
                      <a:spcPct val="0"/>
                    </a:spcAft>
                    <a:defRPr>
                      <a:solidFill>
                        <a:schemeClr val="tx1"/>
                      </a:solidFill>
                      <a:latin typeface="Arial" panose="020B0604020202020204" pitchFamily="34" charset="0"/>
                    </a:defRPr>
                  </a:lvl6pPr>
                  <a:lvl7pPr marL="2971800" indent="-228600" algn="ctr" eaLnBrk="0" fontAlgn="base" hangingPunct="0">
                    <a:spcBef>
                      <a:spcPct val="10000"/>
                    </a:spcBef>
                    <a:spcAft>
                      <a:spcPct val="0"/>
                    </a:spcAft>
                    <a:defRPr>
                      <a:solidFill>
                        <a:schemeClr val="tx1"/>
                      </a:solidFill>
                      <a:latin typeface="Arial" panose="020B0604020202020204" pitchFamily="34" charset="0"/>
                    </a:defRPr>
                  </a:lvl7pPr>
                  <a:lvl8pPr marL="3429000" indent="-228600" algn="ctr" eaLnBrk="0" fontAlgn="base" hangingPunct="0">
                    <a:spcBef>
                      <a:spcPct val="10000"/>
                    </a:spcBef>
                    <a:spcAft>
                      <a:spcPct val="0"/>
                    </a:spcAft>
                    <a:defRPr>
                      <a:solidFill>
                        <a:schemeClr val="tx1"/>
                      </a:solidFill>
                      <a:latin typeface="Arial" panose="020B0604020202020204" pitchFamily="34" charset="0"/>
                    </a:defRPr>
                  </a:lvl8pPr>
                  <a:lvl9pPr marL="3886200" indent="-228600" algn="ctr" eaLnBrk="0" fontAlgn="base" hangingPunct="0">
                    <a:spcBef>
                      <a:spcPct val="10000"/>
                    </a:spcBef>
                    <a:spcAft>
                      <a:spcPct val="0"/>
                    </a:spcAft>
                    <a:defRPr>
                      <a:solidFill>
                        <a:schemeClr val="tx1"/>
                      </a:solidFill>
                      <a:latin typeface="Arial" panose="020B0604020202020204" pitchFamily="34" charset="0"/>
                    </a:defRPr>
                  </a:lvl9pPr>
                </a:lstStyle>
                <a:p>
                  <a:endParaRPr lang="en-US" altLang="en-US"/>
                </a:p>
              </p:txBody>
            </p:sp>
            <p:sp>
              <p:nvSpPr>
                <p:cNvPr id="24" name="Oval 17" descr="Small grid">
                  <a:extLst>
                    <a:ext uri="{FF2B5EF4-FFF2-40B4-BE49-F238E27FC236}">
                      <a16:creationId xmlns:a16="http://schemas.microsoft.com/office/drawing/2014/main" id="{96B96EB6-C945-7101-7502-182524FB9E77}"/>
                    </a:ext>
                  </a:extLst>
                </p:cNvPr>
                <p:cNvSpPr>
                  <a:spLocks noChangeArrowheads="1"/>
                </p:cNvSpPr>
                <p:nvPr/>
              </p:nvSpPr>
              <p:spPr bwMode="auto">
                <a:xfrm>
                  <a:off x="720" y="3456"/>
                  <a:ext cx="336" cy="96"/>
                </a:xfrm>
                <a:prstGeom prst="ellipse">
                  <a:avLst/>
                </a:prstGeom>
                <a:pattFill prst="smGrid">
                  <a:fgClr>
                    <a:schemeClr val="tx1"/>
                  </a:fgClr>
                  <a:bgClr>
                    <a:schemeClr val="bg1"/>
                  </a:bgClr>
                </a:pattFill>
                <a:ln w="12700">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10000"/>
                    </a:spcBef>
                    <a:spcAft>
                      <a:spcPct val="0"/>
                    </a:spcAft>
                    <a:defRPr>
                      <a:solidFill>
                        <a:schemeClr val="tx1"/>
                      </a:solidFill>
                      <a:latin typeface="Arial" panose="020B0604020202020204" pitchFamily="34" charset="0"/>
                    </a:defRPr>
                  </a:lvl6pPr>
                  <a:lvl7pPr marL="2971800" indent="-228600" algn="ctr" eaLnBrk="0" fontAlgn="base" hangingPunct="0">
                    <a:spcBef>
                      <a:spcPct val="10000"/>
                    </a:spcBef>
                    <a:spcAft>
                      <a:spcPct val="0"/>
                    </a:spcAft>
                    <a:defRPr>
                      <a:solidFill>
                        <a:schemeClr val="tx1"/>
                      </a:solidFill>
                      <a:latin typeface="Arial" panose="020B0604020202020204" pitchFamily="34" charset="0"/>
                    </a:defRPr>
                  </a:lvl7pPr>
                  <a:lvl8pPr marL="3429000" indent="-228600" algn="ctr" eaLnBrk="0" fontAlgn="base" hangingPunct="0">
                    <a:spcBef>
                      <a:spcPct val="10000"/>
                    </a:spcBef>
                    <a:spcAft>
                      <a:spcPct val="0"/>
                    </a:spcAft>
                    <a:defRPr>
                      <a:solidFill>
                        <a:schemeClr val="tx1"/>
                      </a:solidFill>
                      <a:latin typeface="Arial" panose="020B0604020202020204" pitchFamily="34" charset="0"/>
                    </a:defRPr>
                  </a:lvl8pPr>
                  <a:lvl9pPr marL="3886200" indent="-228600" algn="ctr" eaLnBrk="0" fontAlgn="base" hangingPunct="0">
                    <a:spcBef>
                      <a:spcPct val="10000"/>
                    </a:spcBef>
                    <a:spcAft>
                      <a:spcPct val="0"/>
                    </a:spcAft>
                    <a:defRPr>
                      <a:solidFill>
                        <a:schemeClr val="tx1"/>
                      </a:solidFill>
                      <a:latin typeface="Arial" panose="020B0604020202020204" pitchFamily="34" charset="0"/>
                    </a:defRPr>
                  </a:lvl9pPr>
                </a:lstStyle>
                <a:p>
                  <a:endParaRPr lang="en-US" altLang="en-US"/>
                </a:p>
              </p:txBody>
            </p:sp>
          </p:grpSp>
        </p:grpSp>
        <p:sp>
          <p:nvSpPr>
            <p:cNvPr id="13" name="Line 18">
              <a:extLst>
                <a:ext uri="{FF2B5EF4-FFF2-40B4-BE49-F238E27FC236}">
                  <a16:creationId xmlns:a16="http://schemas.microsoft.com/office/drawing/2014/main" id="{22B28E40-F6FF-7A91-50A3-384872E62F2C}"/>
                </a:ext>
              </a:extLst>
            </p:cNvPr>
            <p:cNvSpPr>
              <a:spLocks noChangeShapeType="1"/>
            </p:cNvSpPr>
            <p:nvPr/>
          </p:nvSpPr>
          <p:spPr bwMode="auto">
            <a:xfrm flipV="1">
              <a:off x="1248" y="2928"/>
              <a:ext cx="240" cy="2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4" name="Line 19">
              <a:extLst>
                <a:ext uri="{FF2B5EF4-FFF2-40B4-BE49-F238E27FC236}">
                  <a16:creationId xmlns:a16="http://schemas.microsoft.com/office/drawing/2014/main" id="{583FBD03-8AD3-9C10-89E8-01814789B860}"/>
                </a:ext>
              </a:extLst>
            </p:cNvPr>
            <p:cNvSpPr>
              <a:spLocks noChangeShapeType="1"/>
            </p:cNvSpPr>
            <p:nvPr/>
          </p:nvSpPr>
          <p:spPr bwMode="auto">
            <a:xfrm>
              <a:off x="1488" y="2928"/>
              <a:ext cx="240" cy="2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5" name="Line 20">
              <a:extLst>
                <a:ext uri="{FF2B5EF4-FFF2-40B4-BE49-F238E27FC236}">
                  <a16:creationId xmlns:a16="http://schemas.microsoft.com/office/drawing/2014/main" id="{CA771EA3-FF60-D72B-6252-DAA9FDED8DE2}"/>
                </a:ext>
              </a:extLst>
            </p:cNvPr>
            <p:cNvSpPr>
              <a:spLocks noChangeShapeType="1"/>
            </p:cNvSpPr>
            <p:nvPr/>
          </p:nvSpPr>
          <p:spPr bwMode="auto">
            <a:xfrm flipV="1">
              <a:off x="2304" y="2928"/>
              <a:ext cx="240" cy="2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6" name="Line 21">
              <a:extLst>
                <a:ext uri="{FF2B5EF4-FFF2-40B4-BE49-F238E27FC236}">
                  <a16:creationId xmlns:a16="http://schemas.microsoft.com/office/drawing/2014/main" id="{9913A0E0-F081-4608-72B0-9698C71FC334}"/>
                </a:ext>
              </a:extLst>
            </p:cNvPr>
            <p:cNvSpPr>
              <a:spLocks noChangeShapeType="1"/>
            </p:cNvSpPr>
            <p:nvPr/>
          </p:nvSpPr>
          <p:spPr bwMode="auto">
            <a:xfrm>
              <a:off x="2544" y="2928"/>
              <a:ext cx="240" cy="2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7" name="Text Box 22">
              <a:extLst>
                <a:ext uri="{FF2B5EF4-FFF2-40B4-BE49-F238E27FC236}">
                  <a16:creationId xmlns:a16="http://schemas.microsoft.com/office/drawing/2014/main" id="{784DDE6D-79C3-5538-57C4-05CF6E10C1EB}"/>
                </a:ext>
              </a:extLst>
            </p:cNvPr>
            <p:cNvSpPr txBox="1">
              <a:spLocks noChangeArrowheads="1"/>
            </p:cNvSpPr>
            <p:nvPr/>
          </p:nvSpPr>
          <p:spPr bwMode="auto">
            <a:xfrm>
              <a:off x="1200" y="2736"/>
              <a:ext cx="58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10000"/>
                </a:spcBef>
                <a:spcAft>
                  <a:spcPct val="0"/>
                </a:spcAft>
                <a:defRPr>
                  <a:solidFill>
                    <a:schemeClr val="tx1"/>
                  </a:solidFill>
                  <a:latin typeface="Arial" panose="020B0604020202020204" pitchFamily="34" charset="0"/>
                </a:defRPr>
              </a:lvl6pPr>
              <a:lvl7pPr marL="2971800" indent="-228600" algn="ctr" eaLnBrk="0" fontAlgn="base" hangingPunct="0">
                <a:spcBef>
                  <a:spcPct val="10000"/>
                </a:spcBef>
                <a:spcAft>
                  <a:spcPct val="0"/>
                </a:spcAft>
                <a:defRPr>
                  <a:solidFill>
                    <a:schemeClr val="tx1"/>
                  </a:solidFill>
                  <a:latin typeface="Arial" panose="020B0604020202020204" pitchFamily="34" charset="0"/>
                </a:defRPr>
              </a:lvl7pPr>
              <a:lvl8pPr marL="3429000" indent="-228600" algn="ctr" eaLnBrk="0" fontAlgn="base" hangingPunct="0">
                <a:spcBef>
                  <a:spcPct val="10000"/>
                </a:spcBef>
                <a:spcAft>
                  <a:spcPct val="0"/>
                </a:spcAft>
                <a:defRPr>
                  <a:solidFill>
                    <a:schemeClr val="tx1"/>
                  </a:solidFill>
                  <a:latin typeface="Arial" panose="020B0604020202020204" pitchFamily="34" charset="0"/>
                </a:defRPr>
              </a:lvl8pPr>
              <a:lvl9pPr marL="3886200" indent="-228600" algn="ctr" eaLnBrk="0" fontAlgn="base" hangingPunct="0">
                <a:spcBef>
                  <a:spcPct val="10000"/>
                </a:spcBef>
                <a:spcAft>
                  <a:spcPct val="0"/>
                </a:spcAft>
                <a:defRPr>
                  <a:solidFill>
                    <a:schemeClr val="tx1"/>
                  </a:solidFill>
                  <a:latin typeface="Arial" panose="020B0604020202020204" pitchFamily="34" charset="0"/>
                </a:defRPr>
              </a:lvl9pPr>
            </a:lstStyle>
            <a:p>
              <a:pPr>
                <a:spcBef>
                  <a:spcPct val="0"/>
                </a:spcBef>
              </a:pPr>
              <a:r>
                <a:rPr lang="en-US" altLang="en-US" sz="1200" b="1"/>
                <a:t>data disks</a:t>
              </a:r>
              <a:endParaRPr lang="en-US" altLang="en-US" b="1"/>
            </a:p>
          </p:txBody>
        </p:sp>
        <p:sp>
          <p:nvSpPr>
            <p:cNvPr id="18" name="Text Box 23">
              <a:extLst>
                <a:ext uri="{FF2B5EF4-FFF2-40B4-BE49-F238E27FC236}">
                  <a16:creationId xmlns:a16="http://schemas.microsoft.com/office/drawing/2014/main" id="{2B5B422D-28E9-D102-0B68-878D628A396C}"/>
                </a:ext>
              </a:extLst>
            </p:cNvPr>
            <p:cNvSpPr txBox="1">
              <a:spLocks noChangeArrowheads="1"/>
            </p:cNvSpPr>
            <p:nvPr/>
          </p:nvSpPr>
          <p:spPr bwMode="auto">
            <a:xfrm>
              <a:off x="2160" y="2736"/>
              <a:ext cx="72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10000"/>
                </a:spcBef>
                <a:spcAft>
                  <a:spcPct val="0"/>
                </a:spcAft>
                <a:defRPr>
                  <a:solidFill>
                    <a:schemeClr val="tx1"/>
                  </a:solidFill>
                  <a:latin typeface="Arial" panose="020B0604020202020204" pitchFamily="34" charset="0"/>
                </a:defRPr>
              </a:lvl6pPr>
              <a:lvl7pPr marL="2971800" indent="-228600" algn="ctr" eaLnBrk="0" fontAlgn="base" hangingPunct="0">
                <a:spcBef>
                  <a:spcPct val="10000"/>
                </a:spcBef>
                <a:spcAft>
                  <a:spcPct val="0"/>
                </a:spcAft>
                <a:defRPr>
                  <a:solidFill>
                    <a:schemeClr val="tx1"/>
                  </a:solidFill>
                  <a:latin typeface="Arial" panose="020B0604020202020204" pitchFamily="34" charset="0"/>
                </a:defRPr>
              </a:lvl7pPr>
              <a:lvl8pPr marL="3429000" indent="-228600" algn="ctr" eaLnBrk="0" fontAlgn="base" hangingPunct="0">
                <a:spcBef>
                  <a:spcPct val="10000"/>
                </a:spcBef>
                <a:spcAft>
                  <a:spcPct val="0"/>
                </a:spcAft>
                <a:defRPr>
                  <a:solidFill>
                    <a:schemeClr val="tx1"/>
                  </a:solidFill>
                  <a:latin typeface="Arial" panose="020B0604020202020204" pitchFamily="34" charset="0"/>
                </a:defRPr>
              </a:lvl8pPr>
              <a:lvl9pPr marL="3886200" indent="-228600" algn="ctr" eaLnBrk="0" fontAlgn="base" hangingPunct="0">
                <a:spcBef>
                  <a:spcPct val="10000"/>
                </a:spcBef>
                <a:spcAft>
                  <a:spcPct val="0"/>
                </a:spcAft>
                <a:defRPr>
                  <a:solidFill>
                    <a:schemeClr val="tx1"/>
                  </a:solidFill>
                  <a:latin typeface="Arial" panose="020B0604020202020204" pitchFamily="34" charset="0"/>
                </a:defRPr>
              </a:lvl9pPr>
            </a:lstStyle>
            <a:p>
              <a:pPr>
                <a:spcBef>
                  <a:spcPct val="0"/>
                </a:spcBef>
              </a:pPr>
              <a:r>
                <a:rPr lang="en-US" altLang="en-US" sz="1200" b="1"/>
                <a:t>mirror copies</a:t>
              </a:r>
              <a:endParaRPr lang="en-US" altLang="en-US" b="1"/>
            </a:p>
          </p:txBody>
        </p:sp>
      </p:grpSp>
    </p:spTree>
    <p:extLst>
      <p:ext uri="{BB962C8B-B14F-4D97-AF65-F5344CB8AC3E}">
        <p14:creationId xmlns:p14="http://schemas.microsoft.com/office/powerpoint/2010/main" val="2887600960"/>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2">
            <a:extLst>
              <a:ext uri="{FF2B5EF4-FFF2-40B4-BE49-F238E27FC236}">
                <a16:creationId xmlns:a16="http://schemas.microsoft.com/office/drawing/2014/main" id="{711EA621-FBED-A08D-32C7-E4D6E74CD1BF}"/>
              </a:ext>
            </a:extLst>
          </p:cNvPr>
          <p:cNvSpPr>
            <a:spLocks noGrp="1" noChangeArrowheads="1"/>
          </p:cNvSpPr>
          <p:nvPr>
            <p:ph type="title"/>
          </p:nvPr>
        </p:nvSpPr>
        <p:spPr/>
        <p:txBody>
          <a:bodyPr/>
          <a:lstStyle/>
          <a:p>
            <a:r>
              <a:rPr lang="en-US" altLang="zh-CN" dirty="0">
                <a:solidFill>
                  <a:srgbClr val="C00000"/>
                </a:solidFill>
              </a:rPr>
              <a:t>RAID 1</a:t>
            </a:r>
          </a:p>
        </p:txBody>
      </p:sp>
      <p:sp>
        <p:nvSpPr>
          <p:cNvPr id="261123" name="Rectangle 3">
            <a:extLst>
              <a:ext uri="{FF2B5EF4-FFF2-40B4-BE49-F238E27FC236}">
                <a16:creationId xmlns:a16="http://schemas.microsoft.com/office/drawing/2014/main" id="{B4CF37F1-3847-7422-3C3B-9015C5AC7C2C}"/>
              </a:ext>
            </a:extLst>
          </p:cNvPr>
          <p:cNvSpPr>
            <a:spLocks noGrp="1" noChangeArrowheads="1"/>
          </p:cNvSpPr>
          <p:nvPr>
            <p:ph type="body" idx="1"/>
          </p:nvPr>
        </p:nvSpPr>
        <p:spPr>
          <a:xfrm>
            <a:off x="219075" y="1101725"/>
            <a:ext cx="4657725" cy="5329237"/>
          </a:xfrm>
        </p:spPr>
        <p:txBody>
          <a:bodyPr/>
          <a:lstStyle/>
          <a:p>
            <a:pPr>
              <a:lnSpc>
                <a:spcPct val="90000"/>
              </a:lnSpc>
            </a:pPr>
            <a:r>
              <a:rPr lang="en-US" altLang="zh-CN" sz="2100" b="1" dirty="0"/>
              <a:t>Mirroring</a:t>
            </a:r>
            <a:r>
              <a:rPr lang="en-US" altLang="zh-CN" sz="2100" dirty="0"/>
              <a:t> or </a:t>
            </a:r>
            <a:r>
              <a:rPr lang="en-US" altLang="zh-CN" sz="2100" b="1" dirty="0"/>
              <a:t>Shadowing</a:t>
            </a:r>
          </a:p>
          <a:p>
            <a:pPr>
              <a:lnSpc>
                <a:spcPct val="90000"/>
              </a:lnSpc>
            </a:pPr>
            <a:r>
              <a:rPr lang="en-US" altLang="zh-CN" sz="2100" dirty="0"/>
              <a:t>Two copies for every piece of data</a:t>
            </a:r>
          </a:p>
          <a:p>
            <a:pPr>
              <a:lnSpc>
                <a:spcPct val="90000"/>
              </a:lnSpc>
            </a:pPr>
            <a:r>
              <a:rPr lang="en-US" altLang="zh-CN" sz="2100" dirty="0"/>
              <a:t>one logical write = two physical writes</a:t>
            </a:r>
          </a:p>
          <a:p>
            <a:pPr>
              <a:lnSpc>
                <a:spcPct val="90000"/>
              </a:lnSpc>
            </a:pPr>
            <a:r>
              <a:rPr lang="en-US" altLang="zh-CN" sz="2100" dirty="0"/>
              <a:t>100% capacity/space overhead </a:t>
            </a:r>
          </a:p>
          <a:p>
            <a:r>
              <a:rPr lang="en-US" altLang="en-US" sz="2100" dirty="0"/>
              <a:t>RAID Level 1 is </a:t>
            </a:r>
            <a:r>
              <a:rPr lang="en-US" altLang="en-US" sz="2100" u="sng" dirty="0"/>
              <a:t>mirrored disks</a:t>
            </a:r>
          </a:p>
          <a:p>
            <a:r>
              <a:rPr lang="en-US" altLang="en-US" sz="2100" dirty="0"/>
              <a:t>Files are striped across (half) the disks</a:t>
            </a:r>
          </a:p>
          <a:p>
            <a:r>
              <a:rPr lang="en-US" altLang="en-US" sz="2100" dirty="0"/>
              <a:t>Data is written to multiple (two) places – data disks and mirror disks</a:t>
            </a:r>
          </a:p>
          <a:p>
            <a:r>
              <a:rPr lang="en-US" altLang="en-US" sz="2100" dirty="0"/>
              <a:t>On failure, just use the surviving disk(s)</a:t>
            </a:r>
          </a:p>
          <a:p>
            <a:r>
              <a:rPr lang="en-US" altLang="en-US" sz="2100" dirty="0"/>
              <a:t>Factor of N (2x) space expansion</a:t>
            </a:r>
          </a:p>
          <a:p>
            <a:pPr>
              <a:lnSpc>
                <a:spcPct val="90000"/>
              </a:lnSpc>
              <a:buFontTx/>
              <a:buNone/>
            </a:pPr>
            <a:endParaRPr lang="en-US" altLang="zh-CN" sz="2100" dirty="0"/>
          </a:p>
          <a:p>
            <a:pPr>
              <a:lnSpc>
                <a:spcPct val="90000"/>
              </a:lnSpc>
            </a:pPr>
            <a:endParaRPr lang="en-US" altLang="zh-CN" sz="2100" dirty="0"/>
          </a:p>
          <a:p>
            <a:pPr>
              <a:lnSpc>
                <a:spcPct val="90000"/>
              </a:lnSpc>
            </a:pPr>
            <a:endParaRPr lang="en-US" altLang="zh-CN" sz="2100" dirty="0"/>
          </a:p>
          <a:p>
            <a:pPr>
              <a:lnSpc>
                <a:spcPct val="90000"/>
              </a:lnSpc>
            </a:pPr>
            <a:endParaRPr lang="en-US" altLang="zh-CN" sz="2100" dirty="0"/>
          </a:p>
          <a:p>
            <a:pPr>
              <a:lnSpc>
                <a:spcPct val="90000"/>
              </a:lnSpc>
            </a:pPr>
            <a:endParaRPr lang="en-US" altLang="zh-CN" sz="2100" dirty="0"/>
          </a:p>
          <a:p>
            <a:pPr>
              <a:lnSpc>
                <a:spcPct val="90000"/>
              </a:lnSpc>
            </a:pPr>
            <a:endParaRPr lang="en-US" altLang="zh-CN" sz="2100" dirty="0"/>
          </a:p>
          <a:p>
            <a:pPr>
              <a:lnSpc>
                <a:spcPct val="90000"/>
              </a:lnSpc>
            </a:pPr>
            <a:endParaRPr lang="en-US" altLang="zh-CN" sz="2100" dirty="0"/>
          </a:p>
          <a:p>
            <a:pPr marL="0" indent="0">
              <a:lnSpc>
                <a:spcPct val="90000"/>
              </a:lnSpc>
              <a:buNone/>
            </a:pPr>
            <a:endParaRPr lang="en-US" altLang="zh-CN" sz="2100" dirty="0"/>
          </a:p>
        </p:txBody>
      </p:sp>
      <p:pic>
        <p:nvPicPr>
          <p:cNvPr id="5" name="Picture 4">
            <a:extLst>
              <a:ext uri="{FF2B5EF4-FFF2-40B4-BE49-F238E27FC236}">
                <a16:creationId xmlns:a16="http://schemas.microsoft.com/office/drawing/2014/main" id="{AF32D6DC-F9BD-E234-D22B-C50F0E91B35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53000" y="1371600"/>
            <a:ext cx="3971925" cy="2895600"/>
          </a:xfrm>
          <a:prstGeom prst="rect">
            <a:avLst/>
          </a:prstGeom>
        </p:spPr>
      </p:pic>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1E6F75DB-5DDD-D867-E303-9C9B77E541C5}"/>
              </a:ext>
            </a:extLst>
          </p:cNvPr>
          <p:cNvSpPr>
            <a:spLocks noGrp="1"/>
          </p:cNvSpPr>
          <p:nvPr>
            <p:ph type="title"/>
          </p:nvPr>
        </p:nvSpPr>
        <p:spPr/>
        <p:txBody>
          <a:bodyPr/>
          <a:lstStyle/>
          <a:p>
            <a:r>
              <a:rPr lang="en-US" altLang="en-US" dirty="0">
                <a:solidFill>
                  <a:srgbClr val="C00000"/>
                </a:solidFill>
              </a:rPr>
              <a:t>Nested RAID</a:t>
            </a:r>
            <a:endParaRPr lang="en-MY" altLang="en-US" dirty="0">
              <a:solidFill>
                <a:srgbClr val="C00000"/>
              </a:solidFill>
            </a:endParaRPr>
          </a:p>
        </p:txBody>
      </p:sp>
      <p:sp>
        <p:nvSpPr>
          <p:cNvPr id="15363" name="Content Placeholder 2">
            <a:extLst>
              <a:ext uri="{FF2B5EF4-FFF2-40B4-BE49-F238E27FC236}">
                <a16:creationId xmlns:a16="http://schemas.microsoft.com/office/drawing/2014/main" id="{C5FCD211-12E6-5A38-6822-F3DAC05879DC}"/>
              </a:ext>
            </a:extLst>
          </p:cNvPr>
          <p:cNvSpPr>
            <a:spLocks noGrp="1"/>
          </p:cNvSpPr>
          <p:nvPr>
            <p:ph idx="1"/>
          </p:nvPr>
        </p:nvSpPr>
        <p:spPr>
          <a:xfrm>
            <a:off x="225425" y="1143000"/>
            <a:ext cx="8705850" cy="5329237"/>
          </a:xfrm>
        </p:spPr>
        <p:txBody>
          <a:bodyPr/>
          <a:lstStyle/>
          <a:p>
            <a:r>
              <a:rPr lang="en-US" altLang="en-US" sz="2100" dirty="0"/>
              <a:t>Combines the performance benefits of RAID 0 with the redundancy benefit of RAID 1.</a:t>
            </a:r>
          </a:p>
          <a:p>
            <a:r>
              <a:rPr lang="en-US" altLang="en-US" sz="2100" dirty="0"/>
              <a:t>RAID 0+1 – Mirrored Stripe</a:t>
            </a:r>
          </a:p>
          <a:p>
            <a:pPr lvl="1"/>
            <a:r>
              <a:rPr lang="en-US" altLang="en-US" dirty="0"/>
              <a:t>Data is striped across HDDs, then the entire stripe is mirrored.</a:t>
            </a:r>
          </a:p>
          <a:p>
            <a:pPr lvl="1"/>
            <a:r>
              <a:rPr lang="en-US" altLang="en-US" dirty="0"/>
              <a:t>If one drive fails, the entire stripe is faulted.</a:t>
            </a:r>
          </a:p>
          <a:p>
            <a:pPr lvl="1"/>
            <a:r>
              <a:rPr lang="en-US" altLang="en-US" dirty="0"/>
              <a:t>Rebuild operation requires data to be copied from each disk in the healthy stripe, causing increased load on the surviving disks.</a:t>
            </a:r>
          </a:p>
        </p:txBody>
      </p:sp>
      <p:pic>
        <p:nvPicPr>
          <p:cNvPr id="6" name="Picture 5">
            <a:extLst>
              <a:ext uri="{FF2B5EF4-FFF2-40B4-BE49-F238E27FC236}">
                <a16:creationId xmlns:a16="http://schemas.microsoft.com/office/drawing/2014/main" id="{D48C2079-02F2-A6AC-DC34-E73E1435FF3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33600" y="3886200"/>
            <a:ext cx="4240256" cy="2466182"/>
          </a:xfrm>
          <a:prstGeom prst="rect">
            <a:avLst/>
          </a:prstGeom>
        </p:spPr>
      </p:pic>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Line 7">
            <a:extLst>
              <a:ext uri="{FF2B5EF4-FFF2-40B4-BE49-F238E27FC236}">
                <a16:creationId xmlns:a16="http://schemas.microsoft.com/office/drawing/2014/main" id="{9E387B73-1B45-9D3A-914B-2AC8C0E83BA3}"/>
              </a:ext>
            </a:extLst>
          </p:cNvPr>
          <p:cNvSpPr>
            <a:spLocks noChangeShapeType="1"/>
          </p:cNvSpPr>
          <p:nvPr/>
        </p:nvSpPr>
        <p:spPr bwMode="auto">
          <a:xfrm>
            <a:off x="1141413" y="3732213"/>
            <a:ext cx="2901950" cy="0"/>
          </a:xfrm>
          <a:prstGeom prst="line">
            <a:avLst/>
          </a:prstGeom>
          <a:noFill/>
          <a:ln w="12700">
            <a:solidFill>
              <a:srgbClr val="000000"/>
            </a:solidFill>
            <a:round/>
            <a:headEnd type="none" w="med" len="lg"/>
            <a:tailEnd type="none" w="med" len="lg"/>
          </a:ln>
          <a:extLst>
            <a:ext uri="{909E8E84-426E-40DD-AFC4-6F175D3DCCD1}">
              <a14:hiddenFill xmlns:a14="http://schemas.microsoft.com/office/drawing/2010/main">
                <a:noFill/>
              </a14:hiddenFill>
            </a:ext>
          </a:extLst>
        </p:spPr>
        <p:txBody>
          <a:bodyPr lIns="0" tIns="0" rIns="0" bIns="0" anchor="ctr">
            <a:spAutoFit/>
          </a:body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6387" name="Freeform 2">
            <a:extLst>
              <a:ext uri="{FF2B5EF4-FFF2-40B4-BE49-F238E27FC236}">
                <a16:creationId xmlns:a16="http://schemas.microsoft.com/office/drawing/2014/main" id="{8E86003B-D6E7-3CE1-08BA-19B9DD57061C}"/>
              </a:ext>
            </a:extLst>
          </p:cNvPr>
          <p:cNvSpPr>
            <a:spLocks/>
          </p:cNvSpPr>
          <p:nvPr/>
        </p:nvSpPr>
        <p:spPr bwMode="auto">
          <a:xfrm>
            <a:off x="4052888" y="2732088"/>
            <a:ext cx="3795712" cy="1852612"/>
          </a:xfrm>
          <a:custGeom>
            <a:avLst/>
            <a:gdLst>
              <a:gd name="T0" fmla="*/ 2147483647 w 404"/>
              <a:gd name="T1" fmla="*/ 0 h 2488"/>
              <a:gd name="T2" fmla="*/ 0 w 404"/>
              <a:gd name="T3" fmla="*/ 0 h 2488"/>
              <a:gd name="T4" fmla="*/ 0 w 404"/>
              <a:gd name="T5" fmla="*/ 2147483647 h 2488"/>
              <a:gd name="T6" fmla="*/ 2147483647 w 404"/>
              <a:gd name="T7" fmla="*/ 2147483647 h 2488"/>
              <a:gd name="T8" fmla="*/ 0 60000 65536"/>
              <a:gd name="T9" fmla="*/ 0 60000 65536"/>
              <a:gd name="T10" fmla="*/ 0 60000 65536"/>
              <a:gd name="T11" fmla="*/ 0 60000 65536"/>
              <a:gd name="T12" fmla="*/ 0 w 404"/>
              <a:gd name="T13" fmla="*/ 0 h 2488"/>
              <a:gd name="T14" fmla="*/ 404 w 404"/>
              <a:gd name="T15" fmla="*/ 2488 h 2488"/>
            </a:gdLst>
            <a:ahLst/>
            <a:cxnLst>
              <a:cxn ang="T8">
                <a:pos x="T0" y="T1"/>
              </a:cxn>
              <a:cxn ang="T9">
                <a:pos x="T2" y="T3"/>
              </a:cxn>
              <a:cxn ang="T10">
                <a:pos x="T4" y="T5"/>
              </a:cxn>
              <a:cxn ang="T11">
                <a:pos x="T6" y="T7"/>
              </a:cxn>
            </a:cxnLst>
            <a:rect l="T12" t="T13" r="T14" b="T15"/>
            <a:pathLst>
              <a:path w="404" h="2488">
                <a:moveTo>
                  <a:pt x="380" y="0"/>
                </a:moveTo>
                <a:lnTo>
                  <a:pt x="0" y="0"/>
                </a:lnTo>
                <a:lnTo>
                  <a:pt x="0" y="2488"/>
                </a:lnTo>
                <a:lnTo>
                  <a:pt x="404" y="2488"/>
                </a:lnTo>
              </a:path>
            </a:pathLst>
          </a:custGeom>
          <a:noFill/>
          <a:ln w="12700" cap="flat" cmpd="sng">
            <a:solidFill>
              <a:srgbClr val="000000"/>
            </a:solidFill>
            <a:prstDash val="solid"/>
            <a:round/>
            <a:headEnd type="none" w="med" len="lg"/>
            <a:tailEnd type="none" w="med" len="lg"/>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6388" name="Rectangle 9">
            <a:extLst>
              <a:ext uri="{FF2B5EF4-FFF2-40B4-BE49-F238E27FC236}">
                <a16:creationId xmlns:a16="http://schemas.microsoft.com/office/drawing/2014/main" id="{C608381D-E5D0-FDF4-69D9-42B46DC6E142}"/>
              </a:ext>
            </a:extLst>
          </p:cNvPr>
          <p:cNvSpPr>
            <a:spLocks noGrp="1" noChangeArrowheads="1"/>
          </p:cNvSpPr>
          <p:nvPr>
            <p:ph type="title"/>
          </p:nvPr>
        </p:nvSpPr>
        <p:spPr/>
        <p:txBody>
          <a:bodyPr/>
          <a:lstStyle/>
          <a:p>
            <a:pPr eaLnBrk="1" hangingPunct="1"/>
            <a:r>
              <a:rPr lang="en-US" altLang="en-US"/>
              <a:t>Nested RAID – 0+1 (Striping and Mirroring)</a:t>
            </a:r>
          </a:p>
        </p:txBody>
      </p:sp>
      <p:grpSp>
        <p:nvGrpSpPr>
          <p:cNvPr id="2" name="Group 13">
            <a:extLst>
              <a:ext uri="{FF2B5EF4-FFF2-40B4-BE49-F238E27FC236}">
                <a16:creationId xmlns:a16="http://schemas.microsoft.com/office/drawing/2014/main" id="{78BE74DF-8135-8C5C-82B2-5F3353835D86}"/>
              </a:ext>
            </a:extLst>
          </p:cNvPr>
          <p:cNvGrpSpPr>
            <a:grpSpLocks/>
          </p:cNvGrpSpPr>
          <p:nvPr/>
        </p:nvGrpSpPr>
        <p:grpSpPr bwMode="auto">
          <a:xfrm>
            <a:off x="5356225" y="4646613"/>
            <a:ext cx="815975" cy="325437"/>
            <a:chOff x="1607" y="3273"/>
            <a:chExt cx="618" cy="205"/>
          </a:xfrm>
        </p:grpSpPr>
        <p:sp>
          <p:nvSpPr>
            <p:cNvPr id="16427" name="Rectangle 14">
              <a:extLst>
                <a:ext uri="{FF2B5EF4-FFF2-40B4-BE49-F238E27FC236}">
                  <a16:creationId xmlns:a16="http://schemas.microsoft.com/office/drawing/2014/main" id="{EB8A4916-2923-8984-6E87-51C088AF14AF}"/>
                </a:ext>
              </a:extLst>
            </p:cNvPr>
            <p:cNvSpPr>
              <a:spLocks noChangeArrowheads="1"/>
            </p:cNvSpPr>
            <p:nvPr/>
          </p:nvSpPr>
          <p:spPr bwMode="auto">
            <a:xfrm>
              <a:off x="1607" y="3273"/>
              <a:ext cx="618" cy="205"/>
            </a:xfrm>
            <a:prstGeom prst="rect">
              <a:avLst/>
            </a:prstGeom>
            <a:solidFill>
              <a:srgbClr val="E46620"/>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6428" name="Text Box 15">
              <a:extLst>
                <a:ext uri="{FF2B5EF4-FFF2-40B4-BE49-F238E27FC236}">
                  <a16:creationId xmlns:a16="http://schemas.microsoft.com/office/drawing/2014/main" id="{DBD58C2B-6071-8911-1531-C7C368F5CD3F}"/>
                </a:ext>
              </a:extLst>
            </p:cNvPr>
            <p:cNvSpPr txBox="1">
              <a:spLocks noChangeArrowheads="1"/>
            </p:cNvSpPr>
            <p:nvPr/>
          </p:nvSpPr>
          <p:spPr bwMode="auto">
            <a:xfrm>
              <a:off x="1643" y="3306"/>
              <a:ext cx="547"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3</a:t>
              </a:r>
            </a:p>
          </p:txBody>
        </p:sp>
      </p:grpSp>
      <p:grpSp>
        <p:nvGrpSpPr>
          <p:cNvPr id="3" name="Group 16">
            <a:extLst>
              <a:ext uri="{FF2B5EF4-FFF2-40B4-BE49-F238E27FC236}">
                <a16:creationId xmlns:a16="http://schemas.microsoft.com/office/drawing/2014/main" id="{E9B19295-CDD6-4E2B-000C-37CDC010979B}"/>
              </a:ext>
            </a:extLst>
          </p:cNvPr>
          <p:cNvGrpSpPr>
            <a:grpSpLocks/>
          </p:cNvGrpSpPr>
          <p:nvPr/>
        </p:nvGrpSpPr>
        <p:grpSpPr bwMode="auto">
          <a:xfrm>
            <a:off x="5356225" y="2809875"/>
            <a:ext cx="815975" cy="325438"/>
            <a:chOff x="1607" y="3273"/>
            <a:chExt cx="618" cy="205"/>
          </a:xfrm>
        </p:grpSpPr>
        <p:sp>
          <p:nvSpPr>
            <p:cNvPr id="16425" name="Rectangle 17">
              <a:extLst>
                <a:ext uri="{FF2B5EF4-FFF2-40B4-BE49-F238E27FC236}">
                  <a16:creationId xmlns:a16="http://schemas.microsoft.com/office/drawing/2014/main" id="{6A22D0E9-A7A4-FBFC-CA5F-E81D2FC3CF3D}"/>
                </a:ext>
              </a:extLst>
            </p:cNvPr>
            <p:cNvSpPr>
              <a:spLocks noChangeArrowheads="1"/>
            </p:cNvSpPr>
            <p:nvPr/>
          </p:nvSpPr>
          <p:spPr bwMode="auto">
            <a:xfrm>
              <a:off x="1607" y="3273"/>
              <a:ext cx="618" cy="205"/>
            </a:xfrm>
            <a:prstGeom prst="rect">
              <a:avLst/>
            </a:prstGeom>
            <a:solidFill>
              <a:srgbClr val="E46620"/>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6426" name="Text Box 18">
              <a:extLst>
                <a:ext uri="{FF2B5EF4-FFF2-40B4-BE49-F238E27FC236}">
                  <a16:creationId xmlns:a16="http://schemas.microsoft.com/office/drawing/2014/main" id="{0C7D2DE8-F7D0-8AAD-34C6-D32C6342F299}"/>
                </a:ext>
              </a:extLst>
            </p:cNvPr>
            <p:cNvSpPr txBox="1">
              <a:spLocks noChangeArrowheads="1"/>
            </p:cNvSpPr>
            <p:nvPr/>
          </p:nvSpPr>
          <p:spPr bwMode="auto">
            <a:xfrm>
              <a:off x="1643" y="3306"/>
              <a:ext cx="547"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2</a:t>
              </a:r>
            </a:p>
          </p:txBody>
        </p:sp>
      </p:grpSp>
      <p:grpSp>
        <p:nvGrpSpPr>
          <p:cNvPr id="4" name="Group 19">
            <a:extLst>
              <a:ext uri="{FF2B5EF4-FFF2-40B4-BE49-F238E27FC236}">
                <a16:creationId xmlns:a16="http://schemas.microsoft.com/office/drawing/2014/main" id="{1C853458-BD78-BED0-3E48-19C656EE06BF}"/>
              </a:ext>
            </a:extLst>
          </p:cNvPr>
          <p:cNvGrpSpPr>
            <a:grpSpLocks/>
          </p:cNvGrpSpPr>
          <p:nvPr/>
        </p:nvGrpSpPr>
        <p:grpSpPr bwMode="auto">
          <a:xfrm>
            <a:off x="5356225" y="4171950"/>
            <a:ext cx="815975" cy="325438"/>
            <a:chOff x="1607" y="3273"/>
            <a:chExt cx="618" cy="205"/>
          </a:xfrm>
        </p:grpSpPr>
        <p:sp>
          <p:nvSpPr>
            <p:cNvPr id="16423" name="Rectangle 20">
              <a:extLst>
                <a:ext uri="{FF2B5EF4-FFF2-40B4-BE49-F238E27FC236}">
                  <a16:creationId xmlns:a16="http://schemas.microsoft.com/office/drawing/2014/main" id="{76EDE8F1-F6A4-DB9D-EE76-746AFD8B3EED}"/>
                </a:ext>
              </a:extLst>
            </p:cNvPr>
            <p:cNvSpPr>
              <a:spLocks noChangeArrowheads="1"/>
            </p:cNvSpPr>
            <p:nvPr/>
          </p:nvSpPr>
          <p:spPr bwMode="auto">
            <a:xfrm>
              <a:off x="1607" y="3273"/>
              <a:ext cx="618" cy="205"/>
            </a:xfrm>
            <a:prstGeom prst="rect">
              <a:avLst/>
            </a:prstGeom>
            <a:solidFill>
              <a:srgbClr val="43996C"/>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6424" name="Text Box 21">
              <a:extLst>
                <a:ext uri="{FF2B5EF4-FFF2-40B4-BE49-F238E27FC236}">
                  <a16:creationId xmlns:a16="http://schemas.microsoft.com/office/drawing/2014/main" id="{089DDFCD-C03F-F793-6C00-400F37664722}"/>
                </a:ext>
              </a:extLst>
            </p:cNvPr>
            <p:cNvSpPr txBox="1">
              <a:spLocks noChangeArrowheads="1"/>
            </p:cNvSpPr>
            <p:nvPr/>
          </p:nvSpPr>
          <p:spPr bwMode="auto">
            <a:xfrm>
              <a:off x="1643" y="3306"/>
              <a:ext cx="547"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1</a:t>
              </a:r>
            </a:p>
          </p:txBody>
        </p:sp>
      </p:grpSp>
      <p:grpSp>
        <p:nvGrpSpPr>
          <p:cNvPr id="16392" name="Group 52">
            <a:extLst>
              <a:ext uri="{FF2B5EF4-FFF2-40B4-BE49-F238E27FC236}">
                <a16:creationId xmlns:a16="http://schemas.microsoft.com/office/drawing/2014/main" id="{255C7F08-200B-FCFE-948A-329B8186A28C}"/>
              </a:ext>
            </a:extLst>
          </p:cNvPr>
          <p:cNvGrpSpPr>
            <a:grpSpLocks/>
          </p:cNvGrpSpPr>
          <p:nvPr/>
        </p:nvGrpSpPr>
        <p:grpSpPr bwMode="auto">
          <a:xfrm>
            <a:off x="533400" y="2819400"/>
            <a:ext cx="1228725" cy="2133600"/>
            <a:chOff x="336" y="1776"/>
            <a:chExt cx="774" cy="1344"/>
          </a:xfrm>
        </p:grpSpPr>
        <p:pic>
          <p:nvPicPr>
            <p:cNvPr id="16421" name="Picture 47" descr="host12">
              <a:extLst>
                <a:ext uri="{FF2B5EF4-FFF2-40B4-BE49-F238E27FC236}">
                  <a16:creationId xmlns:a16="http://schemas.microsoft.com/office/drawing/2014/main" id="{AD1E6CBE-1C85-2DF5-BE8D-10BE15D7C9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 y="1776"/>
              <a:ext cx="774" cy="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22" name="Text Box 22">
              <a:extLst>
                <a:ext uri="{FF2B5EF4-FFF2-40B4-BE49-F238E27FC236}">
                  <a16:creationId xmlns:a16="http://schemas.microsoft.com/office/drawing/2014/main" id="{D8AD5295-8BB4-E4A6-5ADF-132F1457C2DE}"/>
                </a:ext>
              </a:extLst>
            </p:cNvPr>
            <p:cNvSpPr txBox="1">
              <a:spLocks noChangeArrowheads="1"/>
            </p:cNvSpPr>
            <p:nvPr/>
          </p:nvSpPr>
          <p:spPr bwMode="auto">
            <a:xfrm>
              <a:off x="672" y="2986"/>
              <a:ext cx="28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ctr"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400" b="1" i="0" u="none" strike="noStrike" kern="1200" cap="none" spc="0" normalizeH="0" baseline="0" noProof="0">
                  <a:ln>
                    <a:noFill/>
                  </a:ln>
                  <a:solidFill>
                    <a:srgbClr val="000610"/>
                  </a:solidFill>
                  <a:effectLst/>
                  <a:uLnTx/>
                  <a:uFillTx/>
                  <a:latin typeface="Verdana" panose="020B0604030504040204" pitchFamily="34" charset="0"/>
                  <a:ea typeface="+mn-ea"/>
                  <a:cs typeface="Arial" panose="020B0604020202020204" pitchFamily="34" charset="0"/>
                </a:rPr>
                <a:t>Host</a:t>
              </a:r>
            </a:p>
          </p:txBody>
        </p:sp>
      </p:grpSp>
      <p:grpSp>
        <p:nvGrpSpPr>
          <p:cNvPr id="6" name="Group 23">
            <a:extLst>
              <a:ext uri="{FF2B5EF4-FFF2-40B4-BE49-F238E27FC236}">
                <a16:creationId xmlns:a16="http://schemas.microsoft.com/office/drawing/2014/main" id="{EE2F83FD-BF38-F4CE-EABC-0FD91002DE1A}"/>
              </a:ext>
            </a:extLst>
          </p:cNvPr>
          <p:cNvGrpSpPr>
            <a:grpSpLocks/>
          </p:cNvGrpSpPr>
          <p:nvPr/>
        </p:nvGrpSpPr>
        <p:grpSpPr bwMode="auto">
          <a:xfrm>
            <a:off x="6400800" y="2344738"/>
            <a:ext cx="1206500" cy="2616200"/>
            <a:chOff x="3346" y="1477"/>
            <a:chExt cx="760" cy="1648"/>
          </a:xfrm>
        </p:grpSpPr>
        <p:sp>
          <p:nvSpPr>
            <p:cNvPr id="16419" name="AutoShape 24">
              <a:extLst>
                <a:ext uri="{FF2B5EF4-FFF2-40B4-BE49-F238E27FC236}">
                  <a16:creationId xmlns:a16="http://schemas.microsoft.com/office/drawing/2014/main" id="{51A1DDFF-D050-5BCE-3254-4037AA23FD72}"/>
                </a:ext>
              </a:extLst>
            </p:cNvPr>
            <p:cNvSpPr>
              <a:spLocks/>
            </p:cNvSpPr>
            <p:nvPr/>
          </p:nvSpPr>
          <p:spPr bwMode="auto">
            <a:xfrm>
              <a:off x="3346" y="1477"/>
              <a:ext cx="225" cy="1648"/>
            </a:xfrm>
            <a:prstGeom prst="rightBrace">
              <a:avLst>
                <a:gd name="adj1" fmla="val 61037"/>
                <a:gd name="adj2" fmla="val 50000"/>
              </a:avLst>
            </a:prstGeom>
            <a:noFill/>
            <a:ln w="38100">
              <a:solidFill>
                <a:srgbClr val="000000"/>
              </a:solidFill>
              <a:round/>
              <a:headEnd/>
              <a:tailEnd type="none" w="lg" len="med"/>
            </a:ln>
            <a:extLst>
              <a:ext uri="{909E8E84-426E-40DD-AFC4-6F175D3DCCD1}">
                <a14:hiddenFill xmlns:a14="http://schemas.microsoft.com/office/drawing/2010/main">
                  <a:solidFill>
                    <a:srgbClr val="FFFFFF"/>
                  </a:solidFill>
                </a14:hiddenFill>
              </a:ext>
            </a:extLst>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6420" name="Text Box 25">
              <a:extLst>
                <a:ext uri="{FF2B5EF4-FFF2-40B4-BE49-F238E27FC236}">
                  <a16:creationId xmlns:a16="http://schemas.microsoft.com/office/drawing/2014/main" id="{383DFF1B-70F1-20C7-F0A0-ADDEDE1820B8}"/>
                </a:ext>
              </a:extLst>
            </p:cNvPr>
            <p:cNvSpPr txBox="1">
              <a:spLocks noChangeArrowheads="1"/>
            </p:cNvSpPr>
            <p:nvPr/>
          </p:nvSpPr>
          <p:spPr bwMode="auto">
            <a:xfrm>
              <a:off x="3659" y="2250"/>
              <a:ext cx="44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l"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400" b="1" i="0" u="none" strike="noStrike" kern="1200" cap="none" spc="0" normalizeH="0" baseline="0" noProof="0">
                  <a:ln>
                    <a:noFill/>
                  </a:ln>
                  <a:solidFill>
                    <a:srgbClr val="000610"/>
                  </a:solidFill>
                  <a:effectLst/>
                  <a:uLnTx/>
                  <a:uFillTx/>
                  <a:latin typeface="Verdana" panose="020B0604030504040204" pitchFamily="34" charset="0"/>
                  <a:ea typeface="+mn-ea"/>
                  <a:cs typeface="Arial" panose="020B0604020202020204" pitchFamily="34" charset="0"/>
                </a:rPr>
                <a:t>RAID 0</a:t>
              </a:r>
            </a:p>
          </p:txBody>
        </p:sp>
      </p:grpSp>
      <p:grpSp>
        <p:nvGrpSpPr>
          <p:cNvPr id="7" name="Group 26">
            <a:extLst>
              <a:ext uri="{FF2B5EF4-FFF2-40B4-BE49-F238E27FC236}">
                <a16:creationId xmlns:a16="http://schemas.microsoft.com/office/drawing/2014/main" id="{1404CD27-C404-6F7F-05CC-9369CEE90158}"/>
              </a:ext>
            </a:extLst>
          </p:cNvPr>
          <p:cNvGrpSpPr>
            <a:grpSpLocks/>
          </p:cNvGrpSpPr>
          <p:nvPr/>
        </p:nvGrpSpPr>
        <p:grpSpPr bwMode="auto">
          <a:xfrm>
            <a:off x="5356225" y="2347913"/>
            <a:ext cx="815975" cy="325437"/>
            <a:chOff x="1607" y="3273"/>
            <a:chExt cx="618" cy="205"/>
          </a:xfrm>
        </p:grpSpPr>
        <p:sp>
          <p:nvSpPr>
            <p:cNvPr id="16417" name="Rectangle 27">
              <a:extLst>
                <a:ext uri="{FF2B5EF4-FFF2-40B4-BE49-F238E27FC236}">
                  <a16:creationId xmlns:a16="http://schemas.microsoft.com/office/drawing/2014/main" id="{BF7ECB8D-97CB-4277-358F-B7E5A4438117}"/>
                </a:ext>
              </a:extLst>
            </p:cNvPr>
            <p:cNvSpPr>
              <a:spLocks noChangeArrowheads="1"/>
            </p:cNvSpPr>
            <p:nvPr/>
          </p:nvSpPr>
          <p:spPr bwMode="auto">
            <a:xfrm>
              <a:off x="1607" y="3273"/>
              <a:ext cx="618" cy="205"/>
            </a:xfrm>
            <a:prstGeom prst="rect">
              <a:avLst/>
            </a:prstGeom>
            <a:solidFill>
              <a:srgbClr val="43996C"/>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6418" name="Text Box 28">
              <a:extLst>
                <a:ext uri="{FF2B5EF4-FFF2-40B4-BE49-F238E27FC236}">
                  <a16:creationId xmlns:a16="http://schemas.microsoft.com/office/drawing/2014/main" id="{504FB00F-D9AA-162B-122A-0110B00DB713}"/>
                </a:ext>
              </a:extLst>
            </p:cNvPr>
            <p:cNvSpPr txBox="1">
              <a:spLocks noChangeArrowheads="1"/>
            </p:cNvSpPr>
            <p:nvPr/>
          </p:nvSpPr>
          <p:spPr bwMode="auto">
            <a:xfrm>
              <a:off x="1643" y="3306"/>
              <a:ext cx="547"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0</a:t>
              </a:r>
            </a:p>
          </p:txBody>
        </p:sp>
      </p:grpSp>
      <p:grpSp>
        <p:nvGrpSpPr>
          <p:cNvPr id="8" name="Group 29">
            <a:extLst>
              <a:ext uri="{FF2B5EF4-FFF2-40B4-BE49-F238E27FC236}">
                <a16:creationId xmlns:a16="http://schemas.microsoft.com/office/drawing/2014/main" id="{11B01345-B5C2-98BD-6D6E-853547D9F9D9}"/>
              </a:ext>
            </a:extLst>
          </p:cNvPr>
          <p:cNvGrpSpPr>
            <a:grpSpLocks/>
          </p:cNvGrpSpPr>
          <p:nvPr/>
        </p:nvGrpSpPr>
        <p:grpSpPr bwMode="auto">
          <a:xfrm>
            <a:off x="685800" y="3562350"/>
            <a:ext cx="812800" cy="325438"/>
            <a:chOff x="1607" y="3273"/>
            <a:chExt cx="618" cy="205"/>
          </a:xfrm>
        </p:grpSpPr>
        <p:sp>
          <p:nvSpPr>
            <p:cNvPr id="16415" name="Rectangle 30">
              <a:extLst>
                <a:ext uri="{FF2B5EF4-FFF2-40B4-BE49-F238E27FC236}">
                  <a16:creationId xmlns:a16="http://schemas.microsoft.com/office/drawing/2014/main" id="{652388D8-36D9-EC17-A815-81F0B0E42D62}"/>
                </a:ext>
              </a:extLst>
            </p:cNvPr>
            <p:cNvSpPr>
              <a:spLocks noChangeArrowheads="1"/>
            </p:cNvSpPr>
            <p:nvPr/>
          </p:nvSpPr>
          <p:spPr bwMode="auto">
            <a:xfrm>
              <a:off x="1607" y="3273"/>
              <a:ext cx="618" cy="205"/>
            </a:xfrm>
            <a:prstGeom prst="rect">
              <a:avLst/>
            </a:prstGeom>
            <a:solidFill>
              <a:srgbClr val="E46620"/>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6416" name="Text Box 31">
              <a:extLst>
                <a:ext uri="{FF2B5EF4-FFF2-40B4-BE49-F238E27FC236}">
                  <a16:creationId xmlns:a16="http://schemas.microsoft.com/office/drawing/2014/main" id="{26DAAD03-64E3-FBAB-1D55-BB7DD3D973D3}"/>
                </a:ext>
              </a:extLst>
            </p:cNvPr>
            <p:cNvSpPr txBox="1">
              <a:spLocks noChangeArrowheads="1"/>
            </p:cNvSpPr>
            <p:nvPr/>
          </p:nvSpPr>
          <p:spPr bwMode="auto">
            <a:xfrm>
              <a:off x="1642" y="3306"/>
              <a:ext cx="549"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3</a:t>
              </a:r>
            </a:p>
          </p:txBody>
        </p:sp>
      </p:grpSp>
      <p:grpSp>
        <p:nvGrpSpPr>
          <p:cNvPr id="9" name="Group 32">
            <a:extLst>
              <a:ext uri="{FF2B5EF4-FFF2-40B4-BE49-F238E27FC236}">
                <a16:creationId xmlns:a16="http://schemas.microsoft.com/office/drawing/2014/main" id="{E0B951DE-DC0C-BDAD-F3C5-FB796EEFEE60}"/>
              </a:ext>
            </a:extLst>
          </p:cNvPr>
          <p:cNvGrpSpPr>
            <a:grpSpLocks/>
          </p:cNvGrpSpPr>
          <p:nvPr/>
        </p:nvGrpSpPr>
        <p:grpSpPr bwMode="auto">
          <a:xfrm>
            <a:off x="685800" y="3562350"/>
            <a:ext cx="812800" cy="325438"/>
            <a:chOff x="1607" y="3273"/>
            <a:chExt cx="618" cy="205"/>
          </a:xfrm>
        </p:grpSpPr>
        <p:sp>
          <p:nvSpPr>
            <p:cNvPr id="16413" name="Rectangle 33">
              <a:extLst>
                <a:ext uri="{FF2B5EF4-FFF2-40B4-BE49-F238E27FC236}">
                  <a16:creationId xmlns:a16="http://schemas.microsoft.com/office/drawing/2014/main" id="{260F8A13-F72D-E8DC-9762-F6903EA3E653}"/>
                </a:ext>
              </a:extLst>
            </p:cNvPr>
            <p:cNvSpPr>
              <a:spLocks noChangeArrowheads="1"/>
            </p:cNvSpPr>
            <p:nvPr/>
          </p:nvSpPr>
          <p:spPr bwMode="auto">
            <a:xfrm>
              <a:off x="1607" y="3273"/>
              <a:ext cx="618" cy="205"/>
            </a:xfrm>
            <a:prstGeom prst="rect">
              <a:avLst/>
            </a:prstGeom>
            <a:solidFill>
              <a:srgbClr val="E46620"/>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6414" name="Text Box 34">
              <a:extLst>
                <a:ext uri="{FF2B5EF4-FFF2-40B4-BE49-F238E27FC236}">
                  <a16:creationId xmlns:a16="http://schemas.microsoft.com/office/drawing/2014/main" id="{331BD903-D67D-F3EF-3C58-0ED6D820AC3E}"/>
                </a:ext>
              </a:extLst>
            </p:cNvPr>
            <p:cNvSpPr txBox="1">
              <a:spLocks noChangeArrowheads="1"/>
            </p:cNvSpPr>
            <p:nvPr/>
          </p:nvSpPr>
          <p:spPr bwMode="auto">
            <a:xfrm>
              <a:off x="1642" y="3306"/>
              <a:ext cx="549"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2</a:t>
              </a:r>
            </a:p>
          </p:txBody>
        </p:sp>
      </p:grpSp>
      <p:grpSp>
        <p:nvGrpSpPr>
          <p:cNvPr id="10" name="Group 35">
            <a:extLst>
              <a:ext uri="{FF2B5EF4-FFF2-40B4-BE49-F238E27FC236}">
                <a16:creationId xmlns:a16="http://schemas.microsoft.com/office/drawing/2014/main" id="{C125F932-BB6A-2BB3-462E-3E5CE87941EF}"/>
              </a:ext>
            </a:extLst>
          </p:cNvPr>
          <p:cNvGrpSpPr>
            <a:grpSpLocks/>
          </p:cNvGrpSpPr>
          <p:nvPr/>
        </p:nvGrpSpPr>
        <p:grpSpPr bwMode="auto">
          <a:xfrm>
            <a:off x="685800" y="3562350"/>
            <a:ext cx="812800" cy="325438"/>
            <a:chOff x="1607" y="3273"/>
            <a:chExt cx="618" cy="205"/>
          </a:xfrm>
        </p:grpSpPr>
        <p:sp>
          <p:nvSpPr>
            <p:cNvPr id="16411" name="Rectangle 36">
              <a:extLst>
                <a:ext uri="{FF2B5EF4-FFF2-40B4-BE49-F238E27FC236}">
                  <a16:creationId xmlns:a16="http://schemas.microsoft.com/office/drawing/2014/main" id="{5F8752DC-E8ED-A445-5E65-DE63DF1DC6A8}"/>
                </a:ext>
              </a:extLst>
            </p:cNvPr>
            <p:cNvSpPr>
              <a:spLocks noChangeArrowheads="1"/>
            </p:cNvSpPr>
            <p:nvPr/>
          </p:nvSpPr>
          <p:spPr bwMode="auto">
            <a:xfrm>
              <a:off x="1607" y="3273"/>
              <a:ext cx="618" cy="205"/>
            </a:xfrm>
            <a:prstGeom prst="rect">
              <a:avLst/>
            </a:prstGeom>
            <a:solidFill>
              <a:srgbClr val="43996C"/>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6412" name="Text Box 37">
              <a:extLst>
                <a:ext uri="{FF2B5EF4-FFF2-40B4-BE49-F238E27FC236}">
                  <a16:creationId xmlns:a16="http://schemas.microsoft.com/office/drawing/2014/main" id="{2D7A77AA-6F15-3876-9302-F139A72526D0}"/>
                </a:ext>
              </a:extLst>
            </p:cNvPr>
            <p:cNvSpPr txBox="1">
              <a:spLocks noChangeArrowheads="1"/>
            </p:cNvSpPr>
            <p:nvPr/>
          </p:nvSpPr>
          <p:spPr bwMode="auto">
            <a:xfrm>
              <a:off x="1642" y="3306"/>
              <a:ext cx="549"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1</a:t>
              </a:r>
            </a:p>
          </p:txBody>
        </p:sp>
      </p:grpSp>
      <p:grpSp>
        <p:nvGrpSpPr>
          <p:cNvPr id="11" name="Group 38">
            <a:extLst>
              <a:ext uri="{FF2B5EF4-FFF2-40B4-BE49-F238E27FC236}">
                <a16:creationId xmlns:a16="http://schemas.microsoft.com/office/drawing/2014/main" id="{BD72FF2A-B91C-2E8C-1AB3-77AD165056FF}"/>
              </a:ext>
            </a:extLst>
          </p:cNvPr>
          <p:cNvGrpSpPr>
            <a:grpSpLocks/>
          </p:cNvGrpSpPr>
          <p:nvPr/>
        </p:nvGrpSpPr>
        <p:grpSpPr bwMode="auto">
          <a:xfrm>
            <a:off x="685800" y="3560763"/>
            <a:ext cx="812800" cy="325437"/>
            <a:chOff x="1607" y="3273"/>
            <a:chExt cx="618" cy="205"/>
          </a:xfrm>
        </p:grpSpPr>
        <p:sp>
          <p:nvSpPr>
            <p:cNvPr id="16409" name="Rectangle 39">
              <a:extLst>
                <a:ext uri="{FF2B5EF4-FFF2-40B4-BE49-F238E27FC236}">
                  <a16:creationId xmlns:a16="http://schemas.microsoft.com/office/drawing/2014/main" id="{4AF7E22D-F038-35B0-E2D7-5C679EC31248}"/>
                </a:ext>
              </a:extLst>
            </p:cNvPr>
            <p:cNvSpPr>
              <a:spLocks noChangeArrowheads="1"/>
            </p:cNvSpPr>
            <p:nvPr/>
          </p:nvSpPr>
          <p:spPr bwMode="auto">
            <a:xfrm>
              <a:off x="1607" y="3273"/>
              <a:ext cx="618" cy="205"/>
            </a:xfrm>
            <a:prstGeom prst="rect">
              <a:avLst/>
            </a:prstGeom>
            <a:solidFill>
              <a:srgbClr val="43996C"/>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6410" name="Text Box 40">
              <a:extLst>
                <a:ext uri="{FF2B5EF4-FFF2-40B4-BE49-F238E27FC236}">
                  <a16:creationId xmlns:a16="http://schemas.microsoft.com/office/drawing/2014/main" id="{18069591-F1D6-9A2A-FF14-18FDD2445253}"/>
                </a:ext>
              </a:extLst>
            </p:cNvPr>
            <p:cNvSpPr txBox="1">
              <a:spLocks noChangeArrowheads="1"/>
            </p:cNvSpPr>
            <p:nvPr/>
          </p:nvSpPr>
          <p:spPr bwMode="auto">
            <a:xfrm>
              <a:off x="1642" y="3306"/>
              <a:ext cx="549"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0</a:t>
              </a:r>
            </a:p>
          </p:txBody>
        </p:sp>
      </p:grpSp>
      <p:grpSp>
        <p:nvGrpSpPr>
          <p:cNvPr id="12" name="Group 41">
            <a:extLst>
              <a:ext uri="{FF2B5EF4-FFF2-40B4-BE49-F238E27FC236}">
                <a16:creationId xmlns:a16="http://schemas.microsoft.com/office/drawing/2014/main" id="{C32F5842-A790-5BBA-41E5-A1F6E8BBEF71}"/>
              </a:ext>
            </a:extLst>
          </p:cNvPr>
          <p:cNvGrpSpPr>
            <a:grpSpLocks/>
          </p:cNvGrpSpPr>
          <p:nvPr/>
        </p:nvGrpSpPr>
        <p:grpSpPr bwMode="auto">
          <a:xfrm>
            <a:off x="4319588" y="1685925"/>
            <a:ext cx="4692650" cy="630238"/>
            <a:chOff x="2721" y="1062"/>
            <a:chExt cx="2956" cy="397"/>
          </a:xfrm>
        </p:grpSpPr>
        <p:sp>
          <p:nvSpPr>
            <p:cNvPr id="16407" name="AutoShape 42">
              <a:extLst>
                <a:ext uri="{FF2B5EF4-FFF2-40B4-BE49-F238E27FC236}">
                  <a16:creationId xmlns:a16="http://schemas.microsoft.com/office/drawing/2014/main" id="{C60B2A6B-1B2F-95DD-490B-962ACB69D72F}"/>
                </a:ext>
              </a:extLst>
            </p:cNvPr>
            <p:cNvSpPr>
              <a:spLocks/>
            </p:cNvSpPr>
            <p:nvPr/>
          </p:nvSpPr>
          <p:spPr bwMode="auto">
            <a:xfrm rot="-5400000">
              <a:off x="4086" y="-131"/>
              <a:ext cx="225" cy="2956"/>
            </a:xfrm>
            <a:prstGeom prst="rightBrace">
              <a:avLst>
                <a:gd name="adj1" fmla="val 48415"/>
                <a:gd name="adj2" fmla="val 50000"/>
              </a:avLst>
            </a:prstGeom>
            <a:noFill/>
            <a:ln w="38100">
              <a:solidFill>
                <a:srgbClr val="000000"/>
              </a:solidFill>
              <a:round/>
              <a:headEnd/>
              <a:tailEnd type="none" w="lg" len="med"/>
            </a:ln>
            <a:extLst>
              <a:ext uri="{909E8E84-426E-40DD-AFC4-6F175D3DCCD1}">
                <a14:hiddenFill xmlns:a14="http://schemas.microsoft.com/office/drawing/2010/main">
                  <a:solidFill>
                    <a:srgbClr val="FFFFFF"/>
                  </a:solidFill>
                </a14:hiddenFill>
              </a:ext>
            </a:extLst>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6408" name="Text Box 43">
              <a:extLst>
                <a:ext uri="{FF2B5EF4-FFF2-40B4-BE49-F238E27FC236}">
                  <a16:creationId xmlns:a16="http://schemas.microsoft.com/office/drawing/2014/main" id="{A0862D21-E6EA-B792-EAC6-56F8FE18DDB6}"/>
                </a:ext>
              </a:extLst>
            </p:cNvPr>
            <p:cNvSpPr txBox="1">
              <a:spLocks noChangeArrowheads="1"/>
            </p:cNvSpPr>
            <p:nvPr/>
          </p:nvSpPr>
          <p:spPr bwMode="auto">
            <a:xfrm>
              <a:off x="3937" y="1062"/>
              <a:ext cx="44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l"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400" b="1" i="0" u="none" strike="noStrike" kern="1200" cap="none" spc="0" normalizeH="0" baseline="0" noProof="0">
                  <a:ln>
                    <a:noFill/>
                  </a:ln>
                  <a:solidFill>
                    <a:srgbClr val="000610"/>
                  </a:solidFill>
                  <a:effectLst/>
                  <a:uLnTx/>
                  <a:uFillTx/>
                  <a:latin typeface="Verdana" panose="020B0604030504040204" pitchFamily="34" charset="0"/>
                  <a:ea typeface="+mn-ea"/>
                  <a:cs typeface="Arial" panose="020B0604020202020204" pitchFamily="34" charset="0"/>
                </a:rPr>
                <a:t>RAID 1</a:t>
              </a:r>
            </a:p>
          </p:txBody>
        </p:sp>
      </p:grpSp>
      <p:pic>
        <p:nvPicPr>
          <p:cNvPr id="16400" name="Picture 48" descr="strippeddisk">
            <a:extLst>
              <a:ext uri="{FF2B5EF4-FFF2-40B4-BE49-F238E27FC236}">
                <a16:creationId xmlns:a16="http://schemas.microsoft.com/office/drawing/2014/main" id="{2D20E4F5-CC82-AA37-0886-B5F3BC8E66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8200" y="2486025"/>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01" name="Picture 49" descr="strippeddisk">
            <a:extLst>
              <a:ext uri="{FF2B5EF4-FFF2-40B4-BE49-F238E27FC236}">
                <a16:creationId xmlns:a16="http://schemas.microsoft.com/office/drawing/2014/main" id="{D971149A-BFC3-3C71-E70B-F355598D2B5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43800" y="25146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02" name="Picture 50" descr="strippeddisk">
            <a:extLst>
              <a:ext uri="{FF2B5EF4-FFF2-40B4-BE49-F238E27FC236}">
                <a16:creationId xmlns:a16="http://schemas.microsoft.com/office/drawing/2014/main" id="{68FFAB90-6A4B-8461-6CEE-D844E60102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43800" y="43434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03" name="Picture 51" descr="strippeddisk">
            <a:extLst>
              <a:ext uri="{FF2B5EF4-FFF2-40B4-BE49-F238E27FC236}">
                <a16:creationId xmlns:a16="http://schemas.microsoft.com/office/drawing/2014/main" id="{F6A559E8-9B04-87B9-654C-E1B0435D47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8200" y="43434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404" name="Group 10">
            <a:extLst>
              <a:ext uri="{FF2B5EF4-FFF2-40B4-BE49-F238E27FC236}">
                <a16:creationId xmlns:a16="http://schemas.microsoft.com/office/drawing/2014/main" id="{C248A605-75BA-E101-4B13-A70B9BBA5EED}"/>
              </a:ext>
            </a:extLst>
          </p:cNvPr>
          <p:cNvGrpSpPr>
            <a:grpSpLocks/>
          </p:cNvGrpSpPr>
          <p:nvPr/>
        </p:nvGrpSpPr>
        <p:grpSpPr bwMode="auto">
          <a:xfrm>
            <a:off x="2265363" y="3371850"/>
            <a:ext cx="1358900" cy="720725"/>
            <a:chOff x="1471" y="2124"/>
            <a:chExt cx="856" cy="454"/>
          </a:xfrm>
        </p:grpSpPr>
        <p:sp>
          <p:nvSpPr>
            <p:cNvPr id="16405" name="Rectangle 11">
              <a:extLst>
                <a:ext uri="{FF2B5EF4-FFF2-40B4-BE49-F238E27FC236}">
                  <a16:creationId xmlns:a16="http://schemas.microsoft.com/office/drawing/2014/main" id="{E7CF3196-BBD5-C198-61E4-78FA940EF7F4}"/>
                </a:ext>
              </a:extLst>
            </p:cNvPr>
            <p:cNvSpPr>
              <a:spLocks noChangeArrowheads="1"/>
            </p:cNvSpPr>
            <p:nvPr/>
          </p:nvSpPr>
          <p:spPr bwMode="auto">
            <a:xfrm>
              <a:off x="1471" y="2124"/>
              <a:ext cx="856" cy="454"/>
            </a:xfrm>
            <a:prstGeom prst="rect">
              <a:avLst/>
            </a:prstGeom>
            <a:gradFill rotWithShape="1">
              <a:gsLst>
                <a:gs pos="0">
                  <a:srgbClr val="86BAB5"/>
                </a:gs>
                <a:gs pos="100000">
                  <a:srgbClr val="5B7E7B"/>
                </a:gs>
              </a:gsLst>
              <a:lin ang="2700000" scaled="1"/>
            </a:gradFill>
            <a:ln w="12700" algn="ctr">
              <a:solidFill>
                <a:srgbClr val="88B8B6"/>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6406" name="Text Box 12">
              <a:extLst>
                <a:ext uri="{FF2B5EF4-FFF2-40B4-BE49-F238E27FC236}">
                  <a16:creationId xmlns:a16="http://schemas.microsoft.com/office/drawing/2014/main" id="{122AAC51-2A4A-9EAB-6D4B-8D0DBD7A1054}"/>
                </a:ext>
              </a:extLst>
            </p:cNvPr>
            <p:cNvSpPr txBox="1">
              <a:spLocks noChangeArrowheads="1"/>
            </p:cNvSpPr>
            <p:nvPr/>
          </p:nvSpPr>
          <p:spPr bwMode="auto">
            <a:xfrm>
              <a:off x="1593" y="2212"/>
              <a:ext cx="612" cy="278"/>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RAID</a:t>
              </a:r>
              <a:b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b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Controller</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0" presetClass="path" presetSubtype="0" accel="50000" decel="50000" fill="hold" nodeType="clickEffect">
                                  <p:stCondLst>
                                    <p:cond delay="0"/>
                                  </p:stCondLst>
                                  <p:childTnLst>
                                    <p:animMotion origin="layout" path="M -4.44444E-6 0.00162 L 0.33386 0.00162 L 0.33386 -0.17534 L 0.53108 -0.17534 " pathEditMode="relative" rAng="0" ptsTypes="AAAA">
                                      <p:cBhvr>
                                        <p:cTn id="6" dur="2000" fill="hold"/>
                                        <p:tgtEl>
                                          <p:spTgt spid="11"/>
                                        </p:tgtEl>
                                        <p:attrNameLst>
                                          <p:attrName>ppt_x</p:attrName>
                                          <p:attrName>ppt_y</p:attrName>
                                        </p:attrNameLst>
                                      </p:cBhvr>
                                      <p:rCtr x="26545" y="-8860"/>
                                    </p:animMotion>
                                  </p:childTnLst>
                                </p:cTn>
                              </p:par>
                              <p:par>
                                <p:cTn id="7" presetID="0" presetClass="path" presetSubtype="0" accel="50000" decel="50000" fill="hold" nodeType="withEffect">
                                  <p:stCondLst>
                                    <p:cond delay="0"/>
                                  </p:stCondLst>
                                  <p:childTnLst>
                                    <p:animMotion origin="layout" path="M 0.00018 -0.00023 L 0.33316 -0.00023 L 0.33316 0.09021 L 0.52969 0.09021 " pathEditMode="relative" rAng="0" ptsTypes="AAAA">
                                      <p:cBhvr>
                                        <p:cTn id="8" dur="2000" fill="hold"/>
                                        <p:tgtEl>
                                          <p:spTgt spid="10"/>
                                        </p:tgtEl>
                                        <p:attrNameLst>
                                          <p:attrName>ppt_x</p:attrName>
                                          <p:attrName>ppt_y</p:attrName>
                                        </p:attrNameLst>
                                      </p:cBhvr>
                                      <p:rCtr x="26476" y="4511"/>
                                    </p:animMotion>
                                  </p:childTnLst>
                                </p:cTn>
                              </p:par>
                            </p:childTnLst>
                          </p:cTn>
                        </p:par>
                      </p:childTnLst>
                    </p:cTn>
                  </p:par>
                  <p:par>
                    <p:cTn id="9" fill="hold" nodeType="clickPar">
                      <p:stCondLst>
                        <p:cond delay="indefinite"/>
                      </p:stCondLst>
                      <p:childTnLst>
                        <p:par>
                          <p:cTn id="10" fill="hold" nodeType="withGroup">
                            <p:stCondLst>
                              <p:cond delay="0"/>
                            </p:stCondLst>
                            <p:childTnLst>
                              <p:par>
                                <p:cTn id="11" presetID="53"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1000" fill="hold"/>
                                        <p:tgtEl>
                                          <p:spTgt spid="6"/>
                                        </p:tgtEl>
                                        <p:attrNameLst>
                                          <p:attrName>ppt_w</p:attrName>
                                        </p:attrNameLst>
                                      </p:cBhvr>
                                      <p:tavLst>
                                        <p:tav tm="0">
                                          <p:val>
                                            <p:fltVal val="0"/>
                                          </p:val>
                                        </p:tav>
                                        <p:tav tm="100000">
                                          <p:val>
                                            <p:strVal val="#ppt_w"/>
                                          </p:val>
                                        </p:tav>
                                      </p:tavLst>
                                    </p:anim>
                                    <p:anim calcmode="lin" valueType="num">
                                      <p:cBhvr>
                                        <p:cTn id="14" dur="1000" fill="hold"/>
                                        <p:tgtEl>
                                          <p:spTgt spid="6"/>
                                        </p:tgtEl>
                                        <p:attrNameLst>
                                          <p:attrName>ppt_h</p:attrName>
                                        </p:attrNameLst>
                                      </p:cBhvr>
                                      <p:tavLst>
                                        <p:tav tm="0">
                                          <p:val>
                                            <p:fltVal val="0"/>
                                          </p:val>
                                        </p:tav>
                                        <p:tav tm="100000">
                                          <p:val>
                                            <p:strVal val="#ppt_h"/>
                                          </p:val>
                                        </p:tav>
                                      </p:tavLst>
                                    </p:anim>
                                    <p:animEffect transition="in" filter="fade">
                                      <p:cBhvr>
                                        <p:cTn id="15" dur="1000"/>
                                        <p:tgtEl>
                                          <p:spTgt spid="6"/>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1000"/>
                                        <p:tgtEl>
                                          <p:spTgt spid="7"/>
                                        </p:tgtEl>
                                      </p:cBhvr>
                                    </p:animEffect>
                                  </p:childTnLst>
                                </p:cTn>
                              </p:par>
                              <p:par>
                                <p:cTn id="21" presetID="0" presetClass="path" presetSubtype="0" accel="50000" decel="50000" fill="hold" nodeType="withEffect">
                                  <p:stCondLst>
                                    <p:cond delay="0"/>
                                  </p:stCondLst>
                                  <p:childTnLst>
                                    <p:animMotion origin="layout" path="M 0.02014 0.00162 L 0.31476 0.00232 " pathEditMode="relative" rAng="0" ptsTypes="AA">
                                      <p:cBhvr>
                                        <p:cTn id="22" dur="2000" fill="hold"/>
                                        <p:tgtEl>
                                          <p:spTgt spid="7"/>
                                        </p:tgtEl>
                                        <p:attrNameLst>
                                          <p:attrName>ppt_x</p:attrName>
                                          <p:attrName>ppt_y</p:attrName>
                                        </p:attrNameLst>
                                      </p:cBhvr>
                                      <p:rCtr x="14722" y="23"/>
                                    </p:animMotion>
                                  </p:childTnLst>
                                </p:cTn>
                              </p:par>
                              <p:par>
                                <p:cTn id="23" presetID="10" presetClass="entr" presetSubtype="0" fill="hold"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1000"/>
                                        <p:tgtEl>
                                          <p:spTgt spid="4"/>
                                        </p:tgtEl>
                                      </p:cBhvr>
                                    </p:animEffect>
                                  </p:childTnLst>
                                </p:cTn>
                              </p:par>
                              <p:par>
                                <p:cTn id="26" presetID="0" presetClass="path" presetSubtype="0" accel="50000" decel="50000" fill="hold" nodeType="withEffect">
                                  <p:stCondLst>
                                    <p:cond delay="0"/>
                                  </p:stCondLst>
                                  <p:childTnLst>
                                    <p:animMotion origin="layout" path="M 0.01875 0.00138 L 0.31337 0.00277 " pathEditMode="relative" rAng="0" ptsTypes="AA">
                                      <p:cBhvr>
                                        <p:cTn id="27" dur="2000" fill="hold"/>
                                        <p:tgtEl>
                                          <p:spTgt spid="4"/>
                                        </p:tgtEl>
                                        <p:attrNameLst>
                                          <p:attrName>ppt_x</p:attrName>
                                          <p:attrName>ppt_y</p:attrName>
                                        </p:attrNameLst>
                                      </p:cBhvr>
                                      <p:rCtr x="14722" y="69"/>
                                    </p:animMotion>
                                  </p:childTnLst>
                                </p:cTn>
                              </p:par>
                            </p:childTnLst>
                          </p:cTn>
                        </p:par>
                      </p:childTnLst>
                    </p:cTn>
                  </p:par>
                  <p:par>
                    <p:cTn id="28" fill="hold" nodeType="clickPar">
                      <p:stCondLst>
                        <p:cond delay="indefinite"/>
                      </p:stCondLst>
                      <p:childTnLst>
                        <p:par>
                          <p:cTn id="29" fill="hold" nodeType="withGroup">
                            <p:stCondLst>
                              <p:cond delay="0"/>
                            </p:stCondLst>
                            <p:childTnLst>
                              <p:par>
                                <p:cTn id="30" presetID="53" presetClass="entr" presetSubtype="0"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 calcmode="lin" valueType="num">
                                      <p:cBhvr>
                                        <p:cTn id="32" dur="1000" fill="hold"/>
                                        <p:tgtEl>
                                          <p:spTgt spid="12"/>
                                        </p:tgtEl>
                                        <p:attrNameLst>
                                          <p:attrName>ppt_w</p:attrName>
                                        </p:attrNameLst>
                                      </p:cBhvr>
                                      <p:tavLst>
                                        <p:tav tm="0">
                                          <p:val>
                                            <p:fltVal val="0"/>
                                          </p:val>
                                        </p:tav>
                                        <p:tav tm="100000">
                                          <p:val>
                                            <p:strVal val="#ppt_w"/>
                                          </p:val>
                                        </p:tav>
                                      </p:tavLst>
                                    </p:anim>
                                    <p:anim calcmode="lin" valueType="num">
                                      <p:cBhvr>
                                        <p:cTn id="33" dur="1000" fill="hold"/>
                                        <p:tgtEl>
                                          <p:spTgt spid="12"/>
                                        </p:tgtEl>
                                        <p:attrNameLst>
                                          <p:attrName>ppt_h</p:attrName>
                                        </p:attrNameLst>
                                      </p:cBhvr>
                                      <p:tavLst>
                                        <p:tav tm="0">
                                          <p:val>
                                            <p:fltVal val="0"/>
                                          </p:val>
                                        </p:tav>
                                        <p:tav tm="100000">
                                          <p:val>
                                            <p:strVal val="#ppt_h"/>
                                          </p:val>
                                        </p:tav>
                                      </p:tavLst>
                                    </p:anim>
                                    <p:animEffect transition="in" filter="fade">
                                      <p:cBhvr>
                                        <p:cTn id="34" dur="1000"/>
                                        <p:tgtEl>
                                          <p:spTgt spid="12"/>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0" presetClass="path" presetSubtype="0" accel="50000" decel="50000" fill="hold" nodeType="clickEffect">
                                  <p:stCondLst>
                                    <p:cond delay="0"/>
                                  </p:stCondLst>
                                  <p:childTnLst>
                                    <p:animMotion origin="layout" path="M -0.00086 0.00139 L 0.33247 0.00139 L 0.33247 -0.10826 L 0.52934 -0.10826 " pathEditMode="relative" rAng="0" ptsTypes="AAAA">
                                      <p:cBhvr>
                                        <p:cTn id="38" dur="2000" fill="hold"/>
                                        <p:tgtEl>
                                          <p:spTgt spid="9"/>
                                        </p:tgtEl>
                                        <p:attrNameLst>
                                          <p:attrName>ppt_x</p:attrName>
                                          <p:attrName>ppt_y</p:attrName>
                                        </p:attrNameLst>
                                      </p:cBhvr>
                                      <p:rCtr x="26510" y="-5482"/>
                                    </p:animMotion>
                                  </p:childTnLst>
                                </p:cTn>
                              </p:par>
                              <p:par>
                                <p:cTn id="39" presetID="0" presetClass="path" presetSubtype="0" accel="50000" decel="50000" fill="hold" nodeType="withEffect">
                                  <p:stCondLst>
                                    <p:cond delay="0"/>
                                  </p:stCondLst>
                                  <p:childTnLst>
                                    <p:animMotion origin="layout" path="M -0.00086 1.30465E-6 L 0.33247 1.30465E-6 L 0.33247 0.15683 L 0.52934 0.15683 " pathEditMode="relative" rAng="0" ptsTypes="AAAA">
                                      <p:cBhvr>
                                        <p:cTn id="40" dur="2000" fill="hold"/>
                                        <p:tgtEl>
                                          <p:spTgt spid="8"/>
                                        </p:tgtEl>
                                        <p:attrNameLst>
                                          <p:attrName>ppt_x</p:attrName>
                                          <p:attrName>ppt_y</p:attrName>
                                        </p:attrNameLst>
                                      </p:cBhvr>
                                      <p:rCtr x="26510" y="7842"/>
                                    </p:animMotion>
                                  </p:childTnLst>
                                </p:cTn>
                              </p:par>
                            </p:childTnLst>
                          </p:cTn>
                        </p:par>
                        <p:par>
                          <p:cTn id="41" fill="hold" nodeType="afterGroup">
                            <p:stCondLst>
                              <p:cond delay="2000"/>
                            </p:stCondLst>
                            <p:childTnLst>
                              <p:par>
                                <p:cTn id="42" presetID="10" presetClass="entr" presetSubtype="0" fill="hold" nodeType="afterEffect">
                                  <p:stCondLst>
                                    <p:cond delay="0"/>
                                  </p:stCondLst>
                                  <p:childTnLst>
                                    <p:set>
                                      <p:cBhvr>
                                        <p:cTn id="43" dur="1" fill="hold">
                                          <p:stCondLst>
                                            <p:cond delay="0"/>
                                          </p:stCondLst>
                                        </p:cTn>
                                        <p:tgtEl>
                                          <p:spTgt spid="3"/>
                                        </p:tgtEl>
                                        <p:attrNameLst>
                                          <p:attrName>style.visibility</p:attrName>
                                        </p:attrNameLst>
                                      </p:cBhvr>
                                      <p:to>
                                        <p:strVal val="visible"/>
                                      </p:to>
                                    </p:set>
                                    <p:animEffect transition="in" filter="fade">
                                      <p:cBhvr>
                                        <p:cTn id="44" dur="1000"/>
                                        <p:tgtEl>
                                          <p:spTgt spid="3"/>
                                        </p:tgtEl>
                                      </p:cBhvr>
                                    </p:animEffect>
                                  </p:childTnLst>
                                </p:cTn>
                              </p:par>
                              <p:par>
                                <p:cTn id="45" presetID="10" presetClass="entr" presetSubtype="0" fill="hold" nodeType="with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fade">
                                      <p:cBhvr>
                                        <p:cTn id="47" dur="1000"/>
                                        <p:tgtEl>
                                          <p:spTgt spid="2"/>
                                        </p:tgtEl>
                                      </p:cBhvr>
                                    </p:animEffect>
                                  </p:childTnLst>
                                </p:cTn>
                              </p:par>
                              <p:par>
                                <p:cTn id="48" presetID="63" presetClass="path" presetSubtype="0" accel="50000" decel="50000" fill="hold" nodeType="withEffect">
                                  <p:stCondLst>
                                    <p:cond delay="0"/>
                                  </p:stCondLst>
                                  <p:childTnLst>
                                    <p:animMotion origin="layout" path="M 0.0184 0.00139 L 0.31302 0.00139 " pathEditMode="relative" rAng="0" ptsTypes="AA">
                                      <p:cBhvr>
                                        <p:cTn id="49" dur="2000" fill="hold"/>
                                        <p:tgtEl>
                                          <p:spTgt spid="3"/>
                                        </p:tgtEl>
                                        <p:attrNameLst>
                                          <p:attrName>ppt_x</p:attrName>
                                          <p:attrName>ppt_y</p:attrName>
                                        </p:attrNameLst>
                                      </p:cBhvr>
                                      <p:rCtr x="14722" y="0"/>
                                    </p:animMotion>
                                  </p:childTnLst>
                                </p:cTn>
                              </p:par>
                              <p:par>
                                <p:cTn id="50" presetID="63" presetClass="path" presetSubtype="0" accel="50000" decel="50000" fill="hold" nodeType="withEffect">
                                  <p:stCondLst>
                                    <p:cond delay="0"/>
                                  </p:stCondLst>
                                  <p:childTnLst>
                                    <p:animMotion origin="layout" path="M 0.0184 -0.00115 L 0.31302 -0.00231 " pathEditMode="relative" rAng="0" ptsTypes="AA">
                                      <p:cBhvr>
                                        <p:cTn id="51" dur="2000" fill="hold"/>
                                        <p:tgtEl>
                                          <p:spTgt spid="2"/>
                                        </p:tgtEl>
                                        <p:attrNameLst>
                                          <p:attrName>ppt_x</p:attrName>
                                          <p:attrName>ppt_y</p:attrName>
                                        </p:attrNameLst>
                                      </p:cBhvr>
                                      <p:rCtr x="14722" y="-6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0148D011-AD11-A1D4-7ADB-0D4672EA2FEC}"/>
              </a:ext>
            </a:extLst>
          </p:cNvPr>
          <p:cNvSpPr>
            <a:spLocks noGrp="1" noChangeArrowheads="1"/>
          </p:cNvSpPr>
          <p:nvPr>
            <p:ph type="title"/>
          </p:nvPr>
        </p:nvSpPr>
        <p:spPr/>
        <p:txBody>
          <a:bodyPr/>
          <a:lstStyle/>
          <a:p>
            <a:pPr eaLnBrk="1" hangingPunct="1"/>
            <a:r>
              <a:rPr lang="en-US" altLang="en-US"/>
              <a:t>Nested RAID – 0+1 (Striping and Mirroring)</a:t>
            </a:r>
          </a:p>
        </p:txBody>
      </p:sp>
      <p:sp>
        <p:nvSpPr>
          <p:cNvPr id="17411" name="Freeform 3">
            <a:extLst>
              <a:ext uri="{FF2B5EF4-FFF2-40B4-BE49-F238E27FC236}">
                <a16:creationId xmlns:a16="http://schemas.microsoft.com/office/drawing/2014/main" id="{ACC439AA-0EC5-0597-635D-641862B33B19}"/>
              </a:ext>
            </a:extLst>
          </p:cNvPr>
          <p:cNvSpPr>
            <a:spLocks/>
          </p:cNvSpPr>
          <p:nvPr/>
        </p:nvSpPr>
        <p:spPr bwMode="auto">
          <a:xfrm>
            <a:off x="4052888" y="2760663"/>
            <a:ext cx="3546475" cy="1835150"/>
          </a:xfrm>
          <a:custGeom>
            <a:avLst/>
            <a:gdLst>
              <a:gd name="T0" fmla="*/ 2147483647 w 404"/>
              <a:gd name="T1" fmla="*/ 0 h 2488"/>
              <a:gd name="T2" fmla="*/ 0 w 404"/>
              <a:gd name="T3" fmla="*/ 0 h 2488"/>
              <a:gd name="T4" fmla="*/ 0 w 404"/>
              <a:gd name="T5" fmla="*/ 2147483647 h 2488"/>
              <a:gd name="T6" fmla="*/ 2147483647 w 404"/>
              <a:gd name="T7" fmla="*/ 2147483647 h 2488"/>
              <a:gd name="T8" fmla="*/ 0 60000 65536"/>
              <a:gd name="T9" fmla="*/ 0 60000 65536"/>
              <a:gd name="T10" fmla="*/ 0 60000 65536"/>
              <a:gd name="T11" fmla="*/ 0 60000 65536"/>
              <a:gd name="T12" fmla="*/ 0 w 404"/>
              <a:gd name="T13" fmla="*/ 0 h 2488"/>
              <a:gd name="T14" fmla="*/ 404 w 404"/>
              <a:gd name="T15" fmla="*/ 2488 h 2488"/>
            </a:gdLst>
            <a:ahLst/>
            <a:cxnLst>
              <a:cxn ang="T8">
                <a:pos x="T0" y="T1"/>
              </a:cxn>
              <a:cxn ang="T9">
                <a:pos x="T2" y="T3"/>
              </a:cxn>
              <a:cxn ang="T10">
                <a:pos x="T4" y="T5"/>
              </a:cxn>
              <a:cxn ang="T11">
                <a:pos x="T6" y="T7"/>
              </a:cxn>
            </a:cxnLst>
            <a:rect l="T12" t="T13" r="T14" b="T15"/>
            <a:pathLst>
              <a:path w="404" h="2488">
                <a:moveTo>
                  <a:pt x="380" y="0"/>
                </a:moveTo>
                <a:lnTo>
                  <a:pt x="0" y="0"/>
                </a:lnTo>
                <a:lnTo>
                  <a:pt x="0" y="2488"/>
                </a:lnTo>
                <a:lnTo>
                  <a:pt x="404" y="2488"/>
                </a:lnTo>
              </a:path>
            </a:pathLst>
          </a:custGeom>
          <a:noFill/>
          <a:ln w="12700" cap="flat" cmpd="sng">
            <a:solidFill>
              <a:srgbClr val="000000"/>
            </a:solidFill>
            <a:prstDash val="solid"/>
            <a:round/>
            <a:headEnd type="none" w="med" len="lg"/>
            <a:tailEnd type="none" w="med" len="lg"/>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7412" name="Line 4">
            <a:extLst>
              <a:ext uri="{FF2B5EF4-FFF2-40B4-BE49-F238E27FC236}">
                <a16:creationId xmlns:a16="http://schemas.microsoft.com/office/drawing/2014/main" id="{B106F3FD-E1BD-6A46-EBBB-2147B7E65A5E}"/>
              </a:ext>
            </a:extLst>
          </p:cNvPr>
          <p:cNvSpPr>
            <a:spLocks noChangeShapeType="1"/>
          </p:cNvSpPr>
          <p:nvPr/>
        </p:nvSpPr>
        <p:spPr bwMode="auto">
          <a:xfrm>
            <a:off x="1141413" y="3732213"/>
            <a:ext cx="2901950" cy="0"/>
          </a:xfrm>
          <a:prstGeom prst="line">
            <a:avLst/>
          </a:prstGeom>
          <a:noFill/>
          <a:ln w="12700">
            <a:solidFill>
              <a:srgbClr val="000000"/>
            </a:solidFill>
            <a:round/>
            <a:headEnd type="none" w="med" len="lg"/>
            <a:tailEnd type="none" w="med" len="lg"/>
          </a:ln>
          <a:extLst>
            <a:ext uri="{909E8E84-426E-40DD-AFC4-6F175D3DCCD1}">
              <a14:hiddenFill xmlns:a14="http://schemas.microsoft.com/office/drawing/2010/main">
                <a:noFill/>
              </a14:hiddenFill>
            </a:ext>
          </a:extLst>
        </p:spPr>
        <p:txBody>
          <a:bodyPr lIns="0" tIns="0" rIns="0" bIns="0" anchor="ctr">
            <a:spAutoFit/>
          </a:body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grpSp>
        <p:nvGrpSpPr>
          <p:cNvPr id="17413" name="Group 5">
            <a:extLst>
              <a:ext uri="{FF2B5EF4-FFF2-40B4-BE49-F238E27FC236}">
                <a16:creationId xmlns:a16="http://schemas.microsoft.com/office/drawing/2014/main" id="{F46DF886-0E4F-4527-0396-F4080B8C6EBB}"/>
              </a:ext>
            </a:extLst>
          </p:cNvPr>
          <p:cNvGrpSpPr>
            <a:grpSpLocks/>
          </p:cNvGrpSpPr>
          <p:nvPr/>
        </p:nvGrpSpPr>
        <p:grpSpPr bwMode="auto">
          <a:xfrm>
            <a:off x="2265363" y="3371850"/>
            <a:ext cx="1358900" cy="720725"/>
            <a:chOff x="1471" y="2124"/>
            <a:chExt cx="856" cy="454"/>
          </a:xfrm>
        </p:grpSpPr>
        <p:sp>
          <p:nvSpPr>
            <p:cNvPr id="17465" name="Rectangle 6">
              <a:extLst>
                <a:ext uri="{FF2B5EF4-FFF2-40B4-BE49-F238E27FC236}">
                  <a16:creationId xmlns:a16="http://schemas.microsoft.com/office/drawing/2014/main" id="{DD37E859-3ED9-1746-6A2D-9256F3C7E37B}"/>
                </a:ext>
              </a:extLst>
            </p:cNvPr>
            <p:cNvSpPr>
              <a:spLocks noChangeArrowheads="1"/>
            </p:cNvSpPr>
            <p:nvPr/>
          </p:nvSpPr>
          <p:spPr bwMode="auto">
            <a:xfrm>
              <a:off x="1471" y="2124"/>
              <a:ext cx="856" cy="454"/>
            </a:xfrm>
            <a:prstGeom prst="rect">
              <a:avLst/>
            </a:prstGeom>
            <a:gradFill rotWithShape="1">
              <a:gsLst>
                <a:gs pos="0">
                  <a:srgbClr val="86BAB5"/>
                </a:gs>
                <a:gs pos="100000">
                  <a:srgbClr val="5B7E7B"/>
                </a:gs>
              </a:gsLst>
              <a:lin ang="2700000" scaled="1"/>
            </a:gradFill>
            <a:ln w="12700" algn="ctr">
              <a:solidFill>
                <a:srgbClr val="88B8B6"/>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7466" name="Text Box 7">
              <a:extLst>
                <a:ext uri="{FF2B5EF4-FFF2-40B4-BE49-F238E27FC236}">
                  <a16:creationId xmlns:a16="http://schemas.microsoft.com/office/drawing/2014/main" id="{42D0B378-51BB-1783-C7C0-95915AAB5AB7}"/>
                </a:ext>
              </a:extLst>
            </p:cNvPr>
            <p:cNvSpPr txBox="1">
              <a:spLocks noChangeArrowheads="1"/>
            </p:cNvSpPr>
            <p:nvPr/>
          </p:nvSpPr>
          <p:spPr bwMode="auto">
            <a:xfrm>
              <a:off x="1593" y="2212"/>
              <a:ext cx="612" cy="278"/>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RAID</a:t>
              </a:r>
              <a:b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b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Controller</a:t>
              </a:r>
            </a:p>
          </p:txBody>
        </p:sp>
      </p:grpSp>
      <p:grpSp>
        <p:nvGrpSpPr>
          <p:cNvPr id="3" name="Group 8">
            <a:extLst>
              <a:ext uri="{FF2B5EF4-FFF2-40B4-BE49-F238E27FC236}">
                <a16:creationId xmlns:a16="http://schemas.microsoft.com/office/drawing/2014/main" id="{DF4AD77F-3F72-448A-6CA0-663038C00A12}"/>
              </a:ext>
            </a:extLst>
          </p:cNvPr>
          <p:cNvGrpSpPr>
            <a:grpSpLocks/>
          </p:cNvGrpSpPr>
          <p:nvPr/>
        </p:nvGrpSpPr>
        <p:grpSpPr bwMode="auto">
          <a:xfrm>
            <a:off x="5356225" y="4646613"/>
            <a:ext cx="981075" cy="325437"/>
            <a:chOff x="1607" y="3273"/>
            <a:chExt cx="618" cy="205"/>
          </a:xfrm>
        </p:grpSpPr>
        <p:sp>
          <p:nvSpPr>
            <p:cNvPr id="17463" name="Rectangle 9">
              <a:extLst>
                <a:ext uri="{FF2B5EF4-FFF2-40B4-BE49-F238E27FC236}">
                  <a16:creationId xmlns:a16="http://schemas.microsoft.com/office/drawing/2014/main" id="{CB703EC6-3B64-F8F6-3B35-9F36DDC3BD03}"/>
                </a:ext>
              </a:extLst>
            </p:cNvPr>
            <p:cNvSpPr>
              <a:spLocks noChangeArrowheads="1"/>
            </p:cNvSpPr>
            <p:nvPr/>
          </p:nvSpPr>
          <p:spPr bwMode="auto">
            <a:xfrm>
              <a:off x="1607" y="3273"/>
              <a:ext cx="618" cy="205"/>
            </a:xfrm>
            <a:prstGeom prst="rect">
              <a:avLst/>
            </a:prstGeom>
            <a:solidFill>
              <a:srgbClr val="E46620"/>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7464" name="Text Box 10">
              <a:extLst>
                <a:ext uri="{FF2B5EF4-FFF2-40B4-BE49-F238E27FC236}">
                  <a16:creationId xmlns:a16="http://schemas.microsoft.com/office/drawing/2014/main" id="{815CF2F5-6CF1-0EE3-AE87-535EFF203BFB}"/>
                </a:ext>
              </a:extLst>
            </p:cNvPr>
            <p:cNvSpPr txBox="1">
              <a:spLocks noChangeArrowheads="1"/>
            </p:cNvSpPr>
            <p:nvPr/>
          </p:nvSpPr>
          <p:spPr bwMode="auto">
            <a:xfrm>
              <a:off x="1689" y="3306"/>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3</a:t>
              </a:r>
            </a:p>
          </p:txBody>
        </p:sp>
      </p:grpSp>
      <p:grpSp>
        <p:nvGrpSpPr>
          <p:cNvPr id="4" name="Group 11">
            <a:extLst>
              <a:ext uri="{FF2B5EF4-FFF2-40B4-BE49-F238E27FC236}">
                <a16:creationId xmlns:a16="http://schemas.microsoft.com/office/drawing/2014/main" id="{1F69A75F-868B-7424-7BC5-C7C8EE032ED5}"/>
              </a:ext>
            </a:extLst>
          </p:cNvPr>
          <p:cNvGrpSpPr>
            <a:grpSpLocks/>
          </p:cNvGrpSpPr>
          <p:nvPr/>
        </p:nvGrpSpPr>
        <p:grpSpPr bwMode="auto">
          <a:xfrm>
            <a:off x="5356225" y="2809875"/>
            <a:ext cx="981075" cy="325438"/>
            <a:chOff x="1607" y="3273"/>
            <a:chExt cx="618" cy="205"/>
          </a:xfrm>
        </p:grpSpPr>
        <p:sp>
          <p:nvSpPr>
            <p:cNvPr id="17461" name="Rectangle 12">
              <a:extLst>
                <a:ext uri="{FF2B5EF4-FFF2-40B4-BE49-F238E27FC236}">
                  <a16:creationId xmlns:a16="http://schemas.microsoft.com/office/drawing/2014/main" id="{9B51A300-CC15-67B7-69BF-D722A36AB223}"/>
                </a:ext>
              </a:extLst>
            </p:cNvPr>
            <p:cNvSpPr>
              <a:spLocks noChangeArrowheads="1"/>
            </p:cNvSpPr>
            <p:nvPr/>
          </p:nvSpPr>
          <p:spPr bwMode="auto">
            <a:xfrm>
              <a:off x="1607" y="3273"/>
              <a:ext cx="618" cy="205"/>
            </a:xfrm>
            <a:prstGeom prst="rect">
              <a:avLst/>
            </a:prstGeom>
            <a:solidFill>
              <a:srgbClr val="E46620"/>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7462" name="Text Box 13">
              <a:extLst>
                <a:ext uri="{FF2B5EF4-FFF2-40B4-BE49-F238E27FC236}">
                  <a16:creationId xmlns:a16="http://schemas.microsoft.com/office/drawing/2014/main" id="{F33D950D-B8C4-4DAE-257B-CA20235E4640}"/>
                </a:ext>
              </a:extLst>
            </p:cNvPr>
            <p:cNvSpPr txBox="1">
              <a:spLocks noChangeArrowheads="1"/>
            </p:cNvSpPr>
            <p:nvPr/>
          </p:nvSpPr>
          <p:spPr bwMode="auto">
            <a:xfrm>
              <a:off x="1689" y="3306"/>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2</a:t>
              </a:r>
            </a:p>
          </p:txBody>
        </p:sp>
      </p:grpSp>
      <p:grpSp>
        <p:nvGrpSpPr>
          <p:cNvPr id="5" name="Group 14">
            <a:extLst>
              <a:ext uri="{FF2B5EF4-FFF2-40B4-BE49-F238E27FC236}">
                <a16:creationId xmlns:a16="http://schemas.microsoft.com/office/drawing/2014/main" id="{B5C37B10-FCB7-6DE3-30C1-E6366495FE58}"/>
              </a:ext>
            </a:extLst>
          </p:cNvPr>
          <p:cNvGrpSpPr>
            <a:grpSpLocks/>
          </p:cNvGrpSpPr>
          <p:nvPr/>
        </p:nvGrpSpPr>
        <p:grpSpPr bwMode="auto">
          <a:xfrm>
            <a:off x="5356225" y="4171950"/>
            <a:ext cx="981075" cy="325438"/>
            <a:chOff x="1607" y="3273"/>
            <a:chExt cx="618" cy="205"/>
          </a:xfrm>
        </p:grpSpPr>
        <p:sp>
          <p:nvSpPr>
            <p:cNvPr id="17459" name="Rectangle 15">
              <a:extLst>
                <a:ext uri="{FF2B5EF4-FFF2-40B4-BE49-F238E27FC236}">
                  <a16:creationId xmlns:a16="http://schemas.microsoft.com/office/drawing/2014/main" id="{602C8BFE-49DA-89FC-4407-BE1DFB90D91F}"/>
                </a:ext>
              </a:extLst>
            </p:cNvPr>
            <p:cNvSpPr>
              <a:spLocks noChangeArrowheads="1"/>
            </p:cNvSpPr>
            <p:nvPr/>
          </p:nvSpPr>
          <p:spPr bwMode="auto">
            <a:xfrm>
              <a:off x="1607" y="3273"/>
              <a:ext cx="618" cy="205"/>
            </a:xfrm>
            <a:prstGeom prst="rect">
              <a:avLst/>
            </a:prstGeom>
            <a:solidFill>
              <a:srgbClr val="43996C"/>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7460" name="Text Box 16">
              <a:extLst>
                <a:ext uri="{FF2B5EF4-FFF2-40B4-BE49-F238E27FC236}">
                  <a16:creationId xmlns:a16="http://schemas.microsoft.com/office/drawing/2014/main" id="{49C44AF1-608D-4FA6-6DD2-64BD6B457301}"/>
                </a:ext>
              </a:extLst>
            </p:cNvPr>
            <p:cNvSpPr txBox="1">
              <a:spLocks noChangeArrowheads="1"/>
            </p:cNvSpPr>
            <p:nvPr/>
          </p:nvSpPr>
          <p:spPr bwMode="auto">
            <a:xfrm>
              <a:off x="1689" y="3306"/>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1</a:t>
              </a:r>
            </a:p>
          </p:txBody>
        </p:sp>
      </p:grpSp>
      <p:grpSp>
        <p:nvGrpSpPr>
          <p:cNvPr id="17417" name="Group 18">
            <a:extLst>
              <a:ext uri="{FF2B5EF4-FFF2-40B4-BE49-F238E27FC236}">
                <a16:creationId xmlns:a16="http://schemas.microsoft.com/office/drawing/2014/main" id="{5F088F40-5822-9E41-CEAF-7247C0169833}"/>
              </a:ext>
            </a:extLst>
          </p:cNvPr>
          <p:cNvGrpSpPr>
            <a:grpSpLocks/>
          </p:cNvGrpSpPr>
          <p:nvPr/>
        </p:nvGrpSpPr>
        <p:grpSpPr bwMode="auto">
          <a:xfrm>
            <a:off x="6400800" y="2344738"/>
            <a:ext cx="1206500" cy="2616200"/>
            <a:chOff x="3346" y="1477"/>
            <a:chExt cx="760" cy="1648"/>
          </a:xfrm>
        </p:grpSpPr>
        <p:sp>
          <p:nvSpPr>
            <p:cNvPr id="17457" name="AutoShape 19">
              <a:extLst>
                <a:ext uri="{FF2B5EF4-FFF2-40B4-BE49-F238E27FC236}">
                  <a16:creationId xmlns:a16="http://schemas.microsoft.com/office/drawing/2014/main" id="{CE10E3C8-80AC-DAA6-7A2B-BC0A647C2C34}"/>
                </a:ext>
              </a:extLst>
            </p:cNvPr>
            <p:cNvSpPr>
              <a:spLocks/>
            </p:cNvSpPr>
            <p:nvPr/>
          </p:nvSpPr>
          <p:spPr bwMode="auto">
            <a:xfrm>
              <a:off x="3346" y="1477"/>
              <a:ext cx="225" cy="1648"/>
            </a:xfrm>
            <a:prstGeom prst="rightBrace">
              <a:avLst>
                <a:gd name="adj1" fmla="val 61037"/>
                <a:gd name="adj2" fmla="val 50000"/>
              </a:avLst>
            </a:prstGeom>
            <a:noFill/>
            <a:ln w="38100">
              <a:solidFill>
                <a:srgbClr val="000000"/>
              </a:solidFill>
              <a:round/>
              <a:headEnd/>
              <a:tailEnd type="none" w="lg" len="med"/>
            </a:ln>
            <a:extLst>
              <a:ext uri="{909E8E84-426E-40DD-AFC4-6F175D3DCCD1}">
                <a14:hiddenFill xmlns:a14="http://schemas.microsoft.com/office/drawing/2010/main">
                  <a:solidFill>
                    <a:srgbClr val="FFFFFF"/>
                  </a:solidFill>
                </a14:hiddenFill>
              </a:ext>
            </a:extLst>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7458" name="Text Box 20">
              <a:extLst>
                <a:ext uri="{FF2B5EF4-FFF2-40B4-BE49-F238E27FC236}">
                  <a16:creationId xmlns:a16="http://schemas.microsoft.com/office/drawing/2014/main" id="{A2CD465C-77B9-026C-16A3-BE0EC3ACADE4}"/>
                </a:ext>
              </a:extLst>
            </p:cNvPr>
            <p:cNvSpPr txBox="1">
              <a:spLocks noChangeArrowheads="1"/>
            </p:cNvSpPr>
            <p:nvPr/>
          </p:nvSpPr>
          <p:spPr bwMode="auto">
            <a:xfrm>
              <a:off x="3659" y="2250"/>
              <a:ext cx="44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l"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400" b="1" i="0" u="none" strike="noStrike" kern="1200" cap="none" spc="0" normalizeH="0" baseline="0" noProof="0">
                  <a:ln>
                    <a:noFill/>
                  </a:ln>
                  <a:solidFill>
                    <a:srgbClr val="000610"/>
                  </a:solidFill>
                  <a:effectLst/>
                  <a:uLnTx/>
                  <a:uFillTx/>
                  <a:latin typeface="Verdana" panose="020B0604030504040204" pitchFamily="34" charset="0"/>
                  <a:ea typeface="+mn-ea"/>
                  <a:cs typeface="Arial" panose="020B0604020202020204" pitchFamily="34" charset="0"/>
                </a:rPr>
                <a:t>RAID 0</a:t>
              </a:r>
            </a:p>
          </p:txBody>
        </p:sp>
      </p:grpSp>
      <p:grpSp>
        <p:nvGrpSpPr>
          <p:cNvPr id="7" name="Group 21">
            <a:extLst>
              <a:ext uri="{FF2B5EF4-FFF2-40B4-BE49-F238E27FC236}">
                <a16:creationId xmlns:a16="http://schemas.microsoft.com/office/drawing/2014/main" id="{5AE4318C-8728-AA1A-372A-958EA62067D9}"/>
              </a:ext>
            </a:extLst>
          </p:cNvPr>
          <p:cNvGrpSpPr>
            <a:grpSpLocks/>
          </p:cNvGrpSpPr>
          <p:nvPr/>
        </p:nvGrpSpPr>
        <p:grpSpPr bwMode="auto">
          <a:xfrm>
            <a:off x="5356225" y="2347913"/>
            <a:ext cx="981075" cy="325437"/>
            <a:chOff x="1607" y="3273"/>
            <a:chExt cx="618" cy="205"/>
          </a:xfrm>
        </p:grpSpPr>
        <p:sp>
          <p:nvSpPr>
            <p:cNvPr id="17455" name="Rectangle 22">
              <a:extLst>
                <a:ext uri="{FF2B5EF4-FFF2-40B4-BE49-F238E27FC236}">
                  <a16:creationId xmlns:a16="http://schemas.microsoft.com/office/drawing/2014/main" id="{459A3ADE-C059-D75F-6FF7-E72ACDDDC956}"/>
                </a:ext>
              </a:extLst>
            </p:cNvPr>
            <p:cNvSpPr>
              <a:spLocks noChangeArrowheads="1"/>
            </p:cNvSpPr>
            <p:nvPr/>
          </p:nvSpPr>
          <p:spPr bwMode="auto">
            <a:xfrm>
              <a:off x="1607" y="3273"/>
              <a:ext cx="618" cy="205"/>
            </a:xfrm>
            <a:prstGeom prst="rect">
              <a:avLst/>
            </a:prstGeom>
            <a:solidFill>
              <a:srgbClr val="43996C"/>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7456" name="Text Box 23">
              <a:extLst>
                <a:ext uri="{FF2B5EF4-FFF2-40B4-BE49-F238E27FC236}">
                  <a16:creationId xmlns:a16="http://schemas.microsoft.com/office/drawing/2014/main" id="{48A46CDA-C9D1-BCD3-0F5D-E56795913FFA}"/>
                </a:ext>
              </a:extLst>
            </p:cNvPr>
            <p:cNvSpPr txBox="1">
              <a:spLocks noChangeArrowheads="1"/>
            </p:cNvSpPr>
            <p:nvPr/>
          </p:nvSpPr>
          <p:spPr bwMode="auto">
            <a:xfrm>
              <a:off x="1689" y="3306"/>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0</a:t>
              </a:r>
            </a:p>
          </p:txBody>
        </p:sp>
      </p:grpSp>
      <p:grpSp>
        <p:nvGrpSpPr>
          <p:cNvPr id="17419" name="Group 24">
            <a:extLst>
              <a:ext uri="{FF2B5EF4-FFF2-40B4-BE49-F238E27FC236}">
                <a16:creationId xmlns:a16="http://schemas.microsoft.com/office/drawing/2014/main" id="{D72D8D46-F2AE-63A7-B46A-AC0B4FED399D}"/>
              </a:ext>
            </a:extLst>
          </p:cNvPr>
          <p:cNvGrpSpPr>
            <a:grpSpLocks/>
          </p:cNvGrpSpPr>
          <p:nvPr/>
        </p:nvGrpSpPr>
        <p:grpSpPr bwMode="auto">
          <a:xfrm>
            <a:off x="4319588" y="1685925"/>
            <a:ext cx="4692650" cy="630238"/>
            <a:chOff x="2721" y="1062"/>
            <a:chExt cx="2956" cy="397"/>
          </a:xfrm>
        </p:grpSpPr>
        <p:sp>
          <p:nvSpPr>
            <p:cNvPr id="17453" name="AutoShape 25">
              <a:extLst>
                <a:ext uri="{FF2B5EF4-FFF2-40B4-BE49-F238E27FC236}">
                  <a16:creationId xmlns:a16="http://schemas.microsoft.com/office/drawing/2014/main" id="{4F492DBB-A3E6-F049-EA3A-ADEEEA1D3A55}"/>
                </a:ext>
              </a:extLst>
            </p:cNvPr>
            <p:cNvSpPr>
              <a:spLocks/>
            </p:cNvSpPr>
            <p:nvPr/>
          </p:nvSpPr>
          <p:spPr bwMode="auto">
            <a:xfrm rot="-5400000">
              <a:off x="4086" y="-131"/>
              <a:ext cx="225" cy="2956"/>
            </a:xfrm>
            <a:prstGeom prst="rightBrace">
              <a:avLst>
                <a:gd name="adj1" fmla="val 48415"/>
                <a:gd name="adj2" fmla="val 50000"/>
              </a:avLst>
            </a:prstGeom>
            <a:noFill/>
            <a:ln w="38100">
              <a:solidFill>
                <a:srgbClr val="000000"/>
              </a:solidFill>
              <a:round/>
              <a:headEnd/>
              <a:tailEnd type="none" w="lg" len="med"/>
            </a:ln>
            <a:extLst>
              <a:ext uri="{909E8E84-426E-40DD-AFC4-6F175D3DCCD1}">
                <a14:hiddenFill xmlns:a14="http://schemas.microsoft.com/office/drawing/2010/main">
                  <a:solidFill>
                    <a:srgbClr val="FFFFFF"/>
                  </a:solidFill>
                </a14:hiddenFill>
              </a:ext>
            </a:extLst>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7454" name="Text Box 26">
              <a:extLst>
                <a:ext uri="{FF2B5EF4-FFF2-40B4-BE49-F238E27FC236}">
                  <a16:creationId xmlns:a16="http://schemas.microsoft.com/office/drawing/2014/main" id="{C0ABA523-947A-DF52-33FE-AB20E1CA0EA3}"/>
                </a:ext>
              </a:extLst>
            </p:cNvPr>
            <p:cNvSpPr txBox="1">
              <a:spLocks noChangeArrowheads="1"/>
            </p:cNvSpPr>
            <p:nvPr/>
          </p:nvSpPr>
          <p:spPr bwMode="auto">
            <a:xfrm>
              <a:off x="3937" y="1062"/>
              <a:ext cx="44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l"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400" b="1" i="0" u="none" strike="noStrike" kern="1200" cap="none" spc="0" normalizeH="0" baseline="0" noProof="0">
                  <a:ln>
                    <a:noFill/>
                  </a:ln>
                  <a:solidFill>
                    <a:srgbClr val="000610"/>
                  </a:solidFill>
                  <a:effectLst/>
                  <a:uLnTx/>
                  <a:uFillTx/>
                  <a:latin typeface="Verdana" panose="020B0604030504040204" pitchFamily="34" charset="0"/>
                  <a:ea typeface="+mn-ea"/>
                  <a:cs typeface="Arial" panose="020B0604020202020204" pitchFamily="34" charset="0"/>
                </a:rPr>
                <a:t>RAID 1</a:t>
              </a:r>
            </a:p>
          </p:txBody>
        </p:sp>
      </p:grpSp>
      <p:grpSp>
        <p:nvGrpSpPr>
          <p:cNvPr id="17420" name="Group 27">
            <a:extLst>
              <a:ext uri="{FF2B5EF4-FFF2-40B4-BE49-F238E27FC236}">
                <a16:creationId xmlns:a16="http://schemas.microsoft.com/office/drawing/2014/main" id="{401CD857-DE9C-A606-BCAC-A0A2D8EC5B41}"/>
              </a:ext>
            </a:extLst>
          </p:cNvPr>
          <p:cNvGrpSpPr>
            <a:grpSpLocks/>
          </p:cNvGrpSpPr>
          <p:nvPr/>
        </p:nvGrpSpPr>
        <p:grpSpPr bwMode="auto">
          <a:xfrm>
            <a:off x="7908925" y="4646613"/>
            <a:ext cx="981075" cy="325437"/>
            <a:chOff x="1607" y="3273"/>
            <a:chExt cx="618" cy="205"/>
          </a:xfrm>
        </p:grpSpPr>
        <p:sp>
          <p:nvSpPr>
            <p:cNvPr id="17451" name="Rectangle 28">
              <a:extLst>
                <a:ext uri="{FF2B5EF4-FFF2-40B4-BE49-F238E27FC236}">
                  <a16:creationId xmlns:a16="http://schemas.microsoft.com/office/drawing/2014/main" id="{1C403C07-D11B-4955-3A91-749A36B45835}"/>
                </a:ext>
              </a:extLst>
            </p:cNvPr>
            <p:cNvSpPr>
              <a:spLocks noChangeArrowheads="1"/>
            </p:cNvSpPr>
            <p:nvPr/>
          </p:nvSpPr>
          <p:spPr bwMode="auto">
            <a:xfrm>
              <a:off x="1607" y="3273"/>
              <a:ext cx="618" cy="205"/>
            </a:xfrm>
            <a:prstGeom prst="rect">
              <a:avLst/>
            </a:prstGeom>
            <a:solidFill>
              <a:srgbClr val="E46620"/>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7452" name="Text Box 29">
              <a:extLst>
                <a:ext uri="{FF2B5EF4-FFF2-40B4-BE49-F238E27FC236}">
                  <a16:creationId xmlns:a16="http://schemas.microsoft.com/office/drawing/2014/main" id="{D512BFB1-C999-A3E9-1AF8-69E0FB6AAB45}"/>
                </a:ext>
              </a:extLst>
            </p:cNvPr>
            <p:cNvSpPr txBox="1">
              <a:spLocks noChangeArrowheads="1"/>
            </p:cNvSpPr>
            <p:nvPr/>
          </p:nvSpPr>
          <p:spPr bwMode="auto">
            <a:xfrm>
              <a:off x="1689" y="3306"/>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3</a:t>
              </a:r>
            </a:p>
          </p:txBody>
        </p:sp>
      </p:grpSp>
      <p:grpSp>
        <p:nvGrpSpPr>
          <p:cNvPr id="17421" name="Group 30">
            <a:extLst>
              <a:ext uri="{FF2B5EF4-FFF2-40B4-BE49-F238E27FC236}">
                <a16:creationId xmlns:a16="http://schemas.microsoft.com/office/drawing/2014/main" id="{F47A9A26-6B88-27C1-1679-444118354BB4}"/>
              </a:ext>
            </a:extLst>
          </p:cNvPr>
          <p:cNvGrpSpPr>
            <a:grpSpLocks/>
          </p:cNvGrpSpPr>
          <p:nvPr/>
        </p:nvGrpSpPr>
        <p:grpSpPr bwMode="auto">
          <a:xfrm>
            <a:off x="7908925" y="2809875"/>
            <a:ext cx="981075" cy="325438"/>
            <a:chOff x="1607" y="3273"/>
            <a:chExt cx="618" cy="205"/>
          </a:xfrm>
        </p:grpSpPr>
        <p:sp>
          <p:nvSpPr>
            <p:cNvPr id="17449" name="Rectangle 31">
              <a:extLst>
                <a:ext uri="{FF2B5EF4-FFF2-40B4-BE49-F238E27FC236}">
                  <a16:creationId xmlns:a16="http://schemas.microsoft.com/office/drawing/2014/main" id="{91A06FC7-2117-DD45-5F10-0ABB53B2B272}"/>
                </a:ext>
              </a:extLst>
            </p:cNvPr>
            <p:cNvSpPr>
              <a:spLocks noChangeArrowheads="1"/>
            </p:cNvSpPr>
            <p:nvPr/>
          </p:nvSpPr>
          <p:spPr bwMode="auto">
            <a:xfrm>
              <a:off x="1607" y="3273"/>
              <a:ext cx="618" cy="205"/>
            </a:xfrm>
            <a:prstGeom prst="rect">
              <a:avLst/>
            </a:prstGeom>
            <a:solidFill>
              <a:srgbClr val="E46620"/>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7450" name="Text Box 32">
              <a:extLst>
                <a:ext uri="{FF2B5EF4-FFF2-40B4-BE49-F238E27FC236}">
                  <a16:creationId xmlns:a16="http://schemas.microsoft.com/office/drawing/2014/main" id="{1CFB9A4B-219F-F973-75EC-9E8934D33551}"/>
                </a:ext>
              </a:extLst>
            </p:cNvPr>
            <p:cNvSpPr txBox="1">
              <a:spLocks noChangeArrowheads="1"/>
            </p:cNvSpPr>
            <p:nvPr/>
          </p:nvSpPr>
          <p:spPr bwMode="auto">
            <a:xfrm>
              <a:off x="1689" y="3306"/>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2</a:t>
              </a:r>
            </a:p>
          </p:txBody>
        </p:sp>
      </p:grpSp>
      <p:grpSp>
        <p:nvGrpSpPr>
          <p:cNvPr id="17422" name="Group 33">
            <a:extLst>
              <a:ext uri="{FF2B5EF4-FFF2-40B4-BE49-F238E27FC236}">
                <a16:creationId xmlns:a16="http://schemas.microsoft.com/office/drawing/2014/main" id="{6368EBE2-B406-21D9-AE53-2E4BAD2AC17F}"/>
              </a:ext>
            </a:extLst>
          </p:cNvPr>
          <p:cNvGrpSpPr>
            <a:grpSpLocks/>
          </p:cNvGrpSpPr>
          <p:nvPr/>
        </p:nvGrpSpPr>
        <p:grpSpPr bwMode="auto">
          <a:xfrm>
            <a:off x="7908925" y="4171950"/>
            <a:ext cx="981075" cy="325438"/>
            <a:chOff x="1607" y="3273"/>
            <a:chExt cx="618" cy="205"/>
          </a:xfrm>
        </p:grpSpPr>
        <p:sp>
          <p:nvSpPr>
            <p:cNvPr id="17447" name="Rectangle 34">
              <a:extLst>
                <a:ext uri="{FF2B5EF4-FFF2-40B4-BE49-F238E27FC236}">
                  <a16:creationId xmlns:a16="http://schemas.microsoft.com/office/drawing/2014/main" id="{295B630F-7657-FB82-3901-4A99EAEFCF16}"/>
                </a:ext>
              </a:extLst>
            </p:cNvPr>
            <p:cNvSpPr>
              <a:spLocks noChangeArrowheads="1"/>
            </p:cNvSpPr>
            <p:nvPr/>
          </p:nvSpPr>
          <p:spPr bwMode="auto">
            <a:xfrm>
              <a:off x="1607" y="3273"/>
              <a:ext cx="618" cy="205"/>
            </a:xfrm>
            <a:prstGeom prst="rect">
              <a:avLst/>
            </a:prstGeom>
            <a:solidFill>
              <a:srgbClr val="43996C"/>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7448" name="Text Box 35">
              <a:extLst>
                <a:ext uri="{FF2B5EF4-FFF2-40B4-BE49-F238E27FC236}">
                  <a16:creationId xmlns:a16="http://schemas.microsoft.com/office/drawing/2014/main" id="{7ED38535-8B8A-18E6-6F4C-1A80890413DE}"/>
                </a:ext>
              </a:extLst>
            </p:cNvPr>
            <p:cNvSpPr txBox="1">
              <a:spLocks noChangeArrowheads="1"/>
            </p:cNvSpPr>
            <p:nvPr/>
          </p:nvSpPr>
          <p:spPr bwMode="auto">
            <a:xfrm>
              <a:off x="1689" y="3306"/>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1</a:t>
              </a:r>
            </a:p>
          </p:txBody>
        </p:sp>
      </p:grpSp>
      <p:grpSp>
        <p:nvGrpSpPr>
          <p:cNvPr id="17423" name="Group 36">
            <a:extLst>
              <a:ext uri="{FF2B5EF4-FFF2-40B4-BE49-F238E27FC236}">
                <a16:creationId xmlns:a16="http://schemas.microsoft.com/office/drawing/2014/main" id="{BA87369C-1B70-9B65-05B7-52040C955F2E}"/>
              </a:ext>
            </a:extLst>
          </p:cNvPr>
          <p:cNvGrpSpPr>
            <a:grpSpLocks/>
          </p:cNvGrpSpPr>
          <p:nvPr/>
        </p:nvGrpSpPr>
        <p:grpSpPr bwMode="auto">
          <a:xfrm>
            <a:off x="7908925" y="2347913"/>
            <a:ext cx="981075" cy="325437"/>
            <a:chOff x="1607" y="3273"/>
            <a:chExt cx="618" cy="205"/>
          </a:xfrm>
        </p:grpSpPr>
        <p:sp>
          <p:nvSpPr>
            <p:cNvPr id="17445" name="Rectangle 37">
              <a:extLst>
                <a:ext uri="{FF2B5EF4-FFF2-40B4-BE49-F238E27FC236}">
                  <a16:creationId xmlns:a16="http://schemas.microsoft.com/office/drawing/2014/main" id="{C85807F0-F31A-136A-86FD-662A1F565094}"/>
                </a:ext>
              </a:extLst>
            </p:cNvPr>
            <p:cNvSpPr>
              <a:spLocks noChangeArrowheads="1"/>
            </p:cNvSpPr>
            <p:nvPr/>
          </p:nvSpPr>
          <p:spPr bwMode="auto">
            <a:xfrm>
              <a:off x="1607" y="3273"/>
              <a:ext cx="618" cy="205"/>
            </a:xfrm>
            <a:prstGeom prst="rect">
              <a:avLst/>
            </a:prstGeom>
            <a:solidFill>
              <a:srgbClr val="43996C"/>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7446" name="Text Box 38">
              <a:extLst>
                <a:ext uri="{FF2B5EF4-FFF2-40B4-BE49-F238E27FC236}">
                  <a16:creationId xmlns:a16="http://schemas.microsoft.com/office/drawing/2014/main" id="{24C7EA29-00B9-89D8-EF75-108C757B91E6}"/>
                </a:ext>
              </a:extLst>
            </p:cNvPr>
            <p:cNvSpPr txBox="1">
              <a:spLocks noChangeArrowheads="1"/>
            </p:cNvSpPr>
            <p:nvPr/>
          </p:nvSpPr>
          <p:spPr bwMode="auto">
            <a:xfrm>
              <a:off x="1689" y="3306"/>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0</a:t>
              </a:r>
            </a:p>
          </p:txBody>
        </p:sp>
      </p:grpSp>
      <p:grpSp>
        <p:nvGrpSpPr>
          <p:cNvPr id="13" name="Group 41">
            <a:extLst>
              <a:ext uri="{FF2B5EF4-FFF2-40B4-BE49-F238E27FC236}">
                <a16:creationId xmlns:a16="http://schemas.microsoft.com/office/drawing/2014/main" id="{41AC89B6-F522-0851-A981-CC97D500EBD8}"/>
              </a:ext>
            </a:extLst>
          </p:cNvPr>
          <p:cNvGrpSpPr>
            <a:grpSpLocks/>
          </p:cNvGrpSpPr>
          <p:nvPr/>
        </p:nvGrpSpPr>
        <p:grpSpPr bwMode="auto">
          <a:xfrm>
            <a:off x="7908925" y="4646613"/>
            <a:ext cx="981075" cy="325437"/>
            <a:chOff x="1607" y="3273"/>
            <a:chExt cx="618" cy="205"/>
          </a:xfrm>
        </p:grpSpPr>
        <p:sp>
          <p:nvSpPr>
            <p:cNvPr id="17443" name="Rectangle 42">
              <a:extLst>
                <a:ext uri="{FF2B5EF4-FFF2-40B4-BE49-F238E27FC236}">
                  <a16:creationId xmlns:a16="http://schemas.microsoft.com/office/drawing/2014/main" id="{9B51F29A-EFAF-41A7-74F9-363F62B6987A}"/>
                </a:ext>
              </a:extLst>
            </p:cNvPr>
            <p:cNvSpPr>
              <a:spLocks noChangeArrowheads="1"/>
            </p:cNvSpPr>
            <p:nvPr/>
          </p:nvSpPr>
          <p:spPr bwMode="auto">
            <a:xfrm>
              <a:off x="1607" y="3273"/>
              <a:ext cx="618" cy="205"/>
            </a:xfrm>
            <a:prstGeom prst="rect">
              <a:avLst/>
            </a:prstGeom>
            <a:solidFill>
              <a:srgbClr val="E46620"/>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7444" name="Text Box 43">
              <a:extLst>
                <a:ext uri="{FF2B5EF4-FFF2-40B4-BE49-F238E27FC236}">
                  <a16:creationId xmlns:a16="http://schemas.microsoft.com/office/drawing/2014/main" id="{DF484225-C675-A211-91B0-2D4EE4E1CED7}"/>
                </a:ext>
              </a:extLst>
            </p:cNvPr>
            <p:cNvSpPr txBox="1">
              <a:spLocks noChangeArrowheads="1"/>
            </p:cNvSpPr>
            <p:nvPr/>
          </p:nvSpPr>
          <p:spPr bwMode="auto">
            <a:xfrm>
              <a:off x="1689" y="3306"/>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3</a:t>
              </a:r>
            </a:p>
          </p:txBody>
        </p:sp>
      </p:grpSp>
      <p:grpSp>
        <p:nvGrpSpPr>
          <p:cNvPr id="14" name="Group 44">
            <a:extLst>
              <a:ext uri="{FF2B5EF4-FFF2-40B4-BE49-F238E27FC236}">
                <a16:creationId xmlns:a16="http://schemas.microsoft.com/office/drawing/2014/main" id="{2ED6E4D9-F6F9-A002-0944-8F32F3E79044}"/>
              </a:ext>
            </a:extLst>
          </p:cNvPr>
          <p:cNvGrpSpPr>
            <a:grpSpLocks/>
          </p:cNvGrpSpPr>
          <p:nvPr/>
        </p:nvGrpSpPr>
        <p:grpSpPr bwMode="auto">
          <a:xfrm>
            <a:off x="7908925" y="2809875"/>
            <a:ext cx="981075" cy="325438"/>
            <a:chOff x="1607" y="3273"/>
            <a:chExt cx="618" cy="205"/>
          </a:xfrm>
        </p:grpSpPr>
        <p:sp>
          <p:nvSpPr>
            <p:cNvPr id="17441" name="Rectangle 45">
              <a:extLst>
                <a:ext uri="{FF2B5EF4-FFF2-40B4-BE49-F238E27FC236}">
                  <a16:creationId xmlns:a16="http://schemas.microsoft.com/office/drawing/2014/main" id="{42FE508D-7EB7-66B9-3FF2-A7E8A79C8111}"/>
                </a:ext>
              </a:extLst>
            </p:cNvPr>
            <p:cNvSpPr>
              <a:spLocks noChangeArrowheads="1"/>
            </p:cNvSpPr>
            <p:nvPr/>
          </p:nvSpPr>
          <p:spPr bwMode="auto">
            <a:xfrm>
              <a:off x="1607" y="3273"/>
              <a:ext cx="618" cy="205"/>
            </a:xfrm>
            <a:prstGeom prst="rect">
              <a:avLst/>
            </a:prstGeom>
            <a:solidFill>
              <a:srgbClr val="E46620"/>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7442" name="Text Box 46">
              <a:extLst>
                <a:ext uri="{FF2B5EF4-FFF2-40B4-BE49-F238E27FC236}">
                  <a16:creationId xmlns:a16="http://schemas.microsoft.com/office/drawing/2014/main" id="{70D43BAF-55EB-D71B-A570-86A6C3A5202A}"/>
                </a:ext>
              </a:extLst>
            </p:cNvPr>
            <p:cNvSpPr txBox="1">
              <a:spLocks noChangeArrowheads="1"/>
            </p:cNvSpPr>
            <p:nvPr/>
          </p:nvSpPr>
          <p:spPr bwMode="auto">
            <a:xfrm>
              <a:off x="1689" y="3306"/>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2</a:t>
              </a:r>
            </a:p>
          </p:txBody>
        </p:sp>
      </p:grpSp>
      <p:grpSp>
        <p:nvGrpSpPr>
          <p:cNvPr id="15" name="Group 47">
            <a:extLst>
              <a:ext uri="{FF2B5EF4-FFF2-40B4-BE49-F238E27FC236}">
                <a16:creationId xmlns:a16="http://schemas.microsoft.com/office/drawing/2014/main" id="{83C135FA-C0F2-C0F1-DD43-EA62C12F4D23}"/>
              </a:ext>
            </a:extLst>
          </p:cNvPr>
          <p:cNvGrpSpPr>
            <a:grpSpLocks/>
          </p:cNvGrpSpPr>
          <p:nvPr/>
        </p:nvGrpSpPr>
        <p:grpSpPr bwMode="auto">
          <a:xfrm>
            <a:off x="7908925" y="4171950"/>
            <a:ext cx="981075" cy="325438"/>
            <a:chOff x="1607" y="3273"/>
            <a:chExt cx="618" cy="205"/>
          </a:xfrm>
        </p:grpSpPr>
        <p:sp>
          <p:nvSpPr>
            <p:cNvPr id="17439" name="Rectangle 48">
              <a:extLst>
                <a:ext uri="{FF2B5EF4-FFF2-40B4-BE49-F238E27FC236}">
                  <a16:creationId xmlns:a16="http://schemas.microsoft.com/office/drawing/2014/main" id="{9EB866F0-6BC3-A8DC-243F-3DD51987C188}"/>
                </a:ext>
              </a:extLst>
            </p:cNvPr>
            <p:cNvSpPr>
              <a:spLocks noChangeArrowheads="1"/>
            </p:cNvSpPr>
            <p:nvPr/>
          </p:nvSpPr>
          <p:spPr bwMode="auto">
            <a:xfrm>
              <a:off x="1607" y="3273"/>
              <a:ext cx="618" cy="205"/>
            </a:xfrm>
            <a:prstGeom prst="rect">
              <a:avLst/>
            </a:prstGeom>
            <a:solidFill>
              <a:srgbClr val="43996C"/>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7440" name="Text Box 49">
              <a:extLst>
                <a:ext uri="{FF2B5EF4-FFF2-40B4-BE49-F238E27FC236}">
                  <a16:creationId xmlns:a16="http://schemas.microsoft.com/office/drawing/2014/main" id="{1BC4EE44-A004-867F-048F-3F1D12DFEDC8}"/>
                </a:ext>
              </a:extLst>
            </p:cNvPr>
            <p:cNvSpPr txBox="1">
              <a:spLocks noChangeArrowheads="1"/>
            </p:cNvSpPr>
            <p:nvPr/>
          </p:nvSpPr>
          <p:spPr bwMode="auto">
            <a:xfrm>
              <a:off x="1689" y="3306"/>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1</a:t>
              </a:r>
            </a:p>
          </p:txBody>
        </p:sp>
      </p:grpSp>
      <p:grpSp>
        <p:nvGrpSpPr>
          <p:cNvPr id="16" name="Group 50">
            <a:extLst>
              <a:ext uri="{FF2B5EF4-FFF2-40B4-BE49-F238E27FC236}">
                <a16:creationId xmlns:a16="http://schemas.microsoft.com/office/drawing/2014/main" id="{A2A8DE26-DFFA-F302-1A24-B624EE5B8F9A}"/>
              </a:ext>
            </a:extLst>
          </p:cNvPr>
          <p:cNvGrpSpPr>
            <a:grpSpLocks/>
          </p:cNvGrpSpPr>
          <p:nvPr/>
        </p:nvGrpSpPr>
        <p:grpSpPr bwMode="auto">
          <a:xfrm>
            <a:off x="7908925" y="2347913"/>
            <a:ext cx="981075" cy="325437"/>
            <a:chOff x="1607" y="3273"/>
            <a:chExt cx="618" cy="205"/>
          </a:xfrm>
        </p:grpSpPr>
        <p:sp>
          <p:nvSpPr>
            <p:cNvPr id="17437" name="Rectangle 51">
              <a:extLst>
                <a:ext uri="{FF2B5EF4-FFF2-40B4-BE49-F238E27FC236}">
                  <a16:creationId xmlns:a16="http://schemas.microsoft.com/office/drawing/2014/main" id="{D818F51B-16E7-67CC-0D88-DCA1514EC282}"/>
                </a:ext>
              </a:extLst>
            </p:cNvPr>
            <p:cNvSpPr>
              <a:spLocks noChangeArrowheads="1"/>
            </p:cNvSpPr>
            <p:nvPr/>
          </p:nvSpPr>
          <p:spPr bwMode="auto">
            <a:xfrm>
              <a:off x="1607" y="3273"/>
              <a:ext cx="618" cy="205"/>
            </a:xfrm>
            <a:prstGeom prst="rect">
              <a:avLst/>
            </a:prstGeom>
            <a:solidFill>
              <a:srgbClr val="43996C"/>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7438" name="Text Box 52">
              <a:extLst>
                <a:ext uri="{FF2B5EF4-FFF2-40B4-BE49-F238E27FC236}">
                  <a16:creationId xmlns:a16="http://schemas.microsoft.com/office/drawing/2014/main" id="{B85E0F3C-B0A8-369A-FF92-EC9DEECF8CFD}"/>
                </a:ext>
              </a:extLst>
            </p:cNvPr>
            <p:cNvSpPr txBox="1">
              <a:spLocks noChangeArrowheads="1"/>
            </p:cNvSpPr>
            <p:nvPr/>
          </p:nvSpPr>
          <p:spPr bwMode="auto">
            <a:xfrm>
              <a:off x="1689" y="3306"/>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0</a:t>
              </a:r>
            </a:p>
          </p:txBody>
        </p:sp>
      </p:grpSp>
      <p:grpSp>
        <p:nvGrpSpPr>
          <p:cNvPr id="17428" name="Group 58">
            <a:extLst>
              <a:ext uri="{FF2B5EF4-FFF2-40B4-BE49-F238E27FC236}">
                <a16:creationId xmlns:a16="http://schemas.microsoft.com/office/drawing/2014/main" id="{F3E443A1-C0A5-9577-2EB8-3242126899DD}"/>
              </a:ext>
            </a:extLst>
          </p:cNvPr>
          <p:cNvGrpSpPr>
            <a:grpSpLocks/>
          </p:cNvGrpSpPr>
          <p:nvPr/>
        </p:nvGrpSpPr>
        <p:grpSpPr bwMode="auto">
          <a:xfrm>
            <a:off x="533400" y="2819400"/>
            <a:ext cx="1228725" cy="2133600"/>
            <a:chOff x="336" y="1776"/>
            <a:chExt cx="774" cy="1344"/>
          </a:xfrm>
        </p:grpSpPr>
        <p:pic>
          <p:nvPicPr>
            <p:cNvPr id="17435" name="Picture 59" descr="host12">
              <a:extLst>
                <a:ext uri="{FF2B5EF4-FFF2-40B4-BE49-F238E27FC236}">
                  <a16:creationId xmlns:a16="http://schemas.microsoft.com/office/drawing/2014/main" id="{7A4D1B99-52C9-68F1-6C6D-354E8F6A44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 y="1776"/>
              <a:ext cx="774" cy="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36" name="Text Box 60">
              <a:extLst>
                <a:ext uri="{FF2B5EF4-FFF2-40B4-BE49-F238E27FC236}">
                  <a16:creationId xmlns:a16="http://schemas.microsoft.com/office/drawing/2014/main" id="{FA298531-4829-C999-BAFE-E36C7FDE2CD2}"/>
                </a:ext>
              </a:extLst>
            </p:cNvPr>
            <p:cNvSpPr txBox="1">
              <a:spLocks noChangeArrowheads="1"/>
            </p:cNvSpPr>
            <p:nvPr/>
          </p:nvSpPr>
          <p:spPr bwMode="auto">
            <a:xfrm>
              <a:off x="672" y="2986"/>
              <a:ext cx="28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ctr"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400" b="1" i="0" u="none" strike="noStrike" kern="1200" cap="none" spc="0" normalizeH="0" baseline="0" noProof="0">
                  <a:ln>
                    <a:noFill/>
                  </a:ln>
                  <a:solidFill>
                    <a:srgbClr val="000610"/>
                  </a:solidFill>
                  <a:effectLst/>
                  <a:uLnTx/>
                  <a:uFillTx/>
                  <a:latin typeface="Verdana" panose="020B0604030504040204" pitchFamily="34" charset="0"/>
                  <a:ea typeface="+mn-ea"/>
                  <a:cs typeface="Arial" panose="020B0604020202020204" pitchFamily="34" charset="0"/>
                </a:rPr>
                <a:t>Host</a:t>
              </a:r>
            </a:p>
          </p:txBody>
        </p:sp>
      </p:grpSp>
      <p:pic>
        <p:nvPicPr>
          <p:cNvPr id="17429" name="Picture 61" descr="strippeddisk">
            <a:extLst>
              <a:ext uri="{FF2B5EF4-FFF2-40B4-BE49-F238E27FC236}">
                <a16:creationId xmlns:a16="http://schemas.microsoft.com/office/drawing/2014/main" id="{0E0C0EDA-9D24-C22A-26C8-BB28EEE8A7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25146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30" name="Picture 62" descr="strippeddisk">
            <a:extLst>
              <a:ext uri="{FF2B5EF4-FFF2-40B4-BE49-F238E27FC236}">
                <a16:creationId xmlns:a16="http://schemas.microsoft.com/office/drawing/2014/main" id="{C54D5B7B-ADEA-1A0D-8206-D063D22E3A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25146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31" name="Picture 63" descr="strippeddisk">
            <a:extLst>
              <a:ext uri="{FF2B5EF4-FFF2-40B4-BE49-F238E27FC236}">
                <a16:creationId xmlns:a16="http://schemas.microsoft.com/office/drawing/2014/main" id="{DA952E77-8464-55AD-D416-61EA8D9C1B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43434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32" name="Picture 64" descr="strippeddisk">
            <a:extLst>
              <a:ext uri="{FF2B5EF4-FFF2-40B4-BE49-F238E27FC236}">
                <a16:creationId xmlns:a16="http://schemas.microsoft.com/office/drawing/2014/main" id="{AB1E7621-1601-DEB9-0F7D-1B96E62931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43434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2616" name="AutoShape 40">
            <a:extLst>
              <a:ext uri="{FF2B5EF4-FFF2-40B4-BE49-F238E27FC236}">
                <a16:creationId xmlns:a16="http://schemas.microsoft.com/office/drawing/2014/main" id="{1815AB74-F54E-D498-1EAD-E423FF36CFA9}"/>
              </a:ext>
            </a:extLst>
          </p:cNvPr>
          <p:cNvSpPr>
            <a:spLocks noChangeArrowheads="1"/>
          </p:cNvSpPr>
          <p:nvPr/>
        </p:nvSpPr>
        <p:spPr bwMode="auto">
          <a:xfrm>
            <a:off x="4124325" y="2581275"/>
            <a:ext cx="2181225" cy="2181225"/>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820" y="16642"/>
                </a:moveTo>
                <a:cubicBezTo>
                  <a:pt x="19186" y="15001"/>
                  <a:pt x="19934" y="12934"/>
                  <a:pt x="19934" y="10800"/>
                </a:cubicBezTo>
                <a:cubicBezTo>
                  <a:pt x="19934" y="5755"/>
                  <a:pt x="15844" y="1666"/>
                  <a:pt x="10800" y="1666"/>
                </a:cubicBezTo>
                <a:cubicBezTo>
                  <a:pt x="8665" y="1665"/>
                  <a:pt x="6598" y="2413"/>
                  <a:pt x="4957" y="3779"/>
                </a:cubicBezTo>
                <a:lnTo>
                  <a:pt x="17820" y="16642"/>
                </a:lnTo>
                <a:close/>
                <a:moveTo>
                  <a:pt x="3779" y="4957"/>
                </a:moveTo>
                <a:cubicBezTo>
                  <a:pt x="2413" y="6598"/>
                  <a:pt x="1666" y="8665"/>
                  <a:pt x="1666" y="10799"/>
                </a:cubicBezTo>
                <a:cubicBezTo>
                  <a:pt x="1666" y="15844"/>
                  <a:pt x="5755" y="19934"/>
                  <a:pt x="10800" y="19934"/>
                </a:cubicBezTo>
                <a:cubicBezTo>
                  <a:pt x="12934" y="19934"/>
                  <a:pt x="15001" y="19186"/>
                  <a:pt x="16642" y="17820"/>
                </a:cubicBezTo>
                <a:lnTo>
                  <a:pt x="3779" y="4957"/>
                </a:lnTo>
                <a:close/>
              </a:path>
            </a:pathLst>
          </a:custGeom>
          <a:solidFill>
            <a:srgbClr val="FF0000"/>
          </a:solidFill>
          <a:ln w="25400" algn="ctr">
            <a:solidFill>
              <a:schemeClr val="bg1"/>
            </a:solidFill>
            <a:miter lim="800000"/>
            <a:headEnd/>
            <a:tailEnd type="none" w="lg" len="med"/>
          </a:ln>
        </p:spPr>
        <p:txBody>
          <a:bodyPr wrap="none" lIns="0" tIns="0" rIns="0" bIns="0" anchor="ct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52615" name="AutoShape 39">
            <a:extLst>
              <a:ext uri="{FF2B5EF4-FFF2-40B4-BE49-F238E27FC236}">
                <a16:creationId xmlns:a16="http://schemas.microsoft.com/office/drawing/2014/main" id="{482317E0-5639-ACAD-D9F2-8A750F97B27F}"/>
              </a:ext>
            </a:extLst>
          </p:cNvPr>
          <p:cNvSpPr>
            <a:spLocks noChangeArrowheads="1"/>
          </p:cNvSpPr>
          <p:nvPr/>
        </p:nvSpPr>
        <p:spPr bwMode="auto">
          <a:xfrm>
            <a:off x="4762500" y="2295525"/>
            <a:ext cx="904875" cy="904875"/>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401" y="15493"/>
                </a:moveTo>
                <a:cubicBezTo>
                  <a:pt x="18376" y="14122"/>
                  <a:pt x="18900" y="12482"/>
                  <a:pt x="18900" y="10800"/>
                </a:cubicBezTo>
                <a:cubicBezTo>
                  <a:pt x="18900" y="6326"/>
                  <a:pt x="15273" y="2700"/>
                  <a:pt x="10800" y="2700"/>
                </a:cubicBezTo>
                <a:cubicBezTo>
                  <a:pt x="9117" y="2699"/>
                  <a:pt x="7477" y="3223"/>
                  <a:pt x="6106" y="4198"/>
                </a:cubicBezTo>
                <a:lnTo>
                  <a:pt x="17401" y="15493"/>
                </a:lnTo>
                <a:close/>
                <a:moveTo>
                  <a:pt x="4198" y="6106"/>
                </a:moveTo>
                <a:cubicBezTo>
                  <a:pt x="3223" y="7477"/>
                  <a:pt x="2700" y="9117"/>
                  <a:pt x="2700" y="10799"/>
                </a:cubicBezTo>
                <a:cubicBezTo>
                  <a:pt x="2700" y="15273"/>
                  <a:pt x="6326" y="18900"/>
                  <a:pt x="10800" y="18900"/>
                </a:cubicBezTo>
                <a:cubicBezTo>
                  <a:pt x="12482" y="18900"/>
                  <a:pt x="14122" y="18376"/>
                  <a:pt x="15493" y="17401"/>
                </a:cubicBezTo>
                <a:lnTo>
                  <a:pt x="4198" y="6106"/>
                </a:lnTo>
                <a:close/>
              </a:path>
            </a:pathLst>
          </a:custGeom>
          <a:solidFill>
            <a:srgbClr val="FF0000"/>
          </a:solidFill>
          <a:ln w="25400" algn="ctr">
            <a:solidFill>
              <a:schemeClr val="bg1"/>
            </a:solidFill>
            <a:miter lim="800000"/>
            <a:headEnd/>
            <a:tailEnd type="none" w="lg" len="med"/>
          </a:ln>
        </p:spPr>
        <p:txBody>
          <a:bodyPr wrap="none" lIns="0" tIns="0" rIns="0" bIns="0" anchor="ct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152615"/>
                                        </p:tgtEl>
                                        <p:attrNameLst>
                                          <p:attrName>style.visibility</p:attrName>
                                        </p:attrNameLst>
                                      </p:cBhvr>
                                      <p:to>
                                        <p:strVal val="visible"/>
                                      </p:to>
                                    </p:set>
                                    <p:animEffect transition="in" filter="fade">
                                      <p:cBhvr>
                                        <p:cTn id="7" dur="500"/>
                                        <p:tgtEl>
                                          <p:spTgt spid="1526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52616"/>
                                        </p:tgtEl>
                                        <p:attrNameLst>
                                          <p:attrName>style.visibility</p:attrName>
                                        </p:attrNameLst>
                                      </p:cBhvr>
                                      <p:to>
                                        <p:strVal val="visible"/>
                                      </p:to>
                                    </p:set>
                                    <p:animEffect transition="in" filter="fade">
                                      <p:cBhvr>
                                        <p:cTn id="12" dur="1000"/>
                                        <p:tgtEl>
                                          <p:spTgt spid="152616"/>
                                        </p:tgtEl>
                                      </p:cBhvr>
                                    </p:animEffect>
                                  </p:childTnLst>
                                </p:cTn>
                              </p:par>
                              <p:par>
                                <p:cTn id="13" presetID="10" presetClass="exit" presetSubtype="0" fill="hold" nodeType="withEffect">
                                  <p:stCondLst>
                                    <p:cond delay="0"/>
                                  </p:stCondLst>
                                  <p:childTnLst>
                                    <p:animEffect transition="out" filter="fade">
                                      <p:cBhvr>
                                        <p:cTn id="14" dur="500"/>
                                        <p:tgtEl>
                                          <p:spTgt spid="152615"/>
                                        </p:tgtEl>
                                      </p:cBhvr>
                                    </p:animEffect>
                                    <p:set>
                                      <p:cBhvr>
                                        <p:cTn id="15" dur="1" fill="hold">
                                          <p:stCondLst>
                                            <p:cond delay="499"/>
                                          </p:stCondLst>
                                        </p:cTn>
                                        <p:tgtEl>
                                          <p:spTgt spid="152615"/>
                                        </p:tgtEl>
                                        <p:attrNameLst>
                                          <p:attrName>style.visibility</p:attrName>
                                        </p:attrNameLst>
                                      </p:cBhvr>
                                      <p:to>
                                        <p:strVal val="hidden"/>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xit" presetSubtype="0" fill="hold" nodeType="clickEffect">
                                  <p:stCondLst>
                                    <p:cond delay="0"/>
                                  </p:stCondLst>
                                  <p:childTnLst>
                                    <p:animEffect transition="out" filter="fade">
                                      <p:cBhvr>
                                        <p:cTn id="19" dur="1000"/>
                                        <p:tgtEl>
                                          <p:spTgt spid="152616"/>
                                        </p:tgtEl>
                                      </p:cBhvr>
                                    </p:animEffect>
                                    <p:set>
                                      <p:cBhvr>
                                        <p:cTn id="20" dur="1" fill="hold">
                                          <p:stCondLst>
                                            <p:cond delay="999"/>
                                          </p:stCondLst>
                                        </p:cTn>
                                        <p:tgtEl>
                                          <p:spTgt spid="152616"/>
                                        </p:tgtEl>
                                        <p:attrNameLst>
                                          <p:attrName>style.visibility</p:attrName>
                                        </p:attrNameLst>
                                      </p:cBhvr>
                                      <p:to>
                                        <p:strVal val="hidden"/>
                                      </p:to>
                                    </p:set>
                                  </p:childTnLst>
                                </p:cTn>
                              </p:par>
                              <p:par>
                                <p:cTn id="21" presetID="10" presetClass="exit" presetSubtype="0" fill="hold" nodeType="withEffect">
                                  <p:stCondLst>
                                    <p:cond delay="0"/>
                                  </p:stCondLst>
                                  <p:childTnLst>
                                    <p:animEffect transition="out" filter="fade">
                                      <p:cBhvr>
                                        <p:cTn id="22" dur="1000"/>
                                        <p:tgtEl>
                                          <p:spTgt spid="7"/>
                                        </p:tgtEl>
                                      </p:cBhvr>
                                    </p:animEffect>
                                    <p:set>
                                      <p:cBhvr>
                                        <p:cTn id="23" dur="1" fill="hold">
                                          <p:stCondLst>
                                            <p:cond delay="999"/>
                                          </p:stCondLst>
                                        </p:cTn>
                                        <p:tgtEl>
                                          <p:spTgt spid="7"/>
                                        </p:tgtEl>
                                        <p:attrNameLst>
                                          <p:attrName>style.visibility</p:attrName>
                                        </p:attrNameLst>
                                      </p:cBhvr>
                                      <p:to>
                                        <p:strVal val="hidden"/>
                                      </p:to>
                                    </p:set>
                                  </p:childTnLst>
                                </p:cTn>
                              </p:par>
                              <p:par>
                                <p:cTn id="24" presetID="10" presetClass="exit" presetSubtype="0" fill="hold" nodeType="withEffect">
                                  <p:stCondLst>
                                    <p:cond delay="0"/>
                                  </p:stCondLst>
                                  <p:childTnLst>
                                    <p:animEffect transition="out" filter="fade">
                                      <p:cBhvr>
                                        <p:cTn id="25" dur="1000"/>
                                        <p:tgtEl>
                                          <p:spTgt spid="4"/>
                                        </p:tgtEl>
                                      </p:cBhvr>
                                    </p:animEffect>
                                    <p:set>
                                      <p:cBhvr>
                                        <p:cTn id="26" dur="1" fill="hold">
                                          <p:stCondLst>
                                            <p:cond delay="999"/>
                                          </p:stCondLst>
                                        </p:cTn>
                                        <p:tgtEl>
                                          <p:spTgt spid="4"/>
                                        </p:tgtEl>
                                        <p:attrNameLst>
                                          <p:attrName>style.visibility</p:attrName>
                                        </p:attrNameLst>
                                      </p:cBhvr>
                                      <p:to>
                                        <p:strVal val="hidden"/>
                                      </p:to>
                                    </p:set>
                                  </p:childTnLst>
                                </p:cTn>
                              </p:par>
                              <p:par>
                                <p:cTn id="27" presetID="10" presetClass="exit" presetSubtype="0" fill="hold" nodeType="withEffect">
                                  <p:stCondLst>
                                    <p:cond delay="0"/>
                                  </p:stCondLst>
                                  <p:childTnLst>
                                    <p:animEffect transition="out" filter="fade">
                                      <p:cBhvr>
                                        <p:cTn id="28" dur="1000"/>
                                        <p:tgtEl>
                                          <p:spTgt spid="5"/>
                                        </p:tgtEl>
                                      </p:cBhvr>
                                    </p:animEffect>
                                    <p:set>
                                      <p:cBhvr>
                                        <p:cTn id="29" dur="1" fill="hold">
                                          <p:stCondLst>
                                            <p:cond delay="999"/>
                                          </p:stCondLst>
                                        </p:cTn>
                                        <p:tgtEl>
                                          <p:spTgt spid="5"/>
                                        </p:tgtEl>
                                        <p:attrNameLst>
                                          <p:attrName>style.visibility</p:attrName>
                                        </p:attrNameLst>
                                      </p:cBhvr>
                                      <p:to>
                                        <p:strVal val="hidden"/>
                                      </p:to>
                                    </p:set>
                                  </p:childTnLst>
                                </p:cTn>
                              </p:par>
                              <p:par>
                                <p:cTn id="30" presetID="10" presetClass="exit" presetSubtype="0" fill="hold" nodeType="withEffect">
                                  <p:stCondLst>
                                    <p:cond delay="0"/>
                                  </p:stCondLst>
                                  <p:childTnLst>
                                    <p:animEffect transition="out" filter="fade">
                                      <p:cBhvr>
                                        <p:cTn id="31" dur="1000"/>
                                        <p:tgtEl>
                                          <p:spTgt spid="3"/>
                                        </p:tgtEl>
                                      </p:cBhvr>
                                    </p:animEffect>
                                    <p:set>
                                      <p:cBhvr>
                                        <p:cTn id="32" dur="1" fill="hold">
                                          <p:stCondLst>
                                            <p:cond delay="999"/>
                                          </p:stCondLst>
                                        </p:cTn>
                                        <p:tgtEl>
                                          <p:spTgt spid="3"/>
                                        </p:tgtEl>
                                        <p:attrNameLst>
                                          <p:attrName>style.visibility</p:attrName>
                                        </p:attrNameLst>
                                      </p:cBhvr>
                                      <p:to>
                                        <p:strVal val="hidden"/>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par>
                                <p:cTn id="38" presetID="10" presetClass="entr" presetSubtype="0" fill="hold"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nodeType="with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00"/>
                                        <p:tgtEl>
                                          <p:spTgt spid="13"/>
                                        </p:tgtEl>
                                      </p:cBhvr>
                                    </p:animEffect>
                                  </p:childTnLst>
                                </p:cTn>
                              </p:par>
                              <p:par>
                                <p:cTn id="47" presetID="35" presetClass="path" presetSubtype="0" accel="50000" decel="50000" fill="hold" nodeType="withEffect">
                                  <p:stCondLst>
                                    <p:cond delay="0"/>
                                  </p:stCondLst>
                                  <p:childTnLst>
                                    <p:animMotion origin="layout" path="M 3.61111E-6 -2.22222E-6 L -0.28021 -2.22222E-6 " pathEditMode="relative" rAng="0" ptsTypes="AA">
                                      <p:cBhvr>
                                        <p:cTn id="48" dur="1000" fill="hold"/>
                                        <p:tgtEl>
                                          <p:spTgt spid="16"/>
                                        </p:tgtEl>
                                        <p:attrNameLst>
                                          <p:attrName>ppt_x</p:attrName>
                                          <p:attrName>ppt_y</p:attrName>
                                        </p:attrNameLst>
                                      </p:cBhvr>
                                      <p:rCtr x="-14010" y="0"/>
                                    </p:animMotion>
                                  </p:childTnLst>
                                </p:cTn>
                              </p:par>
                              <p:par>
                                <p:cTn id="49" presetID="35" presetClass="path" presetSubtype="0" accel="50000" decel="50000" fill="hold" nodeType="withEffect">
                                  <p:stCondLst>
                                    <p:cond delay="0"/>
                                  </p:stCondLst>
                                  <p:childTnLst>
                                    <p:animMotion origin="layout" path="M 3.61111E-6 -3.33333E-6 L -0.27952 -3.33333E-6 " pathEditMode="relative" rAng="0" ptsTypes="AA">
                                      <p:cBhvr>
                                        <p:cTn id="50" dur="1000" fill="hold"/>
                                        <p:tgtEl>
                                          <p:spTgt spid="14"/>
                                        </p:tgtEl>
                                        <p:attrNameLst>
                                          <p:attrName>ppt_x</p:attrName>
                                          <p:attrName>ppt_y</p:attrName>
                                        </p:attrNameLst>
                                      </p:cBhvr>
                                      <p:rCtr x="-13976" y="0"/>
                                    </p:animMotion>
                                  </p:childTnLst>
                                </p:cTn>
                              </p:par>
                              <p:par>
                                <p:cTn id="51" presetID="35" presetClass="path" presetSubtype="0" accel="50000" decel="50000" fill="hold" nodeType="withEffect">
                                  <p:stCondLst>
                                    <p:cond delay="0"/>
                                  </p:stCondLst>
                                  <p:childTnLst>
                                    <p:animMotion origin="layout" path="M 3.61111E-6 -4.44444E-6 L -0.27952 -4.44444E-6 " pathEditMode="relative" rAng="0" ptsTypes="AA">
                                      <p:cBhvr>
                                        <p:cTn id="52" dur="1000" fill="hold"/>
                                        <p:tgtEl>
                                          <p:spTgt spid="15"/>
                                        </p:tgtEl>
                                        <p:attrNameLst>
                                          <p:attrName>ppt_x</p:attrName>
                                          <p:attrName>ppt_y</p:attrName>
                                        </p:attrNameLst>
                                      </p:cBhvr>
                                      <p:rCtr x="-13976" y="0"/>
                                    </p:animMotion>
                                  </p:childTnLst>
                                </p:cTn>
                              </p:par>
                              <p:par>
                                <p:cTn id="53" presetID="35" presetClass="path" presetSubtype="0" accel="50000" decel="50000" fill="hold" nodeType="withEffect">
                                  <p:stCondLst>
                                    <p:cond delay="0"/>
                                  </p:stCondLst>
                                  <p:childTnLst>
                                    <p:animMotion origin="layout" path="M 3.61111E-6 2.59259E-6 L -0.27917 2.59259E-6 " pathEditMode="relative" rAng="0" ptsTypes="AA">
                                      <p:cBhvr>
                                        <p:cTn id="54" dur="1000" fill="hold"/>
                                        <p:tgtEl>
                                          <p:spTgt spid="13"/>
                                        </p:tgtEl>
                                        <p:attrNameLst>
                                          <p:attrName>ppt_x</p:attrName>
                                          <p:attrName>ppt_y</p:attrName>
                                        </p:attrNameLst>
                                      </p:cBhvr>
                                      <p:rCtr x="-1395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DFAC7-DAA9-3782-DB84-E4821F2C6422}"/>
            </a:ext>
          </a:extLst>
        </p:cNvPr>
        <p:cNvGrpSpPr/>
        <p:nvPr/>
      </p:nvGrpSpPr>
      <p:grpSpPr>
        <a:xfrm>
          <a:off x="0" y="0"/>
          <a:ext cx="0" cy="0"/>
          <a:chOff x="0" y="0"/>
          <a:chExt cx="0" cy="0"/>
        </a:xfrm>
      </p:grpSpPr>
      <p:sp>
        <p:nvSpPr>
          <p:cNvPr id="15362" name="Title 1">
            <a:extLst>
              <a:ext uri="{FF2B5EF4-FFF2-40B4-BE49-F238E27FC236}">
                <a16:creationId xmlns:a16="http://schemas.microsoft.com/office/drawing/2014/main" id="{D6945674-1E0D-F920-3B65-62A3BC418652}"/>
              </a:ext>
            </a:extLst>
          </p:cNvPr>
          <p:cNvSpPr>
            <a:spLocks noGrp="1"/>
          </p:cNvSpPr>
          <p:nvPr>
            <p:ph type="title"/>
          </p:nvPr>
        </p:nvSpPr>
        <p:spPr/>
        <p:txBody>
          <a:bodyPr/>
          <a:lstStyle/>
          <a:p>
            <a:r>
              <a:rPr lang="en-US" altLang="en-US" dirty="0">
                <a:solidFill>
                  <a:srgbClr val="C00000"/>
                </a:solidFill>
              </a:rPr>
              <a:t>Nested RAID</a:t>
            </a:r>
            <a:endParaRPr lang="en-MY" altLang="en-US" dirty="0">
              <a:solidFill>
                <a:srgbClr val="C00000"/>
              </a:solidFill>
            </a:endParaRPr>
          </a:p>
        </p:txBody>
      </p:sp>
      <p:sp>
        <p:nvSpPr>
          <p:cNvPr id="15363" name="Content Placeholder 2">
            <a:extLst>
              <a:ext uri="{FF2B5EF4-FFF2-40B4-BE49-F238E27FC236}">
                <a16:creationId xmlns:a16="http://schemas.microsoft.com/office/drawing/2014/main" id="{7DAB0559-BF11-4222-D0F6-D32743312C24}"/>
              </a:ext>
            </a:extLst>
          </p:cNvPr>
          <p:cNvSpPr>
            <a:spLocks noGrp="1"/>
          </p:cNvSpPr>
          <p:nvPr>
            <p:ph idx="1"/>
          </p:nvPr>
        </p:nvSpPr>
        <p:spPr>
          <a:xfrm>
            <a:off x="225425" y="1143000"/>
            <a:ext cx="8705850" cy="5329237"/>
          </a:xfrm>
        </p:spPr>
        <p:txBody>
          <a:bodyPr/>
          <a:lstStyle/>
          <a:p>
            <a:r>
              <a:rPr lang="en-US" altLang="en-US" sz="2100" dirty="0"/>
              <a:t>RAID 1+0 – Striped Mirror</a:t>
            </a:r>
          </a:p>
          <a:p>
            <a:pPr lvl="1"/>
            <a:r>
              <a:rPr lang="en-US" altLang="en-US" dirty="0"/>
              <a:t>Data is first mirrored, and then both copies are striped across multiple HDDs.</a:t>
            </a:r>
          </a:p>
          <a:p>
            <a:pPr lvl="1"/>
            <a:r>
              <a:rPr lang="en-US" altLang="en-US" dirty="0"/>
              <a:t>When a drive fails, data is still accessible from its mirror.</a:t>
            </a:r>
          </a:p>
          <a:p>
            <a:pPr lvl="1"/>
            <a:r>
              <a:rPr lang="en-US" altLang="en-US" dirty="0"/>
              <a:t>Rebuild operation only requires data to be copied from the surviving disk into the replacement disk.</a:t>
            </a:r>
          </a:p>
        </p:txBody>
      </p:sp>
      <p:pic>
        <p:nvPicPr>
          <p:cNvPr id="4" name="Picture 3">
            <a:extLst>
              <a:ext uri="{FF2B5EF4-FFF2-40B4-BE49-F238E27FC236}">
                <a16:creationId xmlns:a16="http://schemas.microsoft.com/office/drawing/2014/main" id="{6EED234E-9120-5EDB-CDD9-D34ACAAC55F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09800" y="3412067"/>
            <a:ext cx="5060579" cy="2943291"/>
          </a:xfrm>
          <a:prstGeom prst="rect">
            <a:avLst/>
          </a:prstGeom>
        </p:spPr>
      </p:pic>
    </p:spTree>
    <p:extLst>
      <p:ext uri="{BB962C8B-B14F-4D97-AF65-F5344CB8AC3E}">
        <p14:creationId xmlns:p14="http://schemas.microsoft.com/office/powerpoint/2010/main" val="3921801123"/>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Line 2">
            <a:extLst>
              <a:ext uri="{FF2B5EF4-FFF2-40B4-BE49-F238E27FC236}">
                <a16:creationId xmlns:a16="http://schemas.microsoft.com/office/drawing/2014/main" id="{240CCA60-2811-E2EF-9BB6-703B1E68CB28}"/>
              </a:ext>
            </a:extLst>
          </p:cNvPr>
          <p:cNvSpPr>
            <a:spLocks noChangeShapeType="1"/>
          </p:cNvSpPr>
          <p:nvPr/>
        </p:nvSpPr>
        <p:spPr bwMode="auto">
          <a:xfrm>
            <a:off x="1128713" y="3732213"/>
            <a:ext cx="2914650" cy="0"/>
          </a:xfrm>
          <a:prstGeom prst="line">
            <a:avLst/>
          </a:prstGeom>
          <a:noFill/>
          <a:ln w="12700">
            <a:solidFill>
              <a:srgbClr val="000000"/>
            </a:solidFill>
            <a:round/>
            <a:headEnd type="none" w="med" len="lg"/>
            <a:tailEnd type="none" w="med" len="lg"/>
          </a:ln>
          <a:extLst>
            <a:ext uri="{909E8E84-426E-40DD-AFC4-6F175D3DCCD1}">
              <a14:hiddenFill xmlns:a14="http://schemas.microsoft.com/office/drawing/2010/main">
                <a:noFill/>
              </a14:hiddenFill>
            </a:ext>
          </a:extLst>
        </p:spPr>
        <p:txBody>
          <a:bodyPr lIns="0" tIns="0" rIns="0" bIns="0" anchor="ctr">
            <a:spAutoFit/>
          </a:body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grpSp>
        <p:nvGrpSpPr>
          <p:cNvPr id="18435" name="Group 44">
            <a:extLst>
              <a:ext uri="{FF2B5EF4-FFF2-40B4-BE49-F238E27FC236}">
                <a16:creationId xmlns:a16="http://schemas.microsoft.com/office/drawing/2014/main" id="{8EEE8AAC-3488-DDB2-EB67-865A99B17126}"/>
              </a:ext>
            </a:extLst>
          </p:cNvPr>
          <p:cNvGrpSpPr>
            <a:grpSpLocks/>
          </p:cNvGrpSpPr>
          <p:nvPr/>
        </p:nvGrpSpPr>
        <p:grpSpPr bwMode="auto">
          <a:xfrm>
            <a:off x="533400" y="2819400"/>
            <a:ext cx="1228725" cy="2133600"/>
            <a:chOff x="336" y="1776"/>
            <a:chExt cx="774" cy="1344"/>
          </a:xfrm>
        </p:grpSpPr>
        <p:pic>
          <p:nvPicPr>
            <p:cNvPr id="18475" name="Picture 45" descr="host12">
              <a:extLst>
                <a:ext uri="{FF2B5EF4-FFF2-40B4-BE49-F238E27FC236}">
                  <a16:creationId xmlns:a16="http://schemas.microsoft.com/office/drawing/2014/main" id="{9C5C1CCD-0502-BD4B-3046-2A3BBD6776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 y="1776"/>
              <a:ext cx="774" cy="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76" name="Text Box 46">
              <a:extLst>
                <a:ext uri="{FF2B5EF4-FFF2-40B4-BE49-F238E27FC236}">
                  <a16:creationId xmlns:a16="http://schemas.microsoft.com/office/drawing/2014/main" id="{90D6E3BB-CA6B-8DF7-7347-DFF78D0140E6}"/>
                </a:ext>
              </a:extLst>
            </p:cNvPr>
            <p:cNvSpPr txBox="1">
              <a:spLocks noChangeArrowheads="1"/>
            </p:cNvSpPr>
            <p:nvPr/>
          </p:nvSpPr>
          <p:spPr bwMode="auto">
            <a:xfrm>
              <a:off x="672" y="2986"/>
              <a:ext cx="28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ctr"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400" b="1" i="0" u="none" strike="noStrike" kern="1200" cap="none" spc="0" normalizeH="0" baseline="0" noProof="0">
                  <a:ln>
                    <a:noFill/>
                  </a:ln>
                  <a:solidFill>
                    <a:srgbClr val="000610"/>
                  </a:solidFill>
                  <a:effectLst/>
                  <a:uLnTx/>
                  <a:uFillTx/>
                  <a:latin typeface="Verdana" panose="020B0604030504040204" pitchFamily="34" charset="0"/>
                  <a:ea typeface="+mn-ea"/>
                  <a:cs typeface="Arial" panose="020B0604020202020204" pitchFamily="34" charset="0"/>
                </a:rPr>
                <a:t>Host</a:t>
              </a:r>
            </a:p>
          </p:txBody>
        </p:sp>
      </p:grpSp>
      <p:sp>
        <p:nvSpPr>
          <p:cNvPr id="18436" name="Rectangle 4">
            <a:extLst>
              <a:ext uri="{FF2B5EF4-FFF2-40B4-BE49-F238E27FC236}">
                <a16:creationId xmlns:a16="http://schemas.microsoft.com/office/drawing/2014/main" id="{05030A2F-4B17-004E-8D31-15D9B87C9587}"/>
              </a:ext>
            </a:extLst>
          </p:cNvPr>
          <p:cNvSpPr>
            <a:spLocks noGrp="1" noChangeArrowheads="1"/>
          </p:cNvSpPr>
          <p:nvPr>
            <p:ph type="title"/>
          </p:nvPr>
        </p:nvSpPr>
        <p:spPr/>
        <p:txBody>
          <a:bodyPr/>
          <a:lstStyle/>
          <a:p>
            <a:pPr eaLnBrk="1" hangingPunct="1"/>
            <a:r>
              <a:rPr lang="en-US" altLang="en-US"/>
              <a:t>Nested RAID – 1+0 (Mirroring and Striping)</a:t>
            </a:r>
          </a:p>
        </p:txBody>
      </p:sp>
      <p:sp>
        <p:nvSpPr>
          <p:cNvPr id="18437" name="Freeform 5">
            <a:extLst>
              <a:ext uri="{FF2B5EF4-FFF2-40B4-BE49-F238E27FC236}">
                <a16:creationId xmlns:a16="http://schemas.microsoft.com/office/drawing/2014/main" id="{10A21C7D-A62E-39AC-07F3-749FBF31D603}"/>
              </a:ext>
            </a:extLst>
          </p:cNvPr>
          <p:cNvSpPr>
            <a:spLocks/>
          </p:cNvSpPr>
          <p:nvPr/>
        </p:nvSpPr>
        <p:spPr bwMode="auto">
          <a:xfrm>
            <a:off x="4052888" y="2741613"/>
            <a:ext cx="3489325" cy="1825625"/>
          </a:xfrm>
          <a:custGeom>
            <a:avLst/>
            <a:gdLst>
              <a:gd name="T0" fmla="*/ 2147483647 w 404"/>
              <a:gd name="T1" fmla="*/ 0 h 2488"/>
              <a:gd name="T2" fmla="*/ 0 w 404"/>
              <a:gd name="T3" fmla="*/ 0 h 2488"/>
              <a:gd name="T4" fmla="*/ 0 w 404"/>
              <a:gd name="T5" fmla="*/ 2147483647 h 2488"/>
              <a:gd name="T6" fmla="*/ 2147483647 w 404"/>
              <a:gd name="T7" fmla="*/ 2147483647 h 2488"/>
              <a:gd name="T8" fmla="*/ 0 60000 65536"/>
              <a:gd name="T9" fmla="*/ 0 60000 65536"/>
              <a:gd name="T10" fmla="*/ 0 60000 65536"/>
              <a:gd name="T11" fmla="*/ 0 60000 65536"/>
              <a:gd name="T12" fmla="*/ 0 w 404"/>
              <a:gd name="T13" fmla="*/ 0 h 2488"/>
              <a:gd name="T14" fmla="*/ 404 w 404"/>
              <a:gd name="T15" fmla="*/ 2488 h 2488"/>
            </a:gdLst>
            <a:ahLst/>
            <a:cxnLst>
              <a:cxn ang="T8">
                <a:pos x="T0" y="T1"/>
              </a:cxn>
              <a:cxn ang="T9">
                <a:pos x="T2" y="T3"/>
              </a:cxn>
              <a:cxn ang="T10">
                <a:pos x="T4" y="T5"/>
              </a:cxn>
              <a:cxn ang="T11">
                <a:pos x="T6" y="T7"/>
              </a:cxn>
            </a:cxnLst>
            <a:rect l="T12" t="T13" r="T14" b="T15"/>
            <a:pathLst>
              <a:path w="404" h="2488">
                <a:moveTo>
                  <a:pt x="380" y="0"/>
                </a:moveTo>
                <a:lnTo>
                  <a:pt x="0" y="0"/>
                </a:lnTo>
                <a:lnTo>
                  <a:pt x="0" y="2488"/>
                </a:lnTo>
                <a:lnTo>
                  <a:pt x="404" y="2488"/>
                </a:lnTo>
              </a:path>
            </a:pathLst>
          </a:custGeom>
          <a:noFill/>
          <a:ln w="12700" cap="flat" cmpd="sng">
            <a:solidFill>
              <a:srgbClr val="000000"/>
            </a:solidFill>
            <a:prstDash val="solid"/>
            <a:round/>
            <a:headEnd type="none" w="med" len="lg"/>
            <a:tailEnd type="none" w="med" len="lg"/>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grpSp>
        <p:nvGrpSpPr>
          <p:cNvPr id="3" name="Group 9">
            <a:extLst>
              <a:ext uri="{FF2B5EF4-FFF2-40B4-BE49-F238E27FC236}">
                <a16:creationId xmlns:a16="http://schemas.microsoft.com/office/drawing/2014/main" id="{B86C93A1-A93F-4169-B03B-4651854AC03F}"/>
              </a:ext>
            </a:extLst>
          </p:cNvPr>
          <p:cNvGrpSpPr>
            <a:grpSpLocks/>
          </p:cNvGrpSpPr>
          <p:nvPr/>
        </p:nvGrpSpPr>
        <p:grpSpPr bwMode="auto">
          <a:xfrm>
            <a:off x="5368925" y="2805113"/>
            <a:ext cx="981075" cy="325437"/>
            <a:chOff x="1607" y="3273"/>
            <a:chExt cx="618" cy="205"/>
          </a:xfrm>
        </p:grpSpPr>
        <p:sp>
          <p:nvSpPr>
            <p:cNvPr id="18473" name="Rectangle 10">
              <a:extLst>
                <a:ext uri="{FF2B5EF4-FFF2-40B4-BE49-F238E27FC236}">
                  <a16:creationId xmlns:a16="http://schemas.microsoft.com/office/drawing/2014/main" id="{AE7AE704-C57C-E371-69D7-07F29C49702B}"/>
                </a:ext>
              </a:extLst>
            </p:cNvPr>
            <p:cNvSpPr>
              <a:spLocks noChangeArrowheads="1"/>
            </p:cNvSpPr>
            <p:nvPr/>
          </p:nvSpPr>
          <p:spPr bwMode="auto">
            <a:xfrm>
              <a:off x="1607" y="3273"/>
              <a:ext cx="618" cy="205"/>
            </a:xfrm>
            <a:prstGeom prst="rect">
              <a:avLst/>
            </a:prstGeom>
            <a:solidFill>
              <a:srgbClr val="E46620"/>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8474" name="Text Box 11">
              <a:extLst>
                <a:ext uri="{FF2B5EF4-FFF2-40B4-BE49-F238E27FC236}">
                  <a16:creationId xmlns:a16="http://schemas.microsoft.com/office/drawing/2014/main" id="{D5EA3734-CC50-AA45-6F97-418724833F23}"/>
                </a:ext>
              </a:extLst>
            </p:cNvPr>
            <p:cNvSpPr txBox="1">
              <a:spLocks noChangeArrowheads="1"/>
            </p:cNvSpPr>
            <p:nvPr/>
          </p:nvSpPr>
          <p:spPr bwMode="auto">
            <a:xfrm>
              <a:off x="1689" y="3306"/>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3</a:t>
              </a:r>
            </a:p>
          </p:txBody>
        </p:sp>
      </p:grpSp>
      <p:grpSp>
        <p:nvGrpSpPr>
          <p:cNvPr id="4" name="Group 12">
            <a:extLst>
              <a:ext uri="{FF2B5EF4-FFF2-40B4-BE49-F238E27FC236}">
                <a16:creationId xmlns:a16="http://schemas.microsoft.com/office/drawing/2014/main" id="{B47BFD38-CF43-59E5-03B7-26733DBD0B11}"/>
              </a:ext>
            </a:extLst>
          </p:cNvPr>
          <p:cNvGrpSpPr>
            <a:grpSpLocks/>
          </p:cNvGrpSpPr>
          <p:nvPr/>
        </p:nvGrpSpPr>
        <p:grpSpPr bwMode="auto">
          <a:xfrm>
            <a:off x="5368925" y="4629150"/>
            <a:ext cx="981075" cy="325438"/>
            <a:chOff x="1607" y="3273"/>
            <a:chExt cx="618" cy="205"/>
          </a:xfrm>
        </p:grpSpPr>
        <p:sp>
          <p:nvSpPr>
            <p:cNvPr id="18471" name="Rectangle 13">
              <a:extLst>
                <a:ext uri="{FF2B5EF4-FFF2-40B4-BE49-F238E27FC236}">
                  <a16:creationId xmlns:a16="http://schemas.microsoft.com/office/drawing/2014/main" id="{4D2F6AB0-5380-7384-8177-742D9EB721AA}"/>
                </a:ext>
              </a:extLst>
            </p:cNvPr>
            <p:cNvSpPr>
              <a:spLocks noChangeArrowheads="1"/>
            </p:cNvSpPr>
            <p:nvPr/>
          </p:nvSpPr>
          <p:spPr bwMode="auto">
            <a:xfrm>
              <a:off x="1607" y="3273"/>
              <a:ext cx="618" cy="205"/>
            </a:xfrm>
            <a:prstGeom prst="rect">
              <a:avLst/>
            </a:prstGeom>
            <a:solidFill>
              <a:srgbClr val="E46620"/>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8472" name="Text Box 14">
              <a:extLst>
                <a:ext uri="{FF2B5EF4-FFF2-40B4-BE49-F238E27FC236}">
                  <a16:creationId xmlns:a16="http://schemas.microsoft.com/office/drawing/2014/main" id="{F9668DAF-F87C-A4D7-1C0D-7FABF72205D2}"/>
                </a:ext>
              </a:extLst>
            </p:cNvPr>
            <p:cNvSpPr txBox="1">
              <a:spLocks noChangeArrowheads="1"/>
            </p:cNvSpPr>
            <p:nvPr/>
          </p:nvSpPr>
          <p:spPr bwMode="auto">
            <a:xfrm>
              <a:off x="1689" y="3306"/>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3</a:t>
              </a:r>
            </a:p>
          </p:txBody>
        </p:sp>
      </p:grpSp>
      <p:grpSp>
        <p:nvGrpSpPr>
          <p:cNvPr id="5" name="Group 15">
            <a:extLst>
              <a:ext uri="{FF2B5EF4-FFF2-40B4-BE49-F238E27FC236}">
                <a16:creationId xmlns:a16="http://schemas.microsoft.com/office/drawing/2014/main" id="{4C31A92D-52E1-B0CA-1751-D32F6A87E31D}"/>
              </a:ext>
            </a:extLst>
          </p:cNvPr>
          <p:cNvGrpSpPr>
            <a:grpSpLocks/>
          </p:cNvGrpSpPr>
          <p:nvPr/>
        </p:nvGrpSpPr>
        <p:grpSpPr bwMode="auto">
          <a:xfrm>
            <a:off x="5368925" y="2352675"/>
            <a:ext cx="981075" cy="325438"/>
            <a:chOff x="1607" y="3273"/>
            <a:chExt cx="618" cy="205"/>
          </a:xfrm>
        </p:grpSpPr>
        <p:sp>
          <p:nvSpPr>
            <p:cNvPr id="18469" name="Rectangle 16">
              <a:extLst>
                <a:ext uri="{FF2B5EF4-FFF2-40B4-BE49-F238E27FC236}">
                  <a16:creationId xmlns:a16="http://schemas.microsoft.com/office/drawing/2014/main" id="{A7C498F0-D518-2B34-43DA-D3649B1A91C0}"/>
                </a:ext>
              </a:extLst>
            </p:cNvPr>
            <p:cNvSpPr>
              <a:spLocks noChangeArrowheads="1"/>
            </p:cNvSpPr>
            <p:nvPr/>
          </p:nvSpPr>
          <p:spPr bwMode="auto">
            <a:xfrm>
              <a:off x="1607" y="3273"/>
              <a:ext cx="618" cy="205"/>
            </a:xfrm>
            <a:prstGeom prst="rect">
              <a:avLst/>
            </a:prstGeom>
            <a:solidFill>
              <a:srgbClr val="43996C"/>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8470" name="Text Box 17">
              <a:extLst>
                <a:ext uri="{FF2B5EF4-FFF2-40B4-BE49-F238E27FC236}">
                  <a16:creationId xmlns:a16="http://schemas.microsoft.com/office/drawing/2014/main" id="{D45A3B33-B206-EDBB-75E5-CAC26884AFB6}"/>
                </a:ext>
              </a:extLst>
            </p:cNvPr>
            <p:cNvSpPr txBox="1">
              <a:spLocks noChangeArrowheads="1"/>
            </p:cNvSpPr>
            <p:nvPr/>
          </p:nvSpPr>
          <p:spPr bwMode="auto">
            <a:xfrm>
              <a:off x="1689" y="3306"/>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1</a:t>
              </a:r>
            </a:p>
          </p:txBody>
        </p:sp>
      </p:grpSp>
      <p:grpSp>
        <p:nvGrpSpPr>
          <p:cNvPr id="6" name="Group 19">
            <a:extLst>
              <a:ext uri="{FF2B5EF4-FFF2-40B4-BE49-F238E27FC236}">
                <a16:creationId xmlns:a16="http://schemas.microsoft.com/office/drawing/2014/main" id="{CAAAD568-DD27-3CFC-7E51-DDFC48E5480B}"/>
              </a:ext>
            </a:extLst>
          </p:cNvPr>
          <p:cNvGrpSpPr>
            <a:grpSpLocks/>
          </p:cNvGrpSpPr>
          <p:nvPr/>
        </p:nvGrpSpPr>
        <p:grpSpPr bwMode="auto">
          <a:xfrm>
            <a:off x="6400800" y="2344738"/>
            <a:ext cx="1206500" cy="2616200"/>
            <a:chOff x="3346" y="1477"/>
            <a:chExt cx="760" cy="1648"/>
          </a:xfrm>
        </p:grpSpPr>
        <p:sp>
          <p:nvSpPr>
            <p:cNvPr id="18467" name="AutoShape 20">
              <a:extLst>
                <a:ext uri="{FF2B5EF4-FFF2-40B4-BE49-F238E27FC236}">
                  <a16:creationId xmlns:a16="http://schemas.microsoft.com/office/drawing/2014/main" id="{F768B975-A55B-A0D0-21EB-A72E0A99EA09}"/>
                </a:ext>
              </a:extLst>
            </p:cNvPr>
            <p:cNvSpPr>
              <a:spLocks/>
            </p:cNvSpPr>
            <p:nvPr/>
          </p:nvSpPr>
          <p:spPr bwMode="auto">
            <a:xfrm>
              <a:off x="3346" y="1477"/>
              <a:ext cx="225" cy="1648"/>
            </a:xfrm>
            <a:prstGeom prst="rightBrace">
              <a:avLst>
                <a:gd name="adj1" fmla="val 61037"/>
                <a:gd name="adj2" fmla="val 50000"/>
              </a:avLst>
            </a:prstGeom>
            <a:noFill/>
            <a:ln w="38100">
              <a:solidFill>
                <a:srgbClr val="000000"/>
              </a:solidFill>
              <a:round/>
              <a:headEnd/>
              <a:tailEnd type="none" w="lg" len="med"/>
            </a:ln>
            <a:extLst>
              <a:ext uri="{909E8E84-426E-40DD-AFC4-6F175D3DCCD1}">
                <a14:hiddenFill xmlns:a14="http://schemas.microsoft.com/office/drawing/2010/main">
                  <a:solidFill>
                    <a:srgbClr val="FFFFFF"/>
                  </a:solidFill>
                </a14:hiddenFill>
              </a:ext>
            </a:extLst>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8468" name="Text Box 21">
              <a:extLst>
                <a:ext uri="{FF2B5EF4-FFF2-40B4-BE49-F238E27FC236}">
                  <a16:creationId xmlns:a16="http://schemas.microsoft.com/office/drawing/2014/main" id="{B77D43AC-A0D2-38B5-EBE1-6FC037856ED0}"/>
                </a:ext>
              </a:extLst>
            </p:cNvPr>
            <p:cNvSpPr txBox="1">
              <a:spLocks noChangeArrowheads="1"/>
            </p:cNvSpPr>
            <p:nvPr/>
          </p:nvSpPr>
          <p:spPr bwMode="auto">
            <a:xfrm>
              <a:off x="3659" y="2250"/>
              <a:ext cx="44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l"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400" b="1" i="0" u="none" strike="noStrike" kern="1200" cap="none" spc="0" normalizeH="0" baseline="0" noProof="0">
                  <a:ln>
                    <a:noFill/>
                  </a:ln>
                  <a:solidFill>
                    <a:srgbClr val="000610"/>
                  </a:solidFill>
                  <a:effectLst/>
                  <a:uLnTx/>
                  <a:uFillTx/>
                  <a:latin typeface="Verdana" panose="020B0604030504040204" pitchFamily="34" charset="0"/>
                  <a:ea typeface="+mn-ea"/>
                  <a:cs typeface="Arial" panose="020B0604020202020204" pitchFamily="34" charset="0"/>
                </a:rPr>
                <a:t>RAID 1</a:t>
              </a:r>
            </a:p>
          </p:txBody>
        </p:sp>
      </p:grpSp>
      <p:grpSp>
        <p:nvGrpSpPr>
          <p:cNvPr id="7" name="Group 22">
            <a:extLst>
              <a:ext uri="{FF2B5EF4-FFF2-40B4-BE49-F238E27FC236}">
                <a16:creationId xmlns:a16="http://schemas.microsoft.com/office/drawing/2014/main" id="{ECC0A98E-54D2-7EF4-8BDC-1968C1A14A31}"/>
              </a:ext>
            </a:extLst>
          </p:cNvPr>
          <p:cNvGrpSpPr>
            <a:grpSpLocks/>
          </p:cNvGrpSpPr>
          <p:nvPr/>
        </p:nvGrpSpPr>
        <p:grpSpPr bwMode="auto">
          <a:xfrm>
            <a:off x="517525" y="3563938"/>
            <a:ext cx="981075" cy="325437"/>
            <a:chOff x="1607" y="3273"/>
            <a:chExt cx="618" cy="205"/>
          </a:xfrm>
        </p:grpSpPr>
        <p:sp>
          <p:nvSpPr>
            <p:cNvPr id="18465" name="Rectangle 23">
              <a:extLst>
                <a:ext uri="{FF2B5EF4-FFF2-40B4-BE49-F238E27FC236}">
                  <a16:creationId xmlns:a16="http://schemas.microsoft.com/office/drawing/2014/main" id="{9832EFCC-6E20-E1D4-674C-27E2EE5368DB}"/>
                </a:ext>
              </a:extLst>
            </p:cNvPr>
            <p:cNvSpPr>
              <a:spLocks noChangeArrowheads="1"/>
            </p:cNvSpPr>
            <p:nvPr/>
          </p:nvSpPr>
          <p:spPr bwMode="auto">
            <a:xfrm>
              <a:off x="1607" y="3273"/>
              <a:ext cx="618" cy="205"/>
            </a:xfrm>
            <a:prstGeom prst="rect">
              <a:avLst/>
            </a:prstGeom>
            <a:solidFill>
              <a:srgbClr val="43996C"/>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8466" name="Text Box 24">
              <a:extLst>
                <a:ext uri="{FF2B5EF4-FFF2-40B4-BE49-F238E27FC236}">
                  <a16:creationId xmlns:a16="http://schemas.microsoft.com/office/drawing/2014/main" id="{D1321F7B-FF89-53BC-195D-D75FDBF4986E}"/>
                </a:ext>
              </a:extLst>
            </p:cNvPr>
            <p:cNvSpPr txBox="1">
              <a:spLocks noChangeArrowheads="1"/>
            </p:cNvSpPr>
            <p:nvPr/>
          </p:nvSpPr>
          <p:spPr bwMode="auto">
            <a:xfrm>
              <a:off x="1689" y="3306"/>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0</a:t>
              </a:r>
            </a:p>
          </p:txBody>
        </p:sp>
      </p:grpSp>
      <p:grpSp>
        <p:nvGrpSpPr>
          <p:cNvPr id="8" name="Group 25">
            <a:extLst>
              <a:ext uri="{FF2B5EF4-FFF2-40B4-BE49-F238E27FC236}">
                <a16:creationId xmlns:a16="http://schemas.microsoft.com/office/drawing/2014/main" id="{8D8F1A04-69F2-127C-B311-A8F05D7AD51D}"/>
              </a:ext>
            </a:extLst>
          </p:cNvPr>
          <p:cNvGrpSpPr>
            <a:grpSpLocks/>
          </p:cNvGrpSpPr>
          <p:nvPr/>
        </p:nvGrpSpPr>
        <p:grpSpPr bwMode="auto">
          <a:xfrm>
            <a:off x="517525" y="3563938"/>
            <a:ext cx="981075" cy="325437"/>
            <a:chOff x="1607" y="3273"/>
            <a:chExt cx="618" cy="205"/>
          </a:xfrm>
        </p:grpSpPr>
        <p:sp>
          <p:nvSpPr>
            <p:cNvPr id="18463" name="Rectangle 26">
              <a:extLst>
                <a:ext uri="{FF2B5EF4-FFF2-40B4-BE49-F238E27FC236}">
                  <a16:creationId xmlns:a16="http://schemas.microsoft.com/office/drawing/2014/main" id="{6D80647D-2615-037D-D67A-8AE522847F07}"/>
                </a:ext>
              </a:extLst>
            </p:cNvPr>
            <p:cNvSpPr>
              <a:spLocks noChangeArrowheads="1"/>
            </p:cNvSpPr>
            <p:nvPr/>
          </p:nvSpPr>
          <p:spPr bwMode="auto">
            <a:xfrm>
              <a:off x="1607" y="3273"/>
              <a:ext cx="618" cy="205"/>
            </a:xfrm>
            <a:prstGeom prst="rect">
              <a:avLst/>
            </a:prstGeom>
            <a:solidFill>
              <a:srgbClr val="43996C"/>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8464" name="Text Box 27">
              <a:extLst>
                <a:ext uri="{FF2B5EF4-FFF2-40B4-BE49-F238E27FC236}">
                  <a16:creationId xmlns:a16="http://schemas.microsoft.com/office/drawing/2014/main" id="{0471F484-619F-B3F7-169F-4E143EDC2CE8}"/>
                </a:ext>
              </a:extLst>
            </p:cNvPr>
            <p:cNvSpPr txBox="1">
              <a:spLocks noChangeArrowheads="1"/>
            </p:cNvSpPr>
            <p:nvPr/>
          </p:nvSpPr>
          <p:spPr bwMode="auto">
            <a:xfrm>
              <a:off x="1689" y="3306"/>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0</a:t>
              </a:r>
            </a:p>
          </p:txBody>
        </p:sp>
      </p:grpSp>
      <p:grpSp>
        <p:nvGrpSpPr>
          <p:cNvPr id="9" name="Group 28">
            <a:extLst>
              <a:ext uri="{FF2B5EF4-FFF2-40B4-BE49-F238E27FC236}">
                <a16:creationId xmlns:a16="http://schemas.microsoft.com/office/drawing/2014/main" id="{BFC35900-D9D6-4D10-65DC-FE5EC987B3DF}"/>
              </a:ext>
            </a:extLst>
          </p:cNvPr>
          <p:cNvGrpSpPr>
            <a:grpSpLocks/>
          </p:cNvGrpSpPr>
          <p:nvPr/>
        </p:nvGrpSpPr>
        <p:grpSpPr bwMode="auto">
          <a:xfrm>
            <a:off x="5368925" y="4181475"/>
            <a:ext cx="981075" cy="325438"/>
            <a:chOff x="1607" y="3273"/>
            <a:chExt cx="618" cy="205"/>
          </a:xfrm>
        </p:grpSpPr>
        <p:sp>
          <p:nvSpPr>
            <p:cNvPr id="18461" name="Rectangle 29">
              <a:extLst>
                <a:ext uri="{FF2B5EF4-FFF2-40B4-BE49-F238E27FC236}">
                  <a16:creationId xmlns:a16="http://schemas.microsoft.com/office/drawing/2014/main" id="{3D0E432D-7633-92EC-7475-1CB0953C5184}"/>
                </a:ext>
              </a:extLst>
            </p:cNvPr>
            <p:cNvSpPr>
              <a:spLocks noChangeArrowheads="1"/>
            </p:cNvSpPr>
            <p:nvPr/>
          </p:nvSpPr>
          <p:spPr bwMode="auto">
            <a:xfrm>
              <a:off x="1607" y="3273"/>
              <a:ext cx="618" cy="205"/>
            </a:xfrm>
            <a:prstGeom prst="rect">
              <a:avLst/>
            </a:prstGeom>
            <a:solidFill>
              <a:srgbClr val="43996C"/>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8462" name="Text Box 30">
              <a:extLst>
                <a:ext uri="{FF2B5EF4-FFF2-40B4-BE49-F238E27FC236}">
                  <a16:creationId xmlns:a16="http://schemas.microsoft.com/office/drawing/2014/main" id="{577A01A1-FABF-C305-6BB5-F203AF3426C9}"/>
                </a:ext>
              </a:extLst>
            </p:cNvPr>
            <p:cNvSpPr txBox="1">
              <a:spLocks noChangeArrowheads="1"/>
            </p:cNvSpPr>
            <p:nvPr/>
          </p:nvSpPr>
          <p:spPr bwMode="auto">
            <a:xfrm>
              <a:off x="1689" y="3306"/>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1</a:t>
              </a:r>
            </a:p>
          </p:txBody>
        </p:sp>
      </p:grpSp>
      <p:grpSp>
        <p:nvGrpSpPr>
          <p:cNvPr id="10" name="Group 31">
            <a:extLst>
              <a:ext uri="{FF2B5EF4-FFF2-40B4-BE49-F238E27FC236}">
                <a16:creationId xmlns:a16="http://schemas.microsoft.com/office/drawing/2014/main" id="{95827944-F9A8-B1A4-D87B-675305ACB5B3}"/>
              </a:ext>
            </a:extLst>
          </p:cNvPr>
          <p:cNvGrpSpPr>
            <a:grpSpLocks/>
          </p:cNvGrpSpPr>
          <p:nvPr/>
        </p:nvGrpSpPr>
        <p:grpSpPr bwMode="auto">
          <a:xfrm>
            <a:off x="4319588" y="1685925"/>
            <a:ext cx="4692650" cy="630238"/>
            <a:chOff x="2721" y="1062"/>
            <a:chExt cx="2956" cy="397"/>
          </a:xfrm>
        </p:grpSpPr>
        <p:sp>
          <p:nvSpPr>
            <p:cNvPr id="18459" name="AutoShape 32">
              <a:extLst>
                <a:ext uri="{FF2B5EF4-FFF2-40B4-BE49-F238E27FC236}">
                  <a16:creationId xmlns:a16="http://schemas.microsoft.com/office/drawing/2014/main" id="{F2A268ED-672F-191E-CA09-08BB920908C3}"/>
                </a:ext>
              </a:extLst>
            </p:cNvPr>
            <p:cNvSpPr>
              <a:spLocks/>
            </p:cNvSpPr>
            <p:nvPr/>
          </p:nvSpPr>
          <p:spPr bwMode="auto">
            <a:xfrm rot="-5400000">
              <a:off x="4086" y="-131"/>
              <a:ext cx="225" cy="2956"/>
            </a:xfrm>
            <a:prstGeom prst="rightBrace">
              <a:avLst>
                <a:gd name="adj1" fmla="val 48415"/>
                <a:gd name="adj2" fmla="val 50000"/>
              </a:avLst>
            </a:prstGeom>
            <a:noFill/>
            <a:ln w="38100">
              <a:solidFill>
                <a:srgbClr val="000000"/>
              </a:solidFill>
              <a:round/>
              <a:headEnd/>
              <a:tailEnd type="none" w="lg" len="med"/>
            </a:ln>
            <a:extLst>
              <a:ext uri="{909E8E84-426E-40DD-AFC4-6F175D3DCCD1}">
                <a14:hiddenFill xmlns:a14="http://schemas.microsoft.com/office/drawing/2010/main">
                  <a:solidFill>
                    <a:srgbClr val="FFFFFF"/>
                  </a:solidFill>
                </a14:hiddenFill>
              </a:ext>
            </a:extLst>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8460" name="Text Box 33">
              <a:extLst>
                <a:ext uri="{FF2B5EF4-FFF2-40B4-BE49-F238E27FC236}">
                  <a16:creationId xmlns:a16="http://schemas.microsoft.com/office/drawing/2014/main" id="{A7380410-1ACC-8BFE-E98C-19E3C2836239}"/>
                </a:ext>
              </a:extLst>
            </p:cNvPr>
            <p:cNvSpPr txBox="1">
              <a:spLocks noChangeArrowheads="1"/>
            </p:cNvSpPr>
            <p:nvPr/>
          </p:nvSpPr>
          <p:spPr bwMode="auto">
            <a:xfrm>
              <a:off x="3937" y="1062"/>
              <a:ext cx="44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l"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400" b="1" i="0" u="none" strike="noStrike" kern="1200" cap="none" spc="0" normalizeH="0" baseline="0" noProof="0">
                  <a:ln>
                    <a:noFill/>
                  </a:ln>
                  <a:solidFill>
                    <a:srgbClr val="000610"/>
                  </a:solidFill>
                  <a:effectLst/>
                  <a:uLnTx/>
                  <a:uFillTx/>
                  <a:latin typeface="Verdana" panose="020B0604030504040204" pitchFamily="34" charset="0"/>
                  <a:ea typeface="+mn-ea"/>
                  <a:cs typeface="Arial" panose="020B0604020202020204" pitchFamily="34" charset="0"/>
                </a:rPr>
                <a:t>RAID 0</a:t>
              </a:r>
            </a:p>
          </p:txBody>
        </p:sp>
      </p:grpSp>
      <p:grpSp>
        <p:nvGrpSpPr>
          <p:cNvPr id="11" name="Group 34">
            <a:extLst>
              <a:ext uri="{FF2B5EF4-FFF2-40B4-BE49-F238E27FC236}">
                <a16:creationId xmlns:a16="http://schemas.microsoft.com/office/drawing/2014/main" id="{3F5E7EB7-284A-2A54-E3C9-32457FFEFB75}"/>
              </a:ext>
            </a:extLst>
          </p:cNvPr>
          <p:cNvGrpSpPr>
            <a:grpSpLocks/>
          </p:cNvGrpSpPr>
          <p:nvPr/>
        </p:nvGrpSpPr>
        <p:grpSpPr bwMode="auto">
          <a:xfrm>
            <a:off x="517525" y="3560763"/>
            <a:ext cx="981075" cy="325437"/>
            <a:chOff x="1607" y="3273"/>
            <a:chExt cx="618" cy="205"/>
          </a:xfrm>
        </p:grpSpPr>
        <p:sp>
          <p:nvSpPr>
            <p:cNvPr id="18457" name="Rectangle 35">
              <a:extLst>
                <a:ext uri="{FF2B5EF4-FFF2-40B4-BE49-F238E27FC236}">
                  <a16:creationId xmlns:a16="http://schemas.microsoft.com/office/drawing/2014/main" id="{FD1525BA-8BEC-33F3-CA58-51083453AD5F}"/>
                </a:ext>
              </a:extLst>
            </p:cNvPr>
            <p:cNvSpPr>
              <a:spLocks noChangeArrowheads="1"/>
            </p:cNvSpPr>
            <p:nvPr/>
          </p:nvSpPr>
          <p:spPr bwMode="auto">
            <a:xfrm>
              <a:off x="1607" y="3273"/>
              <a:ext cx="618" cy="205"/>
            </a:xfrm>
            <a:prstGeom prst="rect">
              <a:avLst/>
            </a:prstGeom>
            <a:solidFill>
              <a:srgbClr val="E46620"/>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8458" name="Text Box 36">
              <a:extLst>
                <a:ext uri="{FF2B5EF4-FFF2-40B4-BE49-F238E27FC236}">
                  <a16:creationId xmlns:a16="http://schemas.microsoft.com/office/drawing/2014/main" id="{4102E1C4-A18D-672F-2F02-938BD5DB3E50}"/>
                </a:ext>
              </a:extLst>
            </p:cNvPr>
            <p:cNvSpPr txBox="1">
              <a:spLocks noChangeArrowheads="1"/>
            </p:cNvSpPr>
            <p:nvPr/>
          </p:nvSpPr>
          <p:spPr bwMode="auto">
            <a:xfrm>
              <a:off x="1689" y="3306"/>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2</a:t>
              </a:r>
            </a:p>
          </p:txBody>
        </p:sp>
      </p:grpSp>
      <p:grpSp>
        <p:nvGrpSpPr>
          <p:cNvPr id="12" name="Group 37">
            <a:extLst>
              <a:ext uri="{FF2B5EF4-FFF2-40B4-BE49-F238E27FC236}">
                <a16:creationId xmlns:a16="http://schemas.microsoft.com/office/drawing/2014/main" id="{4917BA44-5EAF-2394-B15C-D1F64FCEB080}"/>
              </a:ext>
            </a:extLst>
          </p:cNvPr>
          <p:cNvGrpSpPr>
            <a:grpSpLocks/>
          </p:cNvGrpSpPr>
          <p:nvPr/>
        </p:nvGrpSpPr>
        <p:grpSpPr bwMode="auto">
          <a:xfrm>
            <a:off x="517525" y="3560763"/>
            <a:ext cx="981075" cy="325437"/>
            <a:chOff x="1607" y="3273"/>
            <a:chExt cx="618" cy="205"/>
          </a:xfrm>
        </p:grpSpPr>
        <p:sp>
          <p:nvSpPr>
            <p:cNvPr id="18455" name="Rectangle 38">
              <a:extLst>
                <a:ext uri="{FF2B5EF4-FFF2-40B4-BE49-F238E27FC236}">
                  <a16:creationId xmlns:a16="http://schemas.microsoft.com/office/drawing/2014/main" id="{22E90931-72C9-CED5-A4EC-FB08BA9AA95D}"/>
                </a:ext>
              </a:extLst>
            </p:cNvPr>
            <p:cNvSpPr>
              <a:spLocks noChangeArrowheads="1"/>
            </p:cNvSpPr>
            <p:nvPr/>
          </p:nvSpPr>
          <p:spPr bwMode="auto">
            <a:xfrm>
              <a:off x="1607" y="3273"/>
              <a:ext cx="618" cy="205"/>
            </a:xfrm>
            <a:prstGeom prst="rect">
              <a:avLst/>
            </a:prstGeom>
            <a:solidFill>
              <a:srgbClr val="E46620"/>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8456" name="Text Box 39">
              <a:extLst>
                <a:ext uri="{FF2B5EF4-FFF2-40B4-BE49-F238E27FC236}">
                  <a16:creationId xmlns:a16="http://schemas.microsoft.com/office/drawing/2014/main" id="{2B9A2325-FB8E-8EC9-C29A-E2BDDBD4D90F}"/>
                </a:ext>
              </a:extLst>
            </p:cNvPr>
            <p:cNvSpPr txBox="1">
              <a:spLocks noChangeArrowheads="1"/>
            </p:cNvSpPr>
            <p:nvPr/>
          </p:nvSpPr>
          <p:spPr bwMode="auto">
            <a:xfrm>
              <a:off x="1689" y="3306"/>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2</a:t>
              </a:r>
            </a:p>
          </p:txBody>
        </p:sp>
      </p:grpSp>
      <p:pic>
        <p:nvPicPr>
          <p:cNvPr id="18448" name="Picture 47" descr="strippeddisk">
            <a:extLst>
              <a:ext uri="{FF2B5EF4-FFF2-40B4-BE49-F238E27FC236}">
                <a16:creationId xmlns:a16="http://schemas.microsoft.com/office/drawing/2014/main" id="{01529415-FE65-F326-8515-3A9C874571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25146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49" name="Picture 48" descr="strippeddisk">
            <a:extLst>
              <a:ext uri="{FF2B5EF4-FFF2-40B4-BE49-F238E27FC236}">
                <a16:creationId xmlns:a16="http://schemas.microsoft.com/office/drawing/2014/main" id="{F3D538F7-06CC-0E95-912B-FA774DF203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25146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50" name="Picture 49" descr="strippeddisk">
            <a:extLst>
              <a:ext uri="{FF2B5EF4-FFF2-40B4-BE49-F238E27FC236}">
                <a16:creationId xmlns:a16="http://schemas.microsoft.com/office/drawing/2014/main" id="{DC567ABF-804E-71AC-1539-B26FB962BB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43434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51" name="Picture 50" descr="strippeddisk">
            <a:extLst>
              <a:ext uri="{FF2B5EF4-FFF2-40B4-BE49-F238E27FC236}">
                <a16:creationId xmlns:a16="http://schemas.microsoft.com/office/drawing/2014/main" id="{A7736B51-05DE-DD7E-94F6-CEBAD2F261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43434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8452" name="Group 6">
            <a:extLst>
              <a:ext uri="{FF2B5EF4-FFF2-40B4-BE49-F238E27FC236}">
                <a16:creationId xmlns:a16="http://schemas.microsoft.com/office/drawing/2014/main" id="{A38D2760-902A-ABFB-F08D-0345A519478A}"/>
              </a:ext>
            </a:extLst>
          </p:cNvPr>
          <p:cNvGrpSpPr>
            <a:grpSpLocks/>
          </p:cNvGrpSpPr>
          <p:nvPr/>
        </p:nvGrpSpPr>
        <p:grpSpPr bwMode="auto">
          <a:xfrm>
            <a:off x="2265363" y="3371850"/>
            <a:ext cx="1358900" cy="720725"/>
            <a:chOff x="1471" y="2124"/>
            <a:chExt cx="856" cy="454"/>
          </a:xfrm>
        </p:grpSpPr>
        <p:sp>
          <p:nvSpPr>
            <p:cNvPr id="18453" name="Rectangle 7">
              <a:extLst>
                <a:ext uri="{FF2B5EF4-FFF2-40B4-BE49-F238E27FC236}">
                  <a16:creationId xmlns:a16="http://schemas.microsoft.com/office/drawing/2014/main" id="{A44DB914-E53B-1035-21DF-D7B2117386A8}"/>
                </a:ext>
              </a:extLst>
            </p:cNvPr>
            <p:cNvSpPr>
              <a:spLocks noChangeArrowheads="1"/>
            </p:cNvSpPr>
            <p:nvPr/>
          </p:nvSpPr>
          <p:spPr bwMode="auto">
            <a:xfrm>
              <a:off x="1471" y="2124"/>
              <a:ext cx="856" cy="454"/>
            </a:xfrm>
            <a:prstGeom prst="rect">
              <a:avLst/>
            </a:prstGeom>
            <a:gradFill rotWithShape="1">
              <a:gsLst>
                <a:gs pos="0">
                  <a:srgbClr val="86BAB5"/>
                </a:gs>
                <a:gs pos="100000">
                  <a:srgbClr val="5B7E7B"/>
                </a:gs>
              </a:gsLst>
              <a:lin ang="2700000" scaled="1"/>
            </a:gradFill>
            <a:ln w="12700" algn="ctr">
              <a:solidFill>
                <a:srgbClr val="88B8B6"/>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8454" name="Text Box 8">
              <a:extLst>
                <a:ext uri="{FF2B5EF4-FFF2-40B4-BE49-F238E27FC236}">
                  <a16:creationId xmlns:a16="http://schemas.microsoft.com/office/drawing/2014/main" id="{D3CAAF83-3510-6AAC-EE12-19B11EB6BE21}"/>
                </a:ext>
              </a:extLst>
            </p:cNvPr>
            <p:cNvSpPr txBox="1">
              <a:spLocks noChangeArrowheads="1"/>
            </p:cNvSpPr>
            <p:nvPr/>
          </p:nvSpPr>
          <p:spPr bwMode="auto">
            <a:xfrm>
              <a:off x="1593" y="2212"/>
              <a:ext cx="612" cy="278"/>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RAID</a:t>
              </a:r>
              <a:b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b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Controller</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0" presetClass="path" presetSubtype="0" accel="50000" decel="50000" fill="hold" nodeType="clickEffect">
                                  <p:stCondLst>
                                    <p:cond delay="0"/>
                                  </p:stCondLst>
                                  <p:childTnLst>
                                    <p:animMotion origin="layout" path="M -0.00034 0.00116 L 0.33247 0.00116 L 0.33247 -0.17534 L 0.53039 -0.17534 " pathEditMode="relative" rAng="0" ptsTypes="AAAA">
                                      <p:cBhvr>
                                        <p:cTn id="6" dur="2000" fill="hold"/>
                                        <p:tgtEl>
                                          <p:spTgt spid="8"/>
                                        </p:tgtEl>
                                        <p:attrNameLst>
                                          <p:attrName>ppt_x</p:attrName>
                                          <p:attrName>ppt_y</p:attrName>
                                        </p:attrNameLst>
                                      </p:cBhvr>
                                      <p:rCtr x="26528" y="-8836"/>
                                    </p:animMotion>
                                  </p:childTnLst>
                                </p:cTn>
                              </p:par>
                              <p:par>
                                <p:cTn id="7" presetID="10"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animEffect transition="in" filter="fade">
                                      <p:cBhvr>
                                        <p:cTn id="9" dur="1000"/>
                                        <p:tgtEl>
                                          <p:spTgt spid="7"/>
                                        </p:tgtEl>
                                      </p:cBhvr>
                                    </p:animEffect>
                                  </p:childTnLst>
                                </p:cTn>
                              </p:par>
                              <p:par>
                                <p:cTn id="10" presetID="0" presetClass="path" presetSubtype="0" accel="50000" decel="50000" fill="hold" nodeType="withEffect">
                                  <p:stCondLst>
                                    <p:cond delay="0"/>
                                  </p:stCondLst>
                                  <p:childTnLst>
                                    <p:animMotion origin="layout" path="M -0.00034 -0.00023 L 0.33247 -0.00023 L 0.33247 0.08998 L 0.53039 0.08998 " pathEditMode="relative" rAng="0" ptsTypes="AAAA">
                                      <p:cBhvr>
                                        <p:cTn id="11" dur="2100" fill="hold"/>
                                        <p:tgtEl>
                                          <p:spTgt spid="7"/>
                                        </p:tgtEl>
                                        <p:attrNameLst>
                                          <p:attrName>ppt_x</p:attrName>
                                          <p:attrName>ppt_y</p:attrName>
                                        </p:attrNameLst>
                                      </p:cBhvr>
                                      <p:rCtr x="26528" y="4511"/>
                                    </p:animMotion>
                                  </p:childTnLst>
                                </p:cTn>
                              </p:par>
                            </p:childTnLst>
                          </p:cTn>
                        </p:par>
                      </p:childTnLst>
                    </p:cTn>
                  </p:par>
                  <p:par>
                    <p:cTn id="12" fill="hold" nodeType="clickPar">
                      <p:stCondLst>
                        <p:cond delay="indefinite"/>
                      </p:stCondLst>
                      <p:childTnLst>
                        <p:par>
                          <p:cTn id="13" fill="hold" nodeType="withGroup">
                            <p:stCondLst>
                              <p:cond delay="0"/>
                            </p:stCondLst>
                            <p:childTnLst>
                              <p:par>
                                <p:cTn id="14" presetID="53"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p:cTn id="16" dur="1000" fill="hold"/>
                                        <p:tgtEl>
                                          <p:spTgt spid="6"/>
                                        </p:tgtEl>
                                        <p:attrNameLst>
                                          <p:attrName>ppt_w</p:attrName>
                                        </p:attrNameLst>
                                      </p:cBhvr>
                                      <p:tavLst>
                                        <p:tav tm="0">
                                          <p:val>
                                            <p:fltVal val="0"/>
                                          </p:val>
                                        </p:tav>
                                        <p:tav tm="100000">
                                          <p:val>
                                            <p:strVal val="#ppt_w"/>
                                          </p:val>
                                        </p:tav>
                                      </p:tavLst>
                                    </p:anim>
                                    <p:anim calcmode="lin" valueType="num">
                                      <p:cBhvr>
                                        <p:cTn id="17" dur="1000" fill="hold"/>
                                        <p:tgtEl>
                                          <p:spTgt spid="6"/>
                                        </p:tgtEl>
                                        <p:attrNameLst>
                                          <p:attrName>ppt_h</p:attrName>
                                        </p:attrNameLst>
                                      </p:cBhvr>
                                      <p:tavLst>
                                        <p:tav tm="0">
                                          <p:val>
                                            <p:fltVal val="0"/>
                                          </p:val>
                                        </p:tav>
                                        <p:tav tm="100000">
                                          <p:val>
                                            <p:strVal val="#ppt_h"/>
                                          </p:val>
                                        </p:tav>
                                      </p:tavLst>
                                    </p:anim>
                                    <p:animEffect transition="in" filter="fade">
                                      <p:cBhvr>
                                        <p:cTn id="18" dur="1000"/>
                                        <p:tgtEl>
                                          <p:spTgt spid="6"/>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1000"/>
                                        <p:tgtEl>
                                          <p:spTgt spid="9"/>
                                        </p:tgtEl>
                                      </p:cBhvr>
                                    </p:animEffect>
                                  </p:childTnLst>
                                </p:cTn>
                              </p:par>
                              <p:par>
                                <p:cTn id="24" presetID="10" presetClass="entr" presetSubtype="0" fill="hold" nodeType="with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1000"/>
                                        <p:tgtEl>
                                          <p:spTgt spid="5"/>
                                        </p:tgtEl>
                                      </p:cBhvr>
                                    </p:animEffect>
                                  </p:childTnLst>
                                </p:cTn>
                              </p:par>
                              <p:par>
                                <p:cTn id="27" presetID="63" presetClass="path" presetSubtype="0" accel="50000" decel="50000" fill="hold" nodeType="withEffect">
                                  <p:stCondLst>
                                    <p:cond delay="0"/>
                                  </p:stCondLst>
                                  <p:childTnLst>
                                    <p:animMotion origin="layout" path="M -0.00017 3.33333E-6 L 0.27743 3.33333E-6 " pathEditMode="relative" rAng="0" ptsTypes="AA">
                                      <p:cBhvr>
                                        <p:cTn id="28" dur="1500" fill="hold"/>
                                        <p:tgtEl>
                                          <p:spTgt spid="5"/>
                                        </p:tgtEl>
                                        <p:attrNameLst>
                                          <p:attrName>ppt_x</p:attrName>
                                          <p:attrName>ppt_y</p:attrName>
                                        </p:attrNameLst>
                                      </p:cBhvr>
                                      <p:rCtr x="13872" y="0"/>
                                    </p:animMotion>
                                  </p:childTnLst>
                                </p:cTn>
                              </p:par>
                              <p:par>
                                <p:cTn id="29" presetID="63" presetClass="path" presetSubtype="0" accel="50000" decel="50000" fill="hold" nodeType="withEffect">
                                  <p:stCondLst>
                                    <p:cond delay="0"/>
                                  </p:stCondLst>
                                  <p:childTnLst>
                                    <p:animMotion origin="layout" path="M -0.00017 -3.33333E-6 L 0.27743 -0.00069 " pathEditMode="relative" rAng="0" ptsTypes="AA">
                                      <p:cBhvr>
                                        <p:cTn id="30" dur="1500" fill="hold"/>
                                        <p:tgtEl>
                                          <p:spTgt spid="9"/>
                                        </p:tgtEl>
                                        <p:attrNameLst>
                                          <p:attrName>ppt_x</p:attrName>
                                          <p:attrName>ppt_y</p:attrName>
                                        </p:attrNameLst>
                                      </p:cBhvr>
                                      <p:rCtr x="13872" y="-46"/>
                                    </p:animMotion>
                                  </p:childTnLst>
                                </p:cTn>
                              </p:par>
                            </p:childTnLst>
                          </p:cTn>
                        </p:par>
                      </p:childTnLst>
                    </p:cTn>
                  </p:par>
                  <p:par>
                    <p:cTn id="31" fill="hold" nodeType="clickPar">
                      <p:stCondLst>
                        <p:cond delay="indefinite"/>
                      </p:stCondLst>
                      <p:childTnLst>
                        <p:par>
                          <p:cTn id="32" fill="hold" nodeType="withGroup">
                            <p:stCondLst>
                              <p:cond delay="0"/>
                            </p:stCondLst>
                            <p:childTnLst>
                              <p:par>
                                <p:cTn id="33" presetID="53" presetClass="entr" presetSubtype="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p:cTn id="35" dur="1000" fill="hold"/>
                                        <p:tgtEl>
                                          <p:spTgt spid="10"/>
                                        </p:tgtEl>
                                        <p:attrNameLst>
                                          <p:attrName>ppt_w</p:attrName>
                                        </p:attrNameLst>
                                      </p:cBhvr>
                                      <p:tavLst>
                                        <p:tav tm="0">
                                          <p:val>
                                            <p:fltVal val="0"/>
                                          </p:val>
                                        </p:tav>
                                        <p:tav tm="100000">
                                          <p:val>
                                            <p:strVal val="#ppt_w"/>
                                          </p:val>
                                        </p:tav>
                                      </p:tavLst>
                                    </p:anim>
                                    <p:anim calcmode="lin" valueType="num">
                                      <p:cBhvr>
                                        <p:cTn id="36" dur="1000" fill="hold"/>
                                        <p:tgtEl>
                                          <p:spTgt spid="10"/>
                                        </p:tgtEl>
                                        <p:attrNameLst>
                                          <p:attrName>ppt_h</p:attrName>
                                        </p:attrNameLst>
                                      </p:cBhvr>
                                      <p:tavLst>
                                        <p:tav tm="0">
                                          <p:val>
                                            <p:fltVal val="0"/>
                                          </p:val>
                                        </p:tav>
                                        <p:tav tm="100000">
                                          <p:val>
                                            <p:strVal val="#ppt_h"/>
                                          </p:val>
                                        </p:tav>
                                      </p:tavLst>
                                    </p:anim>
                                    <p:animEffect transition="in" filter="fade">
                                      <p:cBhvr>
                                        <p:cTn id="37" dur="1000"/>
                                        <p:tgtEl>
                                          <p:spTgt spid="1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nodeType="clickEffect">
                                  <p:stCondLst>
                                    <p:cond delay="0"/>
                                  </p:stCondLst>
                                  <p:childTnLst>
                                    <p:set>
                                      <p:cBhvr>
                                        <p:cTn id="41" dur="1" fill="hold">
                                          <p:stCondLst>
                                            <p:cond delay="0"/>
                                          </p:stCondLst>
                                        </p:cTn>
                                        <p:tgtEl>
                                          <p:spTgt spid="12"/>
                                        </p:tgtEl>
                                        <p:attrNameLst>
                                          <p:attrName>style.visibility</p:attrName>
                                        </p:attrNameLst>
                                      </p:cBhvr>
                                      <p:to>
                                        <p:strVal val="visible"/>
                                      </p:to>
                                    </p:set>
                                  </p:childTnLst>
                                </p:cTn>
                              </p:par>
                              <p:par>
                                <p:cTn id="42" presetID="10" presetClass="entr" presetSubtype="0" fill="hold" nodeType="with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1000"/>
                                        <p:tgtEl>
                                          <p:spTgt spid="11"/>
                                        </p:tgtEl>
                                      </p:cBhvr>
                                    </p:animEffect>
                                  </p:childTnLst>
                                </p:cTn>
                              </p:par>
                              <p:par>
                                <p:cTn id="45" presetID="0" presetClass="path" presetSubtype="0" accel="50000" decel="50000" fill="hold" nodeType="withEffect">
                                  <p:stCondLst>
                                    <p:cond delay="0"/>
                                  </p:stCondLst>
                                  <p:childTnLst>
                                    <p:animMotion origin="layout" path="M -3.05556E-6 0.00162 L 0.33264 0.00162 L 0.33264 0.15706 L 0.53108 0.15706 " pathEditMode="relative" rAng="0" ptsTypes="AAAA">
                                      <p:cBhvr>
                                        <p:cTn id="46" dur="2000" fill="hold"/>
                                        <p:tgtEl>
                                          <p:spTgt spid="11"/>
                                        </p:tgtEl>
                                        <p:attrNameLst>
                                          <p:attrName>ppt_x</p:attrName>
                                          <p:attrName>ppt_y</p:attrName>
                                        </p:attrNameLst>
                                      </p:cBhvr>
                                      <p:rCtr x="26545" y="7772"/>
                                    </p:animMotion>
                                  </p:childTnLst>
                                </p:cTn>
                              </p:par>
                              <p:par>
                                <p:cTn id="47" presetID="0" presetClass="path" presetSubtype="0" accel="50000" decel="50000" fill="hold" nodeType="withEffect">
                                  <p:stCondLst>
                                    <p:cond delay="0"/>
                                  </p:stCondLst>
                                  <p:childTnLst>
                                    <p:animMotion origin="layout" path="M -3.05556E-6 0.00162 L 0.33264 0.00162 L 0.33264 -0.10942 L 0.53108 -0.10942 " pathEditMode="relative" rAng="0" ptsTypes="AAAA">
                                      <p:cBhvr>
                                        <p:cTn id="48" dur="2000" fill="hold"/>
                                        <p:tgtEl>
                                          <p:spTgt spid="12"/>
                                        </p:tgtEl>
                                        <p:attrNameLst>
                                          <p:attrName>ppt_x</p:attrName>
                                          <p:attrName>ppt_y</p:attrName>
                                        </p:attrNameLst>
                                      </p:cBhvr>
                                      <p:rCtr x="26545" y="-5552"/>
                                    </p:animMotion>
                                  </p:childTnLst>
                                </p:cTn>
                              </p:par>
                            </p:childTnLst>
                          </p:cTn>
                        </p:par>
                        <p:par>
                          <p:cTn id="49" fill="hold" nodeType="afterGroup">
                            <p:stCondLst>
                              <p:cond delay="2000"/>
                            </p:stCondLst>
                            <p:childTnLst>
                              <p:par>
                                <p:cTn id="50" presetID="10" presetClass="entr" presetSubtype="0" fill="hold" nodeType="afterEffect">
                                  <p:stCondLst>
                                    <p:cond delay="0"/>
                                  </p:stCondLst>
                                  <p:childTnLst>
                                    <p:set>
                                      <p:cBhvr>
                                        <p:cTn id="51" dur="1" fill="hold">
                                          <p:stCondLst>
                                            <p:cond delay="0"/>
                                          </p:stCondLst>
                                        </p:cTn>
                                        <p:tgtEl>
                                          <p:spTgt spid="3"/>
                                        </p:tgtEl>
                                        <p:attrNameLst>
                                          <p:attrName>style.visibility</p:attrName>
                                        </p:attrNameLst>
                                      </p:cBhvr>
                                      <p:to>
                                        <p:strVal val="visible"/>
                                      </p:to>
                                    </p:set>
                                    <p:animEffect transition="in" filter="fade">
                                      <p:cBhvr>
                                        <p:cTn id="52" dur="1000"/>
                                        <p:tgtEl>
                                          <p:spTgt spid="3"/>
                                        </p:tgtEl>
                                      </p:cBhvr>
                                    </p:animEffect>
                                  </p:childTnLst>
                                </p:cTn>
                              </p:par>
                              <p:par>
                                <p:cTn id="53" presetID="10" presetClass="entr" presetSubtype="0" fill="hold" nodeType="withEffect">
                                  <p:stCondLst>
                                    <p:cond delay="0"/>
                                  </p:stCondLst>
                                  <p:childTnLst>
                                    <p:set>
                                      <p:cBhvr>
                                        <p:cTn id="54" dur="1" fill="hold">
                                          <p:stCondLst>
                                            <p:cond delay="0"/>
                                          </p:stCondLst>
                                        </p:cTn>
                                        <p:tgtEl>
                                          <p:spTgt spid="4"/>
                                        </p:tgtEl>
                                        <p:attrNameLst>
                                          <p:attrName>style.visibility</p:attrName>
                                        </p:attrNameLst>
                                      </p:cBhvr>
                                      <p:to>
                                        <p:strVal val="visible"/>
                                      </p:to>
                                    </p:set>
                                    <p:animEffect transition="in" filter="fade">
                                      <p:cBhvr>
                                        <p:cTn id="55" dur="1000"/>
                                        <p:tgtEl>
                                          <p:spTgt spid="4"/>
                                        </p:tgtEl>
                                      </p:cBhvr>
                                    </p:animEffect>
                                  </p:childTnLst>
                                </p:cTn>
                              </p:par>
                              <p:par>
                                <p:cTn id="56" presetID="63" presetClass="path" presetSubtype="0" accel="50000" decel="50000" fill="hold" nodeType="withEffect">
                                  <p:stCondLst>
                                    <p:cond delay="0"/>
                                  </p:stCondLst>
                                  <p:childTnLst>
                                    <p:animMotion origin="layout" path="M 0.00052 -0.00046 L 0.27708 -0.00046 " pathEditMode="relative" rAng="0" ptsTypes="AA">
                                      <p:cBhvr>
                                        <p:cTn id="57" dur="1500" fill="hold"/>
                                        <p:tgtEl>
                                          <p:spTgt spid="3"/>
                                        </p:tgtEl>
                                        <p:attrNameLst>
                                          <p:attrName>ppt_x</p:attrName>
                                          <p:attrName>ppt_y</p:attrName>
                                        </p:attrNameLst>
                                      </p:cBhvr>
                                      <p:rCtr x="13819" y="0"/>
                                    </p:animMotion>
                                  </p:childTnLst>
                                </p:cTn>
                              </p:par>
                              <p:par>
                                <p:cTn id="58" presetID="63" presetClass="path" presetSubtype="0" accel="50000" decel="50000" fill="hold" nodeType="withEffect">
                                  <p:stCondLst>
                                    <p:cond delay="0"/>
                                  </p:stCondLst>
                                  <p:childTnLst>
                                    <p:animMotion origin="layout" path="M 0.00052 0.00023 L 0.27708 0.00023 " pathEditMode="relative" rAng="0" ptsTypes="AA">
                                      <p:cBhvr>
                                        <p:cTn id="59" dur="1500" fill="hold"/>
                                        <p:tgtEl>
                                          <p:spTgt spid="4"/>
                                        </p:tgtEl>
                                        <p:attrNameLst>
                                          <p:attrName>ppt_x</p:attrName>
                                          <p:attrName>ppt_y</p:attrName>
                                        </p:attrNameLst>
                                      </p:cBhvr>
                                      <p:rCtr x="1381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reeform 3">
            <a:extLst>
              <a:ext uri="{FF2B5EF4-FFF2-40B4-BE49-F238E27FC236}">
                <a16:creationId xmlns:a16="http://schemas.microsoft.com/office/drawing/2014/main" id="{5EDE0E9E-80A6-92D5-DEBB-278178FB4D34}"/>
              </a:ext>
            </a:extLst>
          </p:cNvPr>
          <p:cNvSpPr>
            <a:spLocks/>
          </p:cNvSpPr>
          <p:nvPr/>
        </p:nvSpPr>
        <p:spPr bwMode="auto">
          <a:xfrm>
            <a:off x="4052888" y="2741613"/>
            <a:ext cx="3489325" cy="1825625"/>
          </a:xfrm>
          <a:custGeom>
            <a:avLst/>
            <a:gdLst>
              <a:gd name="T0" fmla="*/ 2147483647 w 404"/>
              <a:gd name="T1" fmla="*/ 0 h 2488"/>
              <a:gd name="T2" fmla="*/ 0 w 404"/>
              <a:gd name="T3" fmla="*/ 0 h 2488"/>
              <a:gd name="T4" fmla="*/ 0 w 404"/>
              <a:gd name="T5" fmla="*/ 2147483647 h 2488"/>
              <a:gd name="T6" fmla="*/ 2147483647 w 404"/>
              <a:gd name="T7" fmla="*/ 2147483647 h 2488"/>
              <a:gd name="T8" fmla="*/ 0 60000 65536"/>
              <a:gd name="T9" fmla="*/ 0 60000 65536"/>
              <a:gd name="T10" fmla="*/ 0 60000 65536"/>
              <a:gd name="T11" fmla="*/ 0 60000 65536"/>
              <a:gd name="T12" fmla="*/ 0 w 404"/>
              <a:gd name="T13" fmla="*/ 0 h 2488"/>
              <a:gd name="T14" fmla="*/ 404 w 404"/>
              <a:gd name="T15" fmla="*/ 2488 h 2488"/>
            </a:gdLst>
            <a:ahLst/>
            <a:cxnLst>
              <a:cxn ang="T8">
                <a:pos x="T0" y="T1"/>
              </a:cxn>
              <a:cxn ang="T9">
                <a:pos x="T2" y="T3"/>
              </a:cxn>
              <a:cxn ang="T10">
                <a:pos x="T4" y="T5"/>
              </a:cxn>
              <a:cxn ang="T11">
                <a:pos x="T6" y="T7"/>
              </a:cxn>
            </a:cxnLst>
            <a:rect l="T12" t="T13" r="T14" b="T15"/>
            <a:pathLst>
              <a:path w="404" h="2488">
                <a:moveTo>
                  <a:pt x="380" y="0"/>
                </a:moveTo>
                <a:lnTo>
                  <a:pt x="0" y="0"/>
                </a:lnTo>
                <a:lnTo>
                  <a:pt x="0" y="2488"/>
                </a:lnTo>
                <a:lnTo>
                  <a:pt x="404" y="2488"/>
                </a:lnTo>
              </a:path>
            </a:pathLst>
          </a:custGeom>
          <a:noFill/>
          <a:ln w="12700" cap="flat" cmpd="sng">
            <a:solidFill>
              <a:srgbClr val="000000"/>
            </a:solidFill>
            <a:prstDash val="solid"/>
            <a:round/>
            <a:headEnd type="none" w="med" len="lg"/>
            <a:tailEnd type="none" w="med" len="lg"/>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pic>
        <p:nvPicPr>
          <p:cNvPr id="19459" name="Picture 54" descr="strippeddisk">
            <a:extLst>
              <a:ext uri="{FF2B5EF4-FFF2-40B4-BE49-F238E27FC236}">
                <a16:creationId xmlns:a16="http://schemas.microsoft.com/office/drawing/2014/main" id="{32F1A961-A59E-56D4-EF4F-20ED9794E5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25146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0" name="Line 4">
            <a:extLst>
              <a:ext uri="{FF2B5EF4-FFF2-40B4-BE49-F238E27FC236}">
                <a16:creationId xmlns:a16="http://schemas.microsoft.com/office/drawing/2014/main" id="{86FA283F-0E5D-8D3A-82F3-679C05975D79}"/>
              </a:ext>
            </a:extLst>
          </p:cNvPr>
          <p:cNvSpPr>
            <a:spLocks noChangeShapeType="1"/>
          </p:cNvSpPr>
          <p:nvPr/>
        </p:nvSpPr>
        <p:spPr bwMode="auto">
          <a:xfrm>
            <a:off x="1128713" y="3732213"/>
            <a:ext cx="2914650" cy="0"/>
          </a:xfrm>
          <a:prstGeom prst="line">
            <a:avLst/>
          </a:prstGeom>
          <a:noFill/>
          <a:ln w="12700">
            <a:solidFill>
              <a:srgbClr val="000000"/>
            </a:solidFill>
            <a:round/>
            <a:headEnd type="none" w="med" len="lg"/>
            <a:tailEnd type="none" w="med" len="lg"/>
          </a:ln>
          <a:extLst>
            <a:ext uri="{909E8E84-426E-40DD-AFC4-6F175D3DCCD1}">
              <a14:hiddenFill xmlns:a14="http://schemas.microsoft.com/office/drawing/2010/main">
                <a:noFill/>
              </a14:hiddenFill>
            </a:ext>
          </a:extLst>
        </p:spPr>
        <p:txBody>
          <a:bodyPr lIns="0" tIns="0" rIns="0" bIns="0" anchor="ctr">
            <a:spAutoFit/>
          </a:body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grpSp>
        <p:nvGrpSpPr>
          <p:cNvPr id="19461" name="Group 51">
            <a:extLst>
              <a:ext uri="{FF2B5EF4-FFF2-40B4-BE49-F238E27FC236}">
                <a16:creationId xmlns:a16="http://schemas.microsoft.com/office/drawing/2014/main" id="{A5B98A0E-B6CC-9014-883D-4203727E61B2}"/>
              </a:ext>
            </a:extLst>
          </p:cNvPr>
          <p:cNvGrpSpPr>
            <a:grpSpLocks/>
          </p:cNvGrpSpPr>
          <p:nvPr/>
        </p:nvGrpSpPr>
        <p:grpSpPr bwMode="auto">
          <a:xfrm>
            <a:off x="533400" y="2819400"/>
            <a:ext cx="1228725" cy="2133600"/>
            <a:chOff x="336" y="1776"/>
            <a:chExt cx="774" cy="1344"/>
          </a:xfrm>
        </p:grpSpPr>
        <p:pic>
          <p:nvPicPr>
            <p:cNvPr id="19506" name="Picture 52" descr="host12">
              <a:extLst>
                <a:ext uri="{FF2B5EF4-FFF2-40B4-BE49-F238E27FC236}">
                  <a16:creationId xmlns:a16="http://schemas.microsoft.com/office/drawing/2014/main" id="{7254FFE0-B76D-2688-D956-2E1775A1CA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 y="1776"/>
              <a:ext cx="774" cy="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507" name="Text Box 53">
              <a:extLst>
                <a:ext uri="{FF2B5EF4-FFF2-40B4-BE49-F238E27FC236}">
                  <a16:creationId xmlns:a16="http://schemas.microsoft.com/office/drawing/2014/main" id="{201B3BAD-707B-CC97-2CB4-73CEFD9C6C2C}"/>
                </a:ext>
              </a:extLst>
            </p:cNvPr>
            <p:cNvSpPr txBox="1">
              <a:spLocks noChangeArrowheads="1"/>
            </p:cNvSpPr>
            <p:nvPr/>
          </p:nvSpPr>
          <p:spPr bwMode="auto">
            <a:xfrm>
              <a:off x="672" y="2986"/>
              <a:ext cx="28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ctr"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400" b="1" i="0" u="none" strike="noStrike" kern="1200" cap="none" spc="0" normalizeH="0" baseline="0" noProof="0">
                  <a:ln>
                    <a:noFill/>
                  </a:ln>
                  <a:solidFill>
                    <a:srgbClr val="000610"/>
                  </a:solidFill>
                  <a:effectLst/>
                  <a:uLnTx/>
                  <a:uFillTx/>
                  <a:latin typeface="Verdana" panose="020B0604030504040204" pitchFamily="34" charset="0"/>
                  <a:ea typeface="+mn-ea"/>
                  <a:cs typeface="Arial" panose="020B0604020202020204" pitchFamily="34" charset="0"/>
                </a:rPr>
                <a:t>Host</a:t>
              </a:r>
            </a:p>
          </p:txBody>
        </p:sp>
      </p:grpSp>
      <p:sp>
        <p:nvSpPr>
          <p:cNvPr id="19462" name="Rectangle 2">
            <a:extLst>
              <a:ext uri="{FF2B5EF4-FFF2-40B4-BE49-F238E27FC236}">
                <a16:creationId xmlns:a16="http://schemas.microsoft.com/office/drawing/2014/main" id="{E79B3CE6-632B-70B2-81A3-794458659914}"/>
              </a:ext>
            </a:extLst>
          </p:cNvPr>
          <p:cNvSpPr>
            <a:spLocks noGrp="1" noChangeArrowheads="1"/>
          </p:cNvSpPr>
          <p:nvPr>
            <p:ph type="title"/>
          </p:nvPr>
        </p:nvSpPr>
        <p:spPr/>
        <p:txBody>
          <a:bodyPr/>
          <a:lstStyle/>
          <a:p>
            <a:pPr eaLnBrk="1" hangingPunct="1"/>
            <a:r>
              <a:rPr lang="en-US" altLang="en-US"/>
              <a:t>Nested RAID – 1+0 (Mirroring and Striping)</a:t>
            </a:r>
          </a:p>
        </p:txBody>
      </p:sp>
      <p:grpSp>
        <p:nvGrpSpPr>
          <p:cNvPr id="19463" name="Group 5">
            <a:extLst>
              <a:ext uri="{FF2B5EF4-FFF2-40B4-BE49-F238E27FC236}">
                <a16:creationId xmlns:a16="http://schemas.microsoft.com/office/drawing/2014/main" id="{B4439CF0-F367-F8F6-DDB4-2E3AEB35C175}"/>
              </a:ext>
            </a:extLst>
          </p:cNvPr>
          <p:cNvGrpSpPr>
            <a:grpSpLocks/>
          </p:cNvGrpSpPr>
          <p:nvPr/>
        </p:nvGrpSpPr>
        <p:grpSpPr bwMode="auto">
          <a:xfrm>
            <a:off x="2265363" y="3371850"/>
            <a:ext cx="1358900" cy="720725"/>
            <a:chOff x="1471" y="2124"/>
            <a:chExt cx="856" cy="454"/>
          </a:xfrm>
        </p:grpSpPr>
        <p:sp>
          <p:nvSpPr>
            <p:cNvPr id="19504" name="Rectangle 6">
              <a:extLst>
                <a:ext uri="{FF2B5EF4-FFF2-40B4-BE49-F238E27FC236}">
                  <a16:creationId xmlns:a16="http://schemas.microsoft.com/office/drawing/2014/main" id="{327C6A09-BA30-8561-4D24-F4F4AC3A3007}"/>
                </a:ext>
              </a:extLst>
            </p:cNvPr>
            <p:cNvSpPr>
              <a:spLocks noChangeArrowheads="1"/>
            </p:cNvSpPr>
            <p:nvPr/>
          </p:nvSpPr>
          <p:spPr bwMode="auto">
            <a:xfrm>
              <a:off x="1471" y="2124"/>
              <a:ext cx="856" cy="454"/>
            </a:xfrm>
            <a:prstGeom prst="rect">
              <a:avLst/>
            </a:prstGeom>
            <a:gradFill rotWithShape="1">
              <a:gsLst>
                <a:gs pos="0">
                  <a:srgbClr val="86BAB5"/>
                </a:gs>
                <a:gs pos="100000">
                  <a:srgbClr val="5B7E7B"/>
                </a:gs>
              </a:gsLst>
              <a:lin ang="2700000" scaled="1"/>
            </a:gradFill>
            <a:ln w="12700" algn="ctr">
              <a:solidFill>
                <a:srgbClr val="88B8B6"/>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9505" name="Text Box 7">
              <a:extLst>
                <a:ext uri="{FF2B5EF4-FFF2-40B4-BE49-F238E27FC236}">
                  <a16:creationId xmlns:a16="http://schemas.microsoft.com/office/drawing/2014/main" id="{306EC45E-7B44-92F9-98F8-69080D200E18}"/>
                </a:ext>
              </a:extLst>
            </p:cNvPr>
            <p:cNvSpPr txBox="1">
              <a:spLocks noChangeArrowheads="1"/>
            </p:cNvSpPr>
            <p:nvPr/>
          </p:nvSpPr>
          <p:spPr bwMode="auto">
            <a:xfrm>
              <a:off x="1593" y="2212"/>
              <a:ext cx="612" cy="278"/>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RAID</a:t>
              </a:r>
              <a:b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b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Controller</a:t>
              </a:r>
            </a:p>
          </p:txBody>
        </p:sp>
      </p:grpSp>
      <p:grpSp>
        <p:nvGrpSpPr>
          <p:cNvPr id="19464" name="Group 9">
            <a:extLst>
              <a:ext uri="{FF2B5EF4-FFF2-40B4-BE49-F238E27FC236}">
                <a16:creationId xmlns:a16="http://schemas.microsoft.com/office/drawing/2014/main" id="{9B566360-2389-7DAE-05AB-35351AA30EBC}"/>
              </a:ext>
            </a:extLst>
          </p:cNvPr>
          <p:cNvGrpSpPr>
            <a:grpSpLocks/>
          </p:cNvGrpSpPr>
          <p:nvPr/>
        </p:nvGrpSpPr>
        <p:grpSpPr bwMode="auto">
          <a:xfrm>
            <a:off x="6400800" y="2344738"/>
            <a:ext cx="1206500" cy="2616200"/>
            <a:chOff x="3346" y="1477"/>
            <a:chExt cx="760" cy="1648"/>
          </a:xfrm>
        </p:grpSpPr>
        <p:sp>
          <p:nvSpPr>
            <p:cNvPr id="19502" name="AutoShape 10">
              <a:extLst>
                <a:ext uri="{FF2B5EF4-FFF2-40B4-BE49-F238E27FC236}">
                  <a16:creationId xmlns:a16="http://schemas.microsoft.com/office/drawing/2014/main" id="{27CDA28A-DDA4-BAF7-FB6C-3BD3FAA9C809}"/>
                </a:ext>
              </a:extLst>
            </p:cNvPr>
            <p:cNvSpPr>
              <a:spLocks/>
            </p:cNvSpPr>
            <p:nvPr/>
          </p:nvSpPr>
          <p:spPr bwMode="auto">
            <a:xfrm>
              <a:off x="3346" y="1477"/>
              <a:ext cx="225" cy="1648"/>
            </a:xfrm>
            <a:prstGeom prst="rightBrace">
              <a:avLst>
                <a:gd name="adj1" fmla="val 61037"/>
                <a:gd name="adj2" fmla="val 50000"/>
              </a:avLst>
            </a:prstGeom>
            <a:noFill/>
            <a:ln w="38100">
              <a:solidFill>
                <a:srgbClr val="000000"/>
              </a:solidFill>
              <a:round/>
              <a:headEnd/>
              <a:tailEnd type="none" w="lg" len="med"/>
            </a:ln>
            <a:extLst>
              <a:ext uri="{909E8E84-426E-40DD-AFC4-6F175D3DCCD1}">
                <a14:hiddenFill xmlns:a14="http://schemas.microsoft.com/office/drawing/2010/main">
                  <a:solidFill>
                    <a:srgbClr val="FFFFFF"/>
                  </a:solidFill>
                </a14:hiddenFill>
              </a:ext>
            </a:extLst>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9503" name="Text Box 11">
              <a:extLst>
                <a:ext uri="{FF2B5EF4-FFF2-40B4-BE49-F238E27FC236}">
                  <a16:creationId xmlns:a16="http://schemas.microsoft.com/office/drawing/2014/main" id="{5E4AC476-ECB6-912A-C93F-25BE49DA389A}"/>
                </a:ext>
              </a:extLst>
            </p:cNvPr>
            <p:cNvSpPr txBox="1">
              <a:spLocks noChangeArrowheads="1"/>
            </p:cNvSpPr>
            <p:nvPr/>
          </p:nvSpPr>
          <p:spPr bwMode="auto">
            <a:xfrm>
              <a:off x="3659" y="2250"/>
              <a:ext cx="44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l"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400" b="1" i="0" u="none" strike="noStrike" kern="1200" cap="none" spc="0" normalizeH="0" baseline="0" noProof="0">
                  <a:ln>
                    <a:noFill/>
                  </a:ln>
                  <a:solidFill>
                    <a:srgbClr val="000610"/>
                  </a:solidFill>
                  <a:effectLst/>
                  <a:uLnTx/>
                  <a:uFillTx/>
                  <a:latin typeface="Verdana" panose="020B0604030504040204" pitchFamily="34" charset="0"/>
                  <a:ea typeface="+mn-ea"/>
                  <a:cs typeface="Arial" panose="020B0604020202020204" pitchFamily="34" charset="0"/>
                </a:rPr>
                <a:t>RAID 1</a:t>
              </a:r>
            </a:p>
          </p:txBody>
        </p:sp>
      </p:grpSp>
      <p:grpSp>
        <p:nvGrpSpPr>
          <p:cNvPr id="19465" name="Group 12">
            <a:extLst>
              <a:ext uri="{FF2B5EF4-FFF2-40B4-BE49-F238E27FC236}">
                <a16:creationId xmlns:a16="http://schemas.microsoft.com/office/drawing/2014/main" id="{9132F8E6-4ADD-ED98-F11B-E02D00AC85AF}"/>
              </a:ext>
            </a:extLst>
          </p:cNvPr>
          <p:cNvGrpSpPr>
            <a:grpSpLocks/>
          </p:cNvGrpSpPr>
          <p:nvPr/>
        </p:nvGrpSpPr>
        <p:grpSpPr bwMode="auto">
          <a:xfrm>
            <a:off x="5368925" y="4181475"/>
            <a:ext cx="981075" cy="325438"/>
            <a:chOff x="1607" y="3273"/>
            <a:chExt cx="618" cy="205"/>
          </a:xfrm>
        </p:grpSpPr>
        <p:sp>
          <p:nvSpPr>
            <p:cNvPr id="19500" name="Rectangle 13">
              <a:extLst>
                <a:ext uri="{FF2B5EF4-FFF2-40B4-BE49-F238E27FC236}">
                  <a16:creationId xmlns:a16="http://schemas.microsoft.com/office/drawing/2014/main" id="{18E91A7F-9D2C-E342-D9FC-227E3E956E88}"/>
                </a:ext>
              </a:extLst>
            </p:cNvPr>
            <p:cNvSpPr>
              <a:spLocks noChangeArrowheads="1"/>
            </p:cNvSpPr>
            <p:nvPr/>
          </p:nvSpPr>
          <p:spPr bwMode="auto">
            <a:xfrm>
              <a:off x="1607" y="3273"/>
              <a:ext cx="618" cy="205"/>
            </a:xfrm>
            <a:prstGeom prst="rect">
              <a:avLst/>
            </a:prstGeom>
            <a:solidFill>
              <a:srgbClr val="43996C"/>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9501" name="Text Box 14">
              <a:extLst>
                <a:ext uri="{FF2B5EF4-FFF2-40B4-BE49-F238E27FC236}">
                  <a16:creationId xmlns:a16="http://schemas.microsoft.com/office/drawing/2014/main" id="{E9F66947-7658-8D06-EDF9-D1A34955FA65}"/>
                </a:ext>
              </a:extLst>
            </p:cNvPr>
            <p:cNvSpPr txBox="1">
              <a:spLocks noChangeArrowheads="1"/>
            </p:cNvSpPr>
            <p:nvPr/>
          </p:nvSpPr>
          <p:spPr bwMode="auto">
            <a:xfrm>
              <a:off x="1689" y="3306"/>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0</a:t>
              </a:r>
            </a:p>
          </p:txBody>
        </p:sp>
      </p:grpSp>
      <p:grpSp>
        <p:nvGrpSpPr>
          <p:cNvPr id="6" name="Group 15">
            <a:extLst>
              <a:ext uri="{FF2B5EF4-FFF2-40B4-BE49-F238E27FC236}">
                <a16:creationId xmlns:a16="http://schemas.microsoft.com/office/drawing/2014/main" id="{67697A39-9FD2-95EC-5797-2FAA64DD6E52}"/>
              </a:ext>
            </a:extLst>
          </p:cNvPr>
          <p:cNvGrpSpPr>
            <a:grpSpLocks/>
          </p:cNvGrpSpPr>
          <p:nvPr/>
        </p:nvGrpSpPr>
        <p:grpSpPr bwMode="auto">
          <a:xfrm>
            <a:off x="5368925" y="2352675"/>
            <a:ext cx="981075" cy="325438"/>
            <a:chOff x="1607" y="3273"/>
            <a:chExt cx="618" cy="205"/>
          </a:xfrm>
        </p:grpSpPr>
        <p:sp>
          <p:nvSpPr>
            <p:cNvPr id="19498" name="Rectangle 16">
              <a:extLst>
                <a:ext uri="{FF2B5EF4-FFF2-40B4-BE49-F238E27FC236}">
                  <a16:creationId xmlns:a16="http://schemas.microsoft.com/office/drawing/2014/main" id="{65432622-C75D-9976-7F5E-28F5CCA1A218}"/>
                </a:ext>
              </a:extLst>
            </p:cNvPr>
            <p:cNvSpPr>
              <a:spLocks noChangeArrowheads="1"/>
            </p:cNvSpPr>
            <p:nvPr/>
          </p:nvSpPr>
          <p:spPr bwMode="auto">
            <a:xfrm>
              <a:off x="1607" y="3273"/>
              <a:ext cx="618" cy="205"/>
            </a:xfrm>
            <a:prstGeom prst="rect">
              <a:avLst/>
            </a:prstGeom>
            <a:solidFill>
              <a:srgbClr val="43996C"/>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9499" name="Text Box 17">
              <a:extLst>
                <a:ext uri="{FF2B5EF4-FFF2-40B4-BE49-F238E27FC236}">
                  <a16:creationId xmlns:a16="http://schemas.microsoft.com/office/drawing/2014/main" id="{E59551A9-3DD6-8D4E-C077-EFAF10E97A39}"/>
                </a:ext>
              </a:extLst>
            </p:cNvPr>
            <p:cNvSpPr txBox="1">
              <a:spLocks noChangeArrowheads="1"/>
            </p:cNvSpPr>
            <p:nvPr/>
          </p:nvSpPr>
          <p:spPr bwMode="auto">
            <a:xfrm>
              <a:off x="1689" y="3306"/>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0</a:t>
              </a:r>
            </a:p>
          </p:txBody>
        </p:sp>
      </p:grpSp>
      <p:grpSp>
        <p:nvGrpSpPr>
          <p:cNvPr id="19467" name="Group 18">
            <a:extLst>
              <a:ext uri="{FF2B5EF4-FFF2-40B4-BE49-F238E27FC236}">
                <a16:creationId xmlns:a16="http://schemas.microsoft.com/office/drawing/2014/main" id="{CEFAF6D0-6D25-8E0B-9A07-8F9FBB43928E}"/>
              </a:ext>
            </a:extLst>
          </p:cNvPr>
          <p:cNvGrpSpPr>
            <a:grpSpLocks/>
          </p:cNvGrpSpPr>
          <p:nvPr/>
        </p:nvGrpSpPr>
        <p:grpSpPr bwMode="auto">
          <a:xfrm>
            <a:off x="4319588" y="1685925"/>
            <a:ext cx="4692650" cy="630238"/>
            <a:chOff x="2721" y="1062"/>
            <a:chExt cx="2956" cy="397"/>
          </a:xfrm>
        </p:grpSpPr>
        <p:sp>
          <p:nvSpPr>
            <p:cNvPr id="19496" name="AutoShape 19">
              <a:extLst>
                <a:ext uri="{FF2B5EF4-FFF2-40B4-BE49-F238E27FC236}">
                  <a16:creationId xmlns:a16="http://schemas.microsoft.com/office/drawing/2014/main" id="{7175AF07-D498-03D4-2051-AEABD4EA8E23}"/>
                </a:ext>
              </a:extLst>
            </p:cNvPr>
            <p:cNvSpPr>
              <a:spLocks/>
            </p:cNvSpPr>
            <p:nvPr/>
          </p:nvSpPr>
          <p:spPr bwMode="auto">
            <a:xfrm rot="-5400000">
              <a:off x="4086" y="-131"/>
              <a:ext cx="225" cy="2956"/>
            </a:xfrm>
            <a:prstGeom prst="rightBrace">
              <a:avLst>
                <a:gd name="adj1" fmla="val 48415"/>
                <a:gd name="adj2" fmla="val 50000"/>
              </a:avLst>
            </a:prstGeom>
            <a:noFill/>
            <a:ln w="38100">
              <a:solidFill>
                <a:srgbClr val="000000"/>
              </a:solidFill>
              <a:round/>
              <a:headEnd/>
              <a:tailEnd type="none" w="lg" len="med"/>
            </a:ln>
            <a:extLst>
              <a:ext uri="{909E8E84-426E-40DD-AFC4-6F175D3DCCD1}">
                <a14:hiddenFill xmlns:a14="http://schemas.microsoft.com/office/drawing/2010/main">
                  <a:solidFill>
                    <a:srgbClr val="FFFFFF"/>
                  </a:solidFill>
                </a14:hiddenFill>
              </a:ext>
            </a:extLst>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9497" name="Text Box 20">
              <a:extLst>
                <a:ext uri="{FF2B5EF4-FFF2-40B4-BE49-F238E27FC236}">
                  <a16:creationId xmlns:a16="http://schemas.microsoft.com/office/drawing/2014/main" id="{4AD5C889-F099-C93B-E9E9-574FC9F0926E}"/>
                </a:ext>
              </a:extLst>
            </p:cNvPr>
            <p:cNvSpPr txBox="1">
              <a:spLocks noChangeArrowheads="1"/>
            </p:cNvSpPr>
            <p:nvPr/>
          </p:nvSpPr>
          <p:spPr bwMode="auto">
            <a:xfrm>
              <a:off x="3937" y="1062"/>
              <a:ext cx="44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l"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400" b="1" i="0" u="none" strike="noStrike" kern="1200" cap="none" spc="0" normalizeH="0" baseline="0" noProof="0">
                  <a:ln>
                    <a:noFill/>
                  </a:ln>
                  <a:solidFill>
                    <a:srgbClr val="000610"/>
                  </a:solidFill>
                  <a:effectLst/>
                  <a:uLnTx/>
                  <a:uFillTx/>
                  <a:latin typeface="Verdana" panose="020B0604030504040204" pitchFamily="34" charset="0"/>
                  <a:ea typeface="+mn-ea"/>
                  <a:cs typeface="Arial" panose="020B0604020202020204" pitchFamily="34" charset="0"/>
                </a:rPr>
                <a:t>RAID 0</a:t>
              </a:r>
            </a:p>
          </p:txBody>
        </p:sp>
      </p:grpSp>
      <p:grpSp>
        <p:nvGrpSpPr>
          <p:cNvPr id="19468" name="Group 21">
            <a:extLst>
              <a:ext uri="{FF2B5EF4-FFF2-40B4-BE49-F238E27FC236}">
                <a16:creationId xmlns:a16="http://schemas.microsoft.com/office/drawing/2014/main" id="{D06FC2B8-32E2-1C0C-C330-65D1722E356B}"/>
              </a:ext>
            </a:extLst>
          </p:cNvPr>
          <p:cNvGrpSpPr>
            <a:grpSpLocks/>
          </p:cNvGrpSpPr>
          <p:nvPr/>
        </p:nvGrpSpPr>
        <p:grpSpPr bwMode="auto">
          <a:xfrm>
            <a:off x="5368925" y="4629150"/>
            <a:ext cx="981075" cy="325438"/>
            <a:chOff x="1607" y="3273"/>
            <a:chExt cx="618" cy="205"/>
          </a:xfrm>
        </p:grpSpPr>
        <p:sp>
          <p:nvSpPr>
            <p:cNvPr id="19494" name="Rectangle 22">
              <a:extLst>
                <a:ext uri="{FF2B5EF4-FFF2-40B4-BE49-F238E27FC236}">
                  <a16:creationId xmlns:a16="http://schemas.microsoft.com/office/drawing/2014/main" id="{9FB0D0D3-4027-B177-E4AA-63AD5F681DE1}"/>
                </a:ext>
              </a:extLst>
            </p:cNvPr>
            <p:cNvSpPr>
              <a:spLocks noChangeArrowheads="1"/>
            </p:cNvSpPr>
            <p:nvPr/>
          </p:nvSpPr>
          <p:spPr bwMode="auto">
            <a:xfrm>
              <a:off x="1607" y="3273"/>
              <a:ext cx="618" cy="205"/>
            </a:xfrm>
            <a:prstGeom prst="rect">
              <a:avLst/>
            </a:prstGeom>
            <a:solidFill>
              <a:srgbClr val="E46620"/>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9495" name="Text Box 23">
              <a:extLst>
                <a:ext uri="{FF2B5EF4-FFF2-40B4-BE49-F238E27FC236}">
                  <a16:creationId xmlns:a16="http://schemas.microsoft.com/office/drawing/2014/main" id="{4F29C612-B368-CBAC-1EE7-120F5393E30E}"/>
                </a:ext>
              </a:extLst>
            </p:cNvPr>
            <p:cNvSpPr txBox="1">
              <a:spLocks noChangeArrowheads="1"/>
            </p:cNvSpPr>
            <p:nvPr/>
          </p:nvSpPr>
          <p:spPr bwMode="auto">
            <a:xfrm>
              <a:off x="1689" y="3306"/>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2</a:t>
              </a:r>
            </a:p>
          </p:txBody>
        </p:sp>
      </p:grpSp>
      <p:grpSp>
        <p:nvGrpSpPr>
          <p:cNvPr id="9" name="Group 24">
            <a:extLst>
              <a:ext uri="{FF2B5EF4-FFF2-40B4-BE49-F238E27FC236}">
                <a16:creationId xmlns:a16="http://schemas.microsoft.com/office/drawing/2014/main" id="{A9F95E7F-D44B-0A08-207F-63DC17904CD8}"/>
              </a:ext>
            </a:extLst>
          </p:cNvPr>
          <p:cNvGrpSpPr>
            <a:grpSpLocks/>
          </p:cNvGrpSpPr>
          <p:nvPr/>
        </p:nvGrpSpPr>
        <p:grpSpPr bwMode="auto">
          <a:xfrm>
            <a:off x="5368925" y="2805113"/>
            <a:ext cx="981075" cy="325437"/>
            <a:chOff x="1607" y="3273"/>
            <a:chExt cx="618" cy="205"/>
          </a:xfrm>
        </p:grpSpPr>
        <p:sp>
          <p:nvSpPr>
            <p:cNvPr id="19492" name="Rectangle 25">
              <a:extLst>
                <a:ext uri="{FF2B5EF4-FFF2-40B4-BE49-F238E27FC236}">
                  <a16:creationId xmlns:a16="http://schemas.microsoft.com/office/drawing/2014/main" id="{7D85E644-8FDA-BBF8-B678-1C4B2F1E72CC}"/>
                </a:ext>
              </a:extLst>
            </p:cNvPr>
            <p:cNvSpPr>
              <a:spLocks noChangeArrowheads="1"/>
            </p:cNvSpPr>
            <p:nvPr/>
          </p:nvSpPr>
          <p:spPr bwMode="auto">
            <a:xfrm>
              <a:off x="1607" y="3273"/>
              <a:ext cx="618" cy="205"/>
            </a:xfrm>
            <a:prstGeom prst="rect">
              <a:avLst/>
            </a:prstGeom>
            <a:solidFill>
              <a:srgbClr val="E46620"/>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9493" name="Text Box 26">
              <a:extLst>
                <a:ext uri="{FF2B5EF4-FFF2-40B4-BE49-F238E27FC236}">
                  <a16:creationId xmlns:a16="http://schemas.microsoft.com/office/drawing/2014/main" id="{FD417959-3853-0340-CF99-CC3356809A88}"/>
                </a:ext>
              </a:extLst>
            </p:cNvPr>
            <p:cNvSpPr txBox="1">
              <a:spLocks noChangeArrowheads="1"/>
            </p:cNvSpPr>
            <p:nvPr/>
          </p:nvSpPr>
          <p:spPr bwMode="auto">
            <a:xfrm>
              <a:off x="1689" y="3306"/>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2</a:t>
              </a:r>
            </a:p>
          </p:txBody>
        </p:sp>
      </p:grpSp>
      <p:grpSp>
        <p:nvGrpSpPr>
          <p:cNvPr id="19470" name="Group 27">
            <a:extLst>
              <a:ext uri="{FF2B5EF4-FFF2-40B4-BE49-F238E27FC236}">
                <a16:creationId xmlns:a16="http://schemas.microsoft.com/office/drawing/2014/main" id="{91C971FD-30FC-BCA1-4A8A-BDCC318AD11D}"/>
              </a:ext>
            </a:extLst>
          </p:cNvPr>
          <p:cNvGrpSpPr>
            <a:grpSpLocks/>
          </p:cNvGrpSpPr>
          <p:nvPr/>
        </p:nvGrpSpPr>
        <p:grpSpPr bwMode="auto">
          <a:xfrm>
            <a:off x="7912100" y="2805113"/>
            <a:ext cx="981075" cy="325437"/>
            <a:chOff x="1607" y="3273"/>
            <a:chExt cx="618" cy="205"/>
          </a:xfrm>
        </p:grpSpPr>
        <p:sp>
          <p:nvSpPr>
            <p:cNvPr id="19490" name="Rectangle 28">
              <a:extLst>
                <a:ext uri="{FF2B5EF4-FFF2-40B4-BE49-F238E27FC236}">
                  <a16:creationId xmlns:a16="http://schemas.microsoft.com/office/drawing/2014/main" id="{54C0D718-2324-9C15-D8C8-6EC7D2FB570C}"/>
                </a:ext>
              </a:extLst>
            </p:cNvPr>
            <p:cNvSpPr>
              <a:spLocks noChangeArrowheads="1"/>
            </p:cNvSpPr>
            <p:nvPr/>
          </p:nvSpPr>
          <p:spPr bwMode="auto">
            <a:xfrm>
              <a:off x="1607" y="3273"/>
              <a:ext cx="618" cy="205"/>
            </a:xfrm>
            <a:prstGeom prst="rect">
              <a:avLst/>
            </a:prstGeom>
            <a:solidFill>
              <a:srgbClr val="E46620"/>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9491" name="Text Box 29">
              <a:extLst>
                <a:ext uri="{FF2B5EF4-FFF2-40B4-BE49-F238E27FC236}">
                  <a16:creationId xmlns:a16="http://schemas.microsoft.com/office/drawing/2014/main" id="{4087FB40-360C-83CA-7EB4-6AA664DBA062}"/>
                </a:ext>
              </a:extLst>
            </p:cNvPr>
            <p:cNvSpPr txBox="1">
              <a:spLocks noChangeArrowheads="1"/>
            </p:cNvSpPr>
            <p:nvPr/>
          </p:nvSpPr>
          <p:spPr bwMode="auto">
            <a:xfrm>
              <a:off x="1689" y="3306"/>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3</a:t>
              </a:r>
            </a:p>
          </p:txBody>
        </p:sp>
      </p:grpSp>
      <p:grpSp>
        <p:nvGrpSpPr>
          <p:cNvPr id="19471" name="Group 30">
            <a:extLst>
              <a:ext uri="{FF2B5EF4-FFF2-40B4-BE49-F238E27FC236}">
                <a16:creationId xmlns:a16="http://schemas.microsoft.com/office/drawing/2014/main" id="{43D10B39-E168-84EA-8BA4-573BB93CE3E9}"/>
              </a:ext>
            </a:extLst>
          </p:cNvPr>
          <p:cNvGrpSpPr>
            <a:grpSpLocks/>
          </p:cNvGrpSpPr>
          <p:nvPr/>
        </p:nvGrpSpPr>
        <p:grpSpPr bwMode="auto">
          <a:xfrm>
            <a:off x="7912100" y="4629150"/>
            <a:ext cx="981075" cy="325438"/>
            <a:chOff x="1607" y="3273"/>
            <a:chExt cx="618" cy="205"/>
          </a:xfrm>
        </p:grpSpPr>
        <p:sp>
          <p:nvSpPr>
            <p:cNvPr id="19488" name="Rectangle 31">
              <a:extLst>
                <a:ext uri="{FF2B5EF4-FFF2-40B4-BE49-F238E27FC236}">
                  <a16:creationId xmlns:a16="http://schemas.microsoft.com/office/drawing/2014/main" id="{F5467376-1CFB-4A79-2664-8802E17C3115}"/>
                </a:ext>
              </a:extLst>
            </p:cNvPr>
            <p:cNvSpPr>
              <a:spLocks noChangeArrowheads="1"/>
            </p:cNvSpPr>
            <p:nvPr/>
          </p:nvSpPr>
          <p:spPr bwMode="auto">
            <a:xfrm>
              <a:off x="1607" y="3273"/>
              <a:ext cx="618" cy="205"/>
            </a:xfrm>
            <a:prstGeom prst="rect">
              <a:avLst/>
            </a:prstGeom>
            <a:solidFill>
              <a:srgbClr val="E46620"/>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9489" name="Text Box 32">
              <a:extLst>
                <a:ext uri="{FF2B5EF4-FFF2-40B4-BE49-F238E27FC236}">
                  <a16:creationId xmlns:a16="http://schemas.microsoft.com/office/drawing/2014/main" id="{B344BE7A-2921-6AD4-70B3-2B6FFEE52C68}"/>
                </a:ext>
              </a:extLst>
            </p:cNvPr>
            <p:cNvSpPr txBox="1">
              <a:spLocks noChangeArrowheads="1"/>
            </p:cNvSpPr>
            <p:nvPr/>
          </p:nvSpPr>
          <p:spPr bwMode="auto">
            <a:xfrm>
              <a:off x="1689" y="3306"/>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3</a:t>
              </a:r>
            </a:p>
          </p:txBody>
        </p:sp>
      </p:grpSp>
      <p:grpSp>
        <p:nvGrpSpPr>
          <p:cNvPr id="19472" name="Group 33">
            <a:extLst>
              <a:ext uri="{FF2B5EF4-FFF2-40B4-BE49-F238E27FC236}">
                <a16:creationId xmlns:a16="http://schemas.microsoft.com/office/drawing/2014/main" id="{55563A0B-E041-9D03-6BB9-E690FE7B4E6B}"/>
              </a:ext>
            </a:extLst>
          </p:cNvPr>
          <p:cNvGrpSpPr>
            <a:grpSpLocks/>
          </p:cNvGrpSpPr>
          <p:nvPr/>
        </p:nvGrpSpPr>
        <p:grpSpPr bwMode="auto">
          <a:xfrm>
            <a:off x="7912100" y="2352675"/>
            <a:ext cx="981075" cy="325438"/>
            <a:chOff x="1607" y="3273"/>
            <a:chExt cx="618" cy="205"/>
          </a:xfrm>
        </p:grpSpPr>
        <p:sp>
          <p:nvSpPr>
            <p:cNvPr id="19486" name="Rectangle 34">
              <a:extLst>
                <a:ext uri="{FF2B5EF4-FFF2-40B4-BE49-F238E27FC236}">
                  <a16:creationId xmlns:a16="http://schemas.microsoft.com/office/drawing/2014/main" id="{BA93132C-8101-E0A7-404C-722AB20846C8}"/>
                </a:ext>
              </a:extLst>
            </p:cNvPr>
            <p:cNvSpPr>
              <a:spLocks noChangeArrowheads="1"/>
            </p:cNvSpPr>
            <p:nvPr/>
          </p:nvSpPr>
          <p:spPr bwMode="auto">
            <a:xfrm>
              <a:off x="1607" y="3273"/>
              <a:ext cx="618" cy="205"/>
            </a:xfrm>
            <a:prstGeom prst="rect">
              <a:avLst/>
            </a:prstGeom>
            <a:solidFill>
              <a:srgbClr val="43996C"/>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9487" name="Text Box 35">
              <a:extLst>
                <a:ext uri="{FF2B5EF4-FFF2-40B4-BE49-F238E27FC236}">
                  <a16:creationId xmlns:a16="http://schemas.microsoft.com/office/drawing/2014/main" id="{9BD78570-B5A7-9F19-9B61-0DD0ECF2F3AF}"/>
                </a:ext>
              </a:extLst>
            </p:cNvPr>
            <p:cNvSpPr txBox="1">
              <a:spLocks noChangeArrowheads="1"/>
            </p:cNvSpPr>
            <p:nvPr/>
          </p:nvSpPr>
          <p:spPr bwMode="auto">
            <a:xfrm>
              <a:off x="1689" y="3306"/>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1</a:t>
              </a:r>
            </a:p>
          </p:txBody>
        </p:sp>
      </p:grpSp>
      <p:grpSp>
        <p:nvGrpSpPr>
          <p:cNvPr id="19473" name="Group 36">
            <a:extLst>
              <a:ext uri="{FF2B5EF4-FFF2-40B4-BE49-F238E27FC236}">
                <a16:creationId xmlns:a16="http://schemas.microsoft.com/office/drawing/2014/main" id="{0DF8ED11-C60A-6CA7-21B5-7240DF530873}"/>
              </a:ext>
            </a:extLst>
          </p:cNvPr>
          <p:cNvGrpSpPr>
            <a:grpSpLocks/>
          </p:cNvGrpSpPr>
          <p:nvPr/>
        </p:nvGrpSpPr>
        <p:grpSpPr bwMode="auto">
          <a:xfrm>
            <a:off x="7912100" y="4181475"/>
            <a:ext cx="981075" cy="325438"/>
            <a:chOff x="1607" y="3273"/>
            <a:chExt cx="618" cy="205"/>
          </a:xfrm>
        </p:grpSpPr>
        <p:sp>
          <p:nvSpPr>
            <p:cNvPr id="19484" name="Rectangle 37">
              <a:extLst>
                <a:ext uri="{FF2B5EF4-FFF2-40B4-BE49-F238E27FC236}">
                  <a16:creationId xmlns:a16="http://schemas.microsoft.com/office/drawing/2014/main" id="{4AD8D2EA-7BFF-773F-A2AA-2AA2CE67F384}"/>
                </a:ext>
              </a:extLst>
            </p:cNvPr>
            <p:cNvSpPr>
              <a:spLocks noChangeArrowheads="1"/>
            </p:cNvSpPr>
            <p:nvPr/>
          </p:nvSpPr>
          <p:spPr bwMode="auto">
            <a:xfrm>
              <a:off x="1607" y="3273"/>
              <a:ext cx="618" cy="205"/>
            </a:xfrm>
            <a:prstGeom prst="rect">
              <a:avLst/>
            </a:prstGeom>
            <a:solidFill>
              <a:srgbClr val="43996C"/>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9485" name="Text Box 38">
              <a:extLst>
                <a:ext uri="{FF2B5EF4-FFF2-40B4-BE49-F238E27FC236}">
                  <a16:creationId xmlns:a16="http://schemas.microsoft.com/office/drawing/2014/main" id="{153873D0-8B19-C4AB-66D3-BF85B9C55AC4}"/>
                </a:ext>
              </a:extLst>
            </p:cNvPr>
            <p:cNvSpPr txBox="1">
              <a:spLocks noChangeArrowheads="1"/>
            </p:cNvSpPr>
            <p:nvPr/>
          </p:nvSpPr>
          <p:spPr bwMode="auto">
            <a:xfrm>
              <a:off x="1689" y="3306"/>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1</a:t>
              </a:r>
            </a:p>
          </p:txBody>
        </p:sp>
      </p:grpSp>
      <p:sp>
        <p:nvSpPr>
          <p:cNvPr id="156711" name="AutoShape 39">
            <a:extLst>
              <a:ext uri="{FF2B5EF4-FFF2-40B4-BE49-F238E27FC236}">
                <a16:creationId xmlns:a16="http://schemas.microsoft.com/office/drawing/2014/main" id="{3C4FAA4B-A95B-0FE7-612F-11C6AD9E63C6}"/>
              </a:ext>
            </a:extLst>
          </p:cNvPr>
          <p:cNvSpPr>
            <a:spLocks noChangeArrowheads="1"/>
          </p:cNvSpPr>
          <p:nvPr/>
        </p:nvSpPr>
        <p:spPr bwMode="auto">
          <a:xfrm>
            <a:off x="4762500" y="2295525"/>
            <a:ext cx="904875" cy="904875"/>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401" y="15493"/>
                </a:moveTo>
                <a:cubicBezTo>
                  <a:pt x="18376" y="14122"/>
                  <a:pt x="18900" y="12482"/>
                  <a:pt x="18900" y="10800"/>
                </a:cubicBezTo>
                <a:cubicBezTo>
                  <a:pt x="18900" y="6326"/>
                  <a:pt x="15273" y="2700"/>
                  <a:pt x="10800" y="2700"/>
                </a:cubicBezTo>
                <a:cubicBezTo>
                  <a:pt x="9117" y="2699"/>
                  <a:pt x="7477" y="3223"/>
                  <a:pt x="6106" y="4198"/>
                </a:cubicBezTo>
                <a:lnTo>
                  <a:pt x="17401" y="15493"/>
                </a:lnTo>
                <a:close/>
                <a:moveTo>
                  <a:pt x="4198" y="6106"/>
                </a:moveTo>
                <a:cubicBezTo>
                  <a:pt x="3223" y="7477"/>
                  <a:pt x="2700" y="9117"/>
                  <a:pt x="2700" y="10799"/>
                </a:cubicBezTo>
                <a:cubicBezTo>
                  <a:pt x="2700" y="15273"/>
                  <a:pt x="6326" y="18900"/>
                  <a:pt x="10800" y="18900"/>
                </a:cubicBezTo>
                <a:cubicBezTo>
                  <a:pt x="12482" y="18900"/>
                  <a:pt x="14122" y="18376"/>
                  <a:pt x="15493" y="17401"/>
                </a:cubicBezTo>
                <a:lnTo>
                  <a:pt x="4198" y="6106"/>
                </a:lnTo>
                <a:close/>
              </a:path>
            </a:pathLst>
          </a:custGeom>
          <a:solidFill>
            <a:srgbClr val="FF0000"/>
          </a:solidFill>
          <a:ln w="25400" algn="ctr">
            <a:solidFill>
              <a:schemeClr val="bg1"/>
            </a:solidFill>
            <a:miter lim="800000"/>
            <a:headEnd/>
            <a:tailEnd type="none" w="lg" len="med"/>
          </a:ln>
        </p:spPr>
        <p:txBody>
          <a:bodyPr wrap="none" lIns="0" tIns="0" rIns="0" bIns="0" anchor="ct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grpSp>
        <p:nvGrpSpPr>
          <p:cNvPr id="14" name="Group 40">
            <a:extLst>
              <a:ext uri="{FF2B5EF4-FFF2-40B4-BE49-F238E27FC236}">
                <a16:creationId xmlns:a16="http://schemas.microsoft.com/office/drawing/2014/main" id="{A83C62D7-715A-CC72-1A24-66A654EEF251}"/>
              </a:ext>
            </a:extLst>
          </p:cNvPr>
          <p:cNvGrpSpPr>
            <a:grpSpLocks/>
          </p:cNvGrpSpPr>
          <p:nvPr/>
        </p:nvGrpSpPr>
        <p:grpSpPr bwMode="auto">
          <a:xfrm>
            <a:off x="5368925" y="4181475"/>
            <a:ext cx="981075" cy="325438"/>
            <a:chOff x="1607" y="3273"/>
            <a:chExt cx="618" cy="205"/>
          </a:xfrm>
        </p:grpSpPr>
        <p:sp>
          <p:nvSpPr>
            <p:cNvPr id="19482" name="Rectangle 41">
              <a:extLst>
                <a:ext uri="{FF2B5EF4-FFF2-40B4-BE49-F238E27FC236}">
                  <a16:creationId xmlns:a16="http://schemas.microsoft.com/office/drawing/2014/main" id="{0DB4F4FF-7FD7-9E65-9E41-A54B307CD62A}"/>
                </a:ext>
              </a:extLst>
            </p:cNvPr>
            <p:cNvSpPr>
              <a:spLocks noChangeArrowheads="1"/>
            </p:cNvSpPr>
            <p:nvPr/>
          </p:nvSpPr>
          <p:spPr bwMode="auto">
            <a:xfrm>
              <a:off x="1607" y="3273"/>
              <a:ext cx="618" cy="205"/>
            </a:xfrm>
            <a:prstGeom prst="rect">
              <a:avLst/>
            </a:prstGeom>
            <a:solidFill>
              <a:srgbClr val="43996C"/>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9483" name="Text Box 42">
              <a:extLst>
                <a:ext uri="{FF2B5EF4-FFF2-40B4-BE49-F238E27FC236}">
                  <a16:creationId xmlns:a16="http://schemas.microsoft.com/office/drawing/2014/main" id="{5CCF8CC6-01F2-509C-E2BB-D8E6D6E01EC6}"/>
                </a:ext>
              </a:extLst>
            </p:cNvPr>
            <p:cNvSpPr txBox="1">
              <a:spLocks noChangeArrowheads="1"/>
            </p:cNvSpPr>
            <p:nvPr/>
          </p:nvSpPr>
          <p:spPr bwMode="auto">
            <a:xfrm>
              <a:off x="1689" y="3306"/>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0</a:t>
              </a:r>
            </a:p>
          </p:txBody>
        </p:sp>
      </p:grpSp>
      <p:grpSp>
        <p:nvGrpSpPr>
          <p:cNvPr id="15" name="Group 43">
            <a:extLst>
              <a:ext uri="{FF2B5EF4-FFF2-40B4-BE49-F238E27FC236}">
                <a16:creationId xmlns:a16="http://schemas.microsoft.com/office/drawing/2014/main" id="{265A7A10-1833-B36C-1BDD-90076C2158A1}"/>
              </a:ext>
            </a:extLst>
          </p:cNvPr>
          <p:cNvGrpSpPr>
            <a:grpSpLocks/>
          </p:cNvGrpSpPr>
          <p:nvPr/>
        </p:nvGrpSpPr>
        <p:grpSpPr bwMode="auto">
          <a:xfrm>
            <a:off x="5368925" y="4629150"/>
            <a:ext cx="981075" cy="325438"/>
            <a:chOff x="1607" y="3273"/>
            <a:chExt cx="618" cy="205"/>
          </a:xfrm>
        </p:grpSpPr>
        <p:sp>
          <p:nvSpPr>
            <p:cNvPr id="19480" name="Rectangle 44">
              <a:extLst>
                <a:ext uri="{FF2B5EF4-FFF2-40B4-BE49-F238E27FC236}">
                  <a16:creationId xmlns:a16="http://schemas.microsoft.com/office/drawing/2014/main" id="{4758EB12-A42A-EDCA-755D-35E4D8501982}"/>
                </a:ext>
              </a:extLst>
            </p:cNvPr>
            <p:cNvSpPr>
              <a:spLocks noChangeArrowheads="1"/>
            </p:cNvSpPr>
            <p:nvPr/>
          </p:nvSpPr>
          <p:spPr bwMode="auto">
            <a:xfrm>
              <a:off x="1607" y="3273"/>
              <a:ext cx="618" cy="205"/>
            </a:xfrm>
            <a:prstGeom prst="rect">
              <a:avLst/>
            </a:prstGeom>
            <a:solidFill>
              <a:srgbClr val="E46620"/>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9481" name="Text Box 45">
              <a:extLst>
                <a:ext uri="{FF2B5EF4-FFF2-40B4-BE49-F238E27FC236}">
                  <a16:creationId xmlns:a16="http://schemas.microsoft.com/office/drawing/2014/main" id="{41D0211C-02AC-BD16-A214-9EFD12070A55}"/>
                </a:ext>
              </a:extLst>
            </p:cNvPr>
            <p:cNvSpPr txBox="1">
              <a:spLocks noChangeArrowheads="1"/>
            </p:cNvSpPr>
            <p:nvPr/>
          </p:nvSpPr>
          <p:spPr bwMode="auto">
            <a:xfrm>
              <a:off x="1689" y="3306"/>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2</a:t>
              </a:r>
            </a:p>
          </p:txBody>
        </p:sp>
      </p:grpSp>
      <p:pic>
        <p:nvPicPr>
          <p:cNvPr id="19477" name="Picture 55" descr="strippeddisk">
            <a:extLst>
              <a:ext uri="{FF2B5EF4-FFF2-40B4-BE49-F238E27FC236}">
                <a16:creationId xmlns:a16="http://schemas.microsoft.com/office/drawing/2014/main" id="{25A37D0E-414D-D200-D3FC-EE3B404BA9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43434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78" name="Picture 56" descr="strippeddisk">
            <a:extLst>
              <a:ext uri="{FF2B5EF4-FFF2-40B4-BE49-F238E27FC236}">
                <a16:creationId xmlns:a16="http://schemas.microsoft.com/office/drawing/2014/main" id="{B3785488-83B0-61DD-DB23-4785A18021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2800" y="43434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79" name="Picture 57" descr="strippeddisk">
            <a:extLst>
              <a:ext uri="{FF2B5EF4-FFF2-40B4-BE49-F238E27FC236}">
                <a16:creationId xmlns:a16="http://schemas.microsoft.com/office/drawing/2014/main" id="{98F536CD-84BD-0387-78B0-67D0A737F9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2800" y="25146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156711"/>
                                        </p:tgtEl>
                                        <p:attrNameLst>
                                          <p:attrName>style.visibility</p:attrName>
                                        </p:attrNameLst>
                                      </p:cBhvr>
                                      <p:to>
                                        <p:strVal val="visible"/>
                                      </p:to>
                                    </p:set>
                                    <p:animEffect transition="in" filter="fade">
                                      <p:cBhvr>
                                        <p:cTn id="7" dur="1000"/>
                                        <p:tgtEl>
                                          <p:spTgt spid="1567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xit" presetSubtype="0" fill="hold" nodeType="clickEffect">
                                  <p:stCondLst>
                                    <p:cond delay="0"/>
                                  </p:stCondLst>
                                  <p:childTnLst>
                                    <p:animEffect transition="out" filter="fade">
                                      <p:cBhvr>
                                        <p:cTn id="11" dur="1000"/>
                                        <p:tgtEl>
                                          <p:spTgt spid="156711"/>
                                        </p:tgtEl>
                                      </p:cBhvr>
                                    </p:animEffect>
                                    <p:set>
                                      <p:cBhvr>
                                        <p:cTn id="12" dur="1" fill="hold">
                                          <p:stCondLst>
                                            <p:cond delay="999"/>
                                          </p:stCondLst>
                                        </p:cTn>
                                        <p:tgtEl>
                                          <p:spTgt spid="156711"/>
                                        </p:tgtEl>
                                        <p:attrNameLst>
                                          <p:attrName>style.visibility</p:attrName>
                                        </p:attrNameLst>
                                      </p:cBhvr>
                                      <p:to>
                                        <p:strVal val="hidden"/>
                                      </p:to>
                                    </p:set>
                                  </p:childTnLst>
                                </p:cTn>
                              </p:par>
                              <p:par>
                                <p:cTn id="13" presetID="10" presetClass="exit" presetSubtype="0" fill="hold" nodeType="withEffect">
                                  <p:stCondLst>
                                    <p:cond delay="0"/>
                                  </p:stCondLst>
                                  <p:childTnLst>
                                    <p:animEffect transition="out" filter="fade">
                                      <p:cBhvr>
                                        <p:cTn id="14" dur="2000"/>
                                        <p:tgtEl>
                                          <p:spTgt spid="6"/>
                                        </p:tgtEl>
                                      </p:cBhvr>
                                    </p:animEffect>
                                    <p:set>
                                      <p:cBhvr>
                                        <p:cTn id="15" dur="1" fill="hold">
                                          <p:stCondLst>
                                            <p:cond delay="1999"/>
                                          </p:stCondLst>
                                        </p:cTn>
                                        <p:tgtEl>
                                          <p:spTgt spid="6"/>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2000"/>
                                        <p:tgtEl>
                                          <p:spTgt spid="9"/>
                                        </p:tgtEl>
                                      </p:cBhvr>
                                    </p:animEffect>
                                    <p:set>
                                      <p:cBhvr>
                                        <p:cTn id="18" dur="1" fill="hold">
                                          <p:stCondLst>
                                            <p:cond delay="1999"/>
                                          </p:stCondLst>
                                        </p:cTn>
                                        <p:tgtEl>
                                          <p:spTgt spid="9"/>
                                        </p:tgtEl>
                                        <p:attrNameLst>
                                          <p:attrName>style.visibility</p:attrName>
                                        </p:attrNameLst>
                                      </p:cBhvr>
                                      <p:to>
                                        <p:strVal val="hidden"/>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1000"/>
                                        <p:tgtEl>
                                          <p:spTgt spid="14"/>
                                        </p:tgtEl>
                                      </p:cBhvr>
                                    </p:animEffect>
                                  </p:childTnLst>
                                </p:cTn>
                              </p:par>
                              <p:par>
                                <p:cTn id="24" presetID="10" presetClass="entr" presetSubtype="0" fill="hold"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1000"/>
                                        <p:tgtEl>
                                          <p:spTgt spid="15"/>
                                        </p:tgtEl>
                                      </p:cBhvr>
                                    </p:animEffect>
                                  </p:childTnLst>
                                </p:cTn>
                              </p:par>
                              <p:par>
                                <p:cTn id="27" presetID="64" presetClass="path" presetSubtype="0" accel="50000" decel="50000" fill="hold" nodeType="withEffect">
                                  <p:stCondLst>
                                    <p:cond delay="0"/>
                                  </p:stCondLst>
                                  <p:childTnLst>
                                    <p:animMotion origin="layout" path="M 1.38889E-6 -3.33333E-6 L 1.38889E-6 -0.26805 " pathEditMode="relative" rAng="0" ptsTypes="AA">
                                      <p:cBhvr>
                                        <p:cTn id="28" dur="1500" fill="hold"/>
                                        <p:tgtEl>
                                          <p:spTgt spid="14"/>
                                        </p:tgtEl>
                                        <p:attrNameLst>
                                          <p:attrName>ppt_x</p:attrName>
                                          <p:attrName>ppt_y</p:attrName>
                                        </p:attrNameLst>
                                      </p:cBhvr>
                                      <p:rCtr x="0" y="-13403"/>
                                    </p:animMotion>
                                  </p:childTnLst>
                                </p:cTn>
                              </p:par>
                              <p:par>
                                <p:cTn id="29" presetID="64" presetClass="path" presetSubtype="0" accel="50000" decel="50000" fill="hold" nodeType="withEffect">
                                  <p:stCondLst>
                                    <p:cond delay="0"/>
                                  </p:stCondLst>
                                  <p:childTnLst>
                                    <p:animMotion origin="layout" path="M 1.38889E-6 -1.11111E-6 L 1.38889E-6 -0.26528 " pathEditMode="relative" rAng="0" ptsTypes="AA">
                                      <p:cBhvr>
                                        <p:cTn id="30" dur="1500" fill="hold"/>
                                        <p:tgtEl>
                                          <p:spTgt spid="15"/>
                                        </p:tgtEl>
                                        <p:attrNameLst>
                                          <p:attrName>ppt_x</p:attrName>
                                          <p:attrName>ppt_y</p:attrName>
                                        </p:attrNameLst>
                                      </p:cBhvr>
                                      <p:rCtr x="0" y="-1326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97369-0123-30A7-EFE4-51F984074164}"/>
              </a:ext>
            </a:extLst>
          </p:cNvPr>
          <p:cNvSpPr>
            <a:spLocks noGrp="1"/>
          </p:cNvSpPr>
          <p:nvPr>
            <p:ph type="title"/>
          </p:nvPr>
        </p:nvSpPr>
        <p:spPr/>
        <p:txBody>
          <a:bodyPr/>
          <a:lstStyle/>
          <a:p>
            <a:r>
              <a:rPr lang="en-GB" altLang="en-US" dirty="0">
                <a:solidFill>
                  <a:srgbClr val="C00000"/>
                </a:solidFill>
              </a:rPr>
              <a:t>RAID LEVEL 2</a:t>
            </a:r>
            <a:endParaRPr lang="en-IN" dirty="0">
              <a:solidFill>
                <a:srgbClr val="C00000"/>
              </a:solidFill>
            </a:endParaRPr>
          </a:p>
        </p:txBody>
      </p:sp>
      <p:sp>
        <p:nvSpPr>
          <p:cNvPr id="4" name="Rectangle 3">
            <a:extLst>
              <a:ext uri="{FF2B5EF4-FFF2-40B4-BE49-F238E27FC236}">
                <a16:creationId xmlns:a16="http://schemas.microsoft.com/office/drawing/2014/main" id="{10477C57-8F00-96EB-72A0-F3160EC94400}"/>
              </a:ext>
            </a:extLst>
          </p:cNvPr>
          <p:cNvSpPr>
            <a:spLocks noGrp="1" noChangeArrowheads="1"/>
          </p:cNvSpPr>
          <p:nvPr>
            <p:ph idx="1"/>
          </p:nvPr>
        </p:nvSpPr>
        <p:spPr>
          <a:xfrm>
            <a:off x="212725" y="1041400"/>
            <a:ext cx="8705850" cy="5329237"/>
          </a:xfrm>
          <a:extLst>
            <a:ext uri="{91240B29-F687-4F45-9708-019B960494DF}">
              <a14:hiddenLine xmlns:a14="http://schemas.microsoft.com/office/drawing/2010/main" w="9525">
                <a:solidFill>
                  <a:srgbClr val="000000"/>
                </a:solidFill>
                <a:round/>
                <a:headEnd/>
                <a:tailEnd/>
              </a14:hiddenLine>
            </a:ext>
          </a:extLst>
        </p:spPr>
        <p:txBody>
          <a:bodyPr lIns="92160" tIns="46080" rIns="92160" bIns="46080"/>
          <a:lstStyle/>
          <a:p>
            <a:pPr marL="341313" indent="-341313"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100" dirty="0"/>
              <a:t>Instead of duplicating the data blocks we use an </a:t>
            </a:r>
            <a:r>
              <a:rPr lang="en-GB" altLang="en-US" sz="2100" b="1" dirty="0"/>
              <a:t>error correction</a:t>
            </a:r>
            <a:r>
              <a:rPr lang="en-GB" altLang="en-US" sz="2100" dirty="0"/>
              <a:t> code</a:t>
            </a:r>
          </a:p>
          <a:p>
            <a:pPr marL="341313" indent="-341313"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100" b="1" i="1" dirty="0"/>
              <a:t>Very bad idea</a:t>
            </a:r>
            <a:r>
              <a:rPr lang="en-GB" altLang="en-US" sz="2100" dirty="0"/>
              <a:t> because disk drives either work correctly or do not work at all</a:t>
            </a:r>
          </a:p>
          <a:p>
            <a:pPr marL="741363" lvl="1" indent="-284163"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dirty="0"/>
              <a:t>Only possible errors are </a:t>
            </a:r>
            <a:r>
              <a:rPr lang="en-GB" altLang="en-US" b="1" i="1" dirty="0"/>
              <a:t>omission errors</a:t>
            </a:r>
          </a:p>
          <a:p>
            <a:pPr marL="741363" lvl="1" indent="-284163"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dirty="0"/>
              <a:t>We need an </a:t>
            </a:r>
            <a:r>
              <a:rPr lang="en-GB" altLang="en-US" b="1" i="1" dirty="0"/>
              <a:t>omission correction code</a:t>
            </a:r>
          </a:p>
          <a:p>
            <a:pPr lvl="2"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100" dirty="0"/>
              <a:t>A parity bit is enough to correct a single omission</a:t>
            </a:r>
          </a:p>
        </p:txBody>
      </p:sp>
      <p:pic>
        <p:nvPicPr>
          <p:cNvPr id="6" name="Picture 5">
            <a:extLst>
              <a:ext uri="{FF2B5EF4-FFF2-40B4-BE49-F238E27FC236}">
                <a16:creationId xmlns:a16="http://schemas.microsoft.com/office/drawing/2014/main" id="{1617A8B8-898A-F5EC-2A30-668B220C087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3400" y="3810001"/>
            <a:ext cx="3315333" cy="2362200"/>
          </a:xfrm>
          <a:prstGeom prst="rect">
            <a:avLst/>
          </a:prstGeom>
        </p:spPr>
      </p:pic>
    </p:spTree>
    <p:extLst>
      <p:ext uri="{BB962C8B-B14F-4D97-AF65-F5344CB8AC3E}">
        <p14:creationId xmlns:p14="http://schemas.microsoft.com/office/powerpoint/2010/main" val="2518883924"/>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Date Placeholder 3">
            <a:extLst>
              <a:ext uri="{FF2B5EF4-FFF2-40B4-BE49-F238E27FC236}">
                <a16:creationId xmlns:a16="http://schemas.microsoft.com/office/drawing/2014/main" id="{273A77D7-266C-0D71-3E6F-18415A27E864}"/>
              </a:ext>
            </a:extLst>
          </p:cNvPr>
          <p:cNvSpPr>
            <a:spLocks noGrp="1"/>
          </p:cNvSpPr>
          <p:nvPr>
            <p:ph type="dt" sz="quarter" idx="10"/>
          </p:nvPr>
        </p:nvSpPr>
        <p:spPr bwMode="auto">
          <a:xfrm>
            <a:off x="685800" y="6400800"/>
            <a:ext cx="19050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defRPr sz="1400" kern="1200" smtClean="0">
                <a:solidFill>
                  <a:schemeClr val="tx1"/>
                </a:solidFill>
                <a:latin typeface="Arial" charset="0"/>
                <a:ea typeface="+mn-ea"/>
                <a:cs typeface="+mn-cs"/>
              </a:defRPr>
            </a:lvl1pPr>
            <a:lvl2pPr marL="457200" algn="ctr" rtl="0" eaLnBrk="0" fontAlgn="base" hangingPunct="0">
              <a:spcBef>
                <a:spcPct val="10000"/>
              </a:spcBef>
              <a:spcAft>
                <a:spcPct val="0"/>
              </a:spcAft>
              <a:defRPr kern="1200">
                <a:solidFill>
                  <a:schemeClr val="tx1"/>
                </a:solidFill>
                <a:latin typeface="Arial" panose="020B0604020202020204" pitchFamily="34" charset="0"/>
                <a:ea typeface="+mn-ea"/>
                <a:cs typeface="+mn-cs"/>
              </a:defRPr>
            </a:lvl2pPr>
            <a:lvl3pPr marL="914400" algn="ctr" rtl="0" eaLnBrk="0" fontAlgn="base" hangingPunct="0">
              <a:spcBef>
                <a:spcPct val="10000"/>
              </a:spcBef>
              <a:spcAft>
                <a:spcPct val="0"/>
              </a:spcAft>
              <a:defRPr kern="1200">
                <a:solidFill>
                  <a:schemeClr val="tx1"/>
                </a:solidFill>
                <a:latin typeface="Arial" panose="020B0604020202020204" pitchFamily="34" charset="0"/>
                <a:ea typeface="+mn-ea"/>
                <a:cs typeface="+mn-cs"/>
              </a:defRPr>
            </a:lvl3pPr>
            <a:lvl4pPr marL="1371600" algn="ctr" rtl="0" eaLnBrk="0" fontAlgn="base" hangingPunct="0">
              <a:spcBef>
                <a:spcPct val="10000"/>
              </a:spcBef>
              <a:spcAft>
                <a:spcPct val="0"/>
              </a:spcAft>
              <a:defRPr kern="1200">
                <a:solidFill>
                  <a:schemeClr val="tx1"/>
                </a:solidFill>
                <a:latin typeface="Arial" panose="020B0604020202020204" pitchFamily="34" charset="0"/>
                <a:ea typeface="+mn-ea"/>
                <a:cs typeface="+mn-cs"/>
              </a:defRPr>
            </a:lvl4pPr>
            <a:lvl5pPr marL="1828800" algn="ctr" rtl="0" eaLnBrk="0" fontAlgn="base" hangingPunct="0">
              <a:spcBef>
                <a:spcPct val="1000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fld id="{A21678F1-C678-4429-97F5-C1CF8CFB05E3}" type="datetime1">
              <a:rPr lang="en-US" smtClean="0"/>
              <a:pPr>
                <a:defRPr/>
              </a:pPr>
              <a:t>10/8/2025</a:t>
            </a:fld>
            <a:endParaRPr lang="en-US" altLang="en-US"/>
          </a:p>
        </p:txBody>
      </p:sp>
      <p:sp>
        <p:nvSpPr>
          <p:cNvPr id="8195" name="Slide Number Placeholder 5">
            <a:extLst>
              <a:ext uri="{FF2B5EF4-FFF2-40B4-BE49-F238E27FC236}">
                <a16:creationId xmlns:a16="http://schemas.microsoft.com/office/drawing/2014/main" id="{3BB2B885-EA71-5378-5A00-EEEE4909C5F4}"/>
              </a:ext>
            </a:extLst>
          </p:cNvPr>
          <p:cNvSpPr>
            <a:spLocks noGrp="1"/>
          </p:cNvSpPr>
          <p:nvPr>
            <p:ph type="sldNum" sz="quarter" idx="12"/>
          </p:nvPr>
        </p:nvSpPr>
        <p:spPr bwMode="auto">
          <a:xfrm>
            <a:off x="6553200" y="6400800"/>
            <a:ext cx="19050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1pPr>
            <a:lvl2pPr marL="457200" algn="ctr" rtl="0" eaLnBrk="0" fontAlgn="base" hangingPunct="0">
              <a:spcBef>
                <a:spcPct val="10000"/>
              </a:spcBef>
              <a:spcAft>
                <a:spcPct val="0"/>
              </a:spcAft>
              <a:defRPr kern="1200">
                <a:solidFill>
                  <a:schemeClr val="tx1"/>
                </a:solidFill>
                <a:latin typeface="Arial" panose="020B0604020202020204" pitchFamily="34" charset="0"/>
                <a:ea typeface="+mn-ea"/>
                <a:cs typeface="+mn-cs"/>
              </a:defRPr>
            </a:lvl2pPr>
            <a:lvl3pPr marL="914400" algn="ctr" rtl="0" eaLnBrk="0" fontAlgn="base" hangingPunct="0">
              <a:spcBef>
                <a:spcPct val="10000"/>
              </a:spcBef>
              <a:spcAft>
                <a:spcPct val="0"/>
              </a:spcAft>
              <a:defRPr kern="1200">
                <a:solidFill>
                  <a:schemeClr val="tx1"/>
                </a:solidFill>
                <a:latin typeface="Arial" panose="020B0604020202020204" pitchFamily="34" charset="0"/>
                <a:ea typeface="+mn-ea"/>
                <a:cs typeface="+mn-cs"/>
              </a:defRPr>
            </a:lvl3pPr>
            <a:lvl4pPr marL="1371600" algn="ctr" rtl="0" eaLnBrk="0" fontAlgn="base" hangingPunct="0">
              <a:spcBef>
                <a:spcPct val="10000"/>
              </a:spcBef>
              <a:spcAft>
                <a:spcPct val="0"/>
              </a:spcAft>
              <a:defRPr kern="1200">
                <a:solidFill>
                  <a:schemeClr val="tx1"/>
                </a:solidFill>
                <a:latin typeface="Arial" panose="020B0604020202020204" pitchFamily="34" charset="0"/>
                <a:ea typeface="+mn-ea"/>
                <a:cs typeface="+mn-cs"/>
              </a:defRPr>
            </a:lvl4pPr>
            <a:lvl5pPr marL="1828800" algn="ctr" rtl="0" eaLnBrk="0" fontAlgn="base" hangingPunct="0">
              <a:spcBef>
                <a:spcPct val="1000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BAAF16C2-A1D2-405D-B11E-C4F9F5C8F386}" type="slidenum">
              <a:rPr lang="en-US" altLang="en-US" smtClean="0"/>
              <a:pPr/>
              <a:t>67</a:t>
            </a:fld>
            <a:endParaRPr lang="en-US" altLang="en-US"/>
          </a:p>
        </p:txBody>
      </p:sp>
      <p:sp>
        <p:nvSpPr>
          <p:cNvPr id="8196" name="Rectangle 2">
            <a:extLst>
              <a:ext uri="{FF2B5EF4-FFF2-40B4-BE49-F238E27FC236}">
                <a16:creationId xmlns:a16="http://schemas.microsoft.com/office/drawing/2014/main" id="{86BA494E-0087-79F0-5BAE-06D31BB81001}"/>
              </a:ext>
            </a:extLst>
          </p:cNvPr>
          <p:cNvSpPr>
            <a:spLocks noGrp="1" noChangeArrowheads="1"/>
          </p:cNvSpPr>
          <p:nvPr>
            <p:ph type="title"/>
          </p:nvPr>
        </p:nvSpPr>
        <p:spPr/>
        <p:txBody>
          <a:bodyPr/>
          <a:lstStyle/>
          <a:p>
            <a:r>
              <a:rPr lang="en-US" altLang="en-US" dirty="0">
                <a:solidFill>
                  <a:srgbClr val="C00000"/>
                </a:solidFill>
              </a:rPr>
              <a:t>RAID Levels 2, 3, and 4</a:t>
            </a:r>
          </a:p>
        </p:txBody>
      </p:sp>
      <p:sp>
        <p:nvSpPr>
          <p:cNvPr id="8197" name="Rectangle 3">
            <a:extLst>
              <a:ext uri="{FF2B5EF4-FFF2-40B4-BE49-F238E27FC236}">
                <a16:creationId xmlns:a16="http://schemas.microsoft.com/office/drawing/2014/main" id="{DB2B83D9-5AB0-DA7B-FC23-72FECB150DA1}"/>
              </a:ext>
            </a:extLst>
          </p:cNvPr>
          <p:cNvSpPr>
            <a:spLocks noGrp="1" noChangeArrowheads="1"/>
          </p:cNvSpPr>
          <p:nvPr>
            <p:ph type="body" idx="1"/>
          </p:nvPr>
        </p:nvSpPr>
        <p:spPr>
          <a:xfrm>
            <a:off x="219075" y="1071563"/>
            <a:ext cx="8705850" cy="5329237"/>
          </a:xfrm>
        </p:spPr>
        <p:txBody>
          <a:bodyPr/>
          <a:lstStyle/>
          <a:p>
            <a:r>
              <a:rPr lang="en-US" altLang="en-US" sz="2100" dirty="0"/>
              <a:t>RAID levels 2, 3, and 4 use </a:t>
            </a:r>
            <a:r>
              <a:rPr lang="en-US" altLang="en-US" sz="2100" u="sng" dirty="0"/>
              <a:t>ECC</a:t>
            </a:r>
            <a:r>
              <a:rPr lang="en-US" altLang="en-US" sz="2100" dirty="0"/>
              <a:t> (error correcting code) or </a:t>
            </a:r>
            <a:r>
              <a:rPr lang="en-US" altLang="en-US" sz="2100" u="sng" dirty="0"/>
              <a:t>parity</a:t>
            </a:r>
            <a:r>
              <a:rPr lang="en-US" altLang="en-US" sz="2100" dirty="0"/>
              <a:t> disks</a:t>
            </a:r>
          </a:p>
          <a:p>
            <a:pPr lvl="1"/>
            <a:r>
              <a:rPr lang="en-US" altLang="en-US" dirty="0"/>
              <a:t>E.g., each byte on the parity disk is a parity function of the corresponding bytes on all the other disks</a:t>
            </a:r>
          </a:p>
          <a:p>
            <a:r>
              <a:rPr lang="en-US" altLang="en-US" sz="2100" dirty="0"/>
              <a:t>A read accesses all the data disks</a:t>
            </a:r>
          </a:p>
          <a:p>
            <a:r>
              <a:rPr lang="en-US" altLang="en-US" sz="2100" dirty="0"/>
              <a:t>A write accesses all the data disks plus the parity disk</a:t>
            </a:r>
          </a:p>
          <a:p>
            <a:r>
              <a:rPr lang="en-US" altLang="en-US" sz="2100" dirty="0"/>
              <a:t>On disk failure, read the remaining disks plus the parity disk to compute the missing data</a:t>
            </a:r>
          </a:p>
        </p:txBody>
      </p:sp>
      <p:grpSp>
        <p:nvGrpSpPr>
          <p:cNvPr id="8198" name="Group 4">
            <a:extLst>
              <a:ext uri="{FF2B5EF4-FFF2-40B4-BE49-F238E27FC236}">
                <a16:creationId xmlns:a16="http://schemas.microsoft.com/office/drawing/2014/main" id="{E1C65031-BD1B-6D30-6F97-9BAF412B89AF}"/>
              </a:ext>
            </a:extLst>
          </p:cNvPr>
          <p:cNvGrpSpPr>
            <a:grpSpLocks/>
          </p:cNvGrpSpPr>
          <p:nvPr/>
        </p:nvGrpSpPr>
        <p:grpSpPr bwMode="auto">
          <a:xfrm>
            <a:off x="1676400" y="4800600"/>
            <a:ext cx="4749800" cy="1524000"/>
            <a:chOff x="1056" y="3024"/>
            <a:chExt cx="2992" cy="960"/>
          </a:xfrm>
        </p:grpSpPr>
        <p:grpSp>
          <p:nvGrpSpPr>
            <p:cNvPr id="8200" name="Group 5">
              <a:extLst>
                <a:ext uri="{FF2B5EF4-FFF2-40B4-BE49-F238E27FC236}">
                  <a16:creationId xmlns:a16="http://schemas.microsoft.com/office/drawing/2014/main" id="{8FD0DC75-99F9-D9B6-C83E-D1498ECEDD47}"/>
                </a:ext>
              </a:extLst>
            </p:cNvPr>
            <p:cNvGrpSpPr>
              <a:grpSpLocks/>
            </p:cNvGrpSpPr>
            <p:nvPr/>
          </p:nvGrpSpPr>
          <p:grpSpPr bwMode="auto">
            <a:xfrm>
              <a:off x="1056" y="3552"/>
              <a:ext cx="336" cy="432"/>
              <a:chOff x="720" y="3264"/>
              <a:chExt cx="336" cy="432"/>
            </a:xfrm>
          </p:grpSpPr>
          <p:sp>
            <p:nvSpPr>
              <p:cNvPr id="8219" name="AutoShape 6">
                <a:extLst>
                  <a:ext uri="{FF2B5EF4-FFF2-40B4-BE49-F238E27FC236}">
                    <a16:creationId xmlns:a16="http://schemas.microsoft.com/office/drawing/2014/main" id="{D45FD90A-EC32-6DFF-F661-1F091112EF39}"/>
                  </a:ext>
                </a:extLst>
              </p:cNvPr>
              <p:cNvSpPr>
                <a:spLocks noChangeArrowheads="1"/>
              </p:cNvSpPr>
              <p:nvPr/>
            </p:nvSpPr>
            <p:spPr bwMode="auto">
              <a:xfrm>
                <a:off x="720" y="3264"/>
                <a:ext cx="336" cy="432"/>
              </a:xfrm>
              <a:prstGeom prst="can">
                <a:avLst>
                  <a:gd name="adj" fmla="val 32143"/>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10000"/>
                  </a:spcBef>
                  <a:spcAft>
                    <a:spcPct val="0"/>
                  </a:spcAft>
                  <a:defRPr>
                    <a:solidFill>
                      <a:schemeClr val="tx1"/>
                    </a:solidFill>
                    <a:latin typeface="Arial" panose="020B0604020202020204" pitchFamily="34" charset="0"/>
                  </a:defRPr>
                </a:lvl6pPr>
                <a:lvl7pPr marL="2971800" indent="-228600" algn="ctr" eaLnBrk="0" fontAlgn="base" hangingPunct="0">
                  <a:spcBef>
                    <a:spcPct val="10000"/>
                  </a:spcBef>
                  <a:spcAft>
                    <a:spcPct val="0"/>
                  </a:spcAft>
                  <a:defRPr>
                    <a:solidFill>
                      <a:schemeClr val="tx1"/>
                    </a:solidFill>
                    <a:latin typeface="Arial" panose="020B0604020202020204" pitchFamily="34" charset="0"/>
                  </a:defRPr>
                </a:lvl7pPr>
                <a:lvl8pPr marL="3429000" indent="-228600" algn="ctr" eaLnBrk="0" fontAlgn="base" hangingPunct="0">
                  <a:spcBef>
                    <a:spcPct val="10000"/>
                  </a:spcBef>
                  <a:spcAft>
                    <a:spcPct val="0"/>
                  </a:spcAft>
                  <a:defRPr>
                    <a:solidFill>
                      <a:schemeClr val="tx1"/>
                    </a:solidFill>
                    <a:latin typeface="Arial" panose="020B0604020202020204" pitchFamily="34" charset="0"/>
                  </a:defRPr>
                </a:lvl8pPr>
                <a:lvl9pPr marL="3886200" indent="-228600" algn="ctr" eaLnBrk="0" fontAlgn="base" hangingPunct="0">
                  <a:spcBef>
                    <a:spcPct val="10000"/>
                  </a:spcBef>
                  <a:spcAft>
                    <a:spcPct val="0"/>
                  </a:spcAft>
                  <a:defRPr>
                    <a:solidFill>
                      <a:schemeClr val="tx1"/>
                    </a:solidFill>
                    <a:latin typeface="Arial" panose="020B0604020202020204" pitchFamily="34" charset="0"/>
                  </a:defRPr>
                </a:lvl9pPr>
              </a:lstStyle>
              <a:p>
                <a:endParaRPr lang="en-US" altLang="en-US"/>
              </a:p>
            </p:txBody>
          </p:sp>
          <p:sp>
            <p:nvSpPr>
              <p:cNvPr id="8220" name="Oval 7" descr="Small grid">
                <a:extLst>
                  <a:ext uri="{FF2B5EF4-FFF2-40B4-BE49-F238E27FC236}">
                    <a16:creationId xmlns:a16="http://schemas.microsoft.com/office/drawing/2014/main" id="{6EB7AE37-1B5D-B5DC-72A1-FBC46E12D072}"/>
                  </a:ext>
                </a:extLst>
              </p:cNvPr>
              <p:cNvSpPr>
                <a:spLocks noChangeArrowheads="1"/>
              </p:cNvSpPr>
              <p:nvPr/>
            </p:nvSpPr>
            <p:spPr bwMode="auto">
              <a:xfrm>
                <a:off x="720" y="3456"/>
                <a:ext cx="336" cy="96"/>
              </a:xfrm>
              <a:prstGeom prst="ellipse">
                <a:avLst/>
              </a:prstGeom>
              <a:pattFill prst="smGrid">
                <a:fgClr>
                  <a:schemeClr val="tx1"/>
                </a:fgClr>
                <a:bgClr>
                  <a:schemeClr val="bg1"/>
                </a:bgClr>
              </a:pattFill>
              <a:ln w="12700">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10000"/>
                  </a:spcBef>
                  <a:spcAft>
                    <a:spcPct val="0"/>
                  </a:spcAft>
                  <a:defRPr>
                    <a:solidFill>
                      <a:schemeClr val="tx1"/>
                    </a:solidFill>
                    <a:latin typeface="Arial" panose="020B0604020202020204" pitchFamily="34" charset="0"/>
                  </a:defRPr>
                </a:lvl6pPr>
                <a:lvl7pPr marL="2971800" indent="-228600" algn="ctr" eaLnBrk="0" fontAlgn="base" hangingPunct="0">
                  <a:spcBef>
                    <a:spcPct val="10000"/>
                  </a:spcBef>
                  <a:spcAft>
                    <a:spcPct val="0"/>
                  </a:spcAft>
                  <a:defRPr>
                    <a:solidFill>
                      <a:schemeClr val="tx1"/>
                    </a:solidFill>
                    <a:latin typeface="Arial" panose="020B0604020202020204" pitchFamily="34" charset="0"/>
                  </a:defRPr>
                </a:lvl7pPr>
                <a:lvl8pPr marL="3429000" indent="-228600" algn="ctr" eaLnBrk="0" fontAlgn="base" hangingPunct="0">
                  <a:spcBef>
                    <a:spcPct val="10000"/>
                  </a:spcBef>
                  <a:spcAft>
                    <a:spcPct val="0"/>
                  </a:spcAft>
                  <a:defRPr>
                    <a:solidFill>
                      <a:schemeClr val="tx1"/>
                    </a:solidFill>
                    <a:latin typeface="Arial" panose="020B0604020202020204" pitchFamily="34" charset="0"/>
                  </a:defRPr>
                </a:lvl8pPr>
                <a:lvl9pPr marL="3886200" indent="-228600" algn="ctr" eaLnBrk="0" fontAlgn="base" hangingPunct="0">
                  <a:spcBef>
                    <a:spcPct val="10000"/>
                  </a:spcBef>
                  <a:spcAft>
                    <a:spcPct val="0"/>
                  </a:spcAft>
                  <a:defRPr>
                    <a:solidFill>
                      <a:schemeClr val="tx1"/>
                    </a:solidFill>
                    <a:latin typeface="Arial" panose="020B0604020202020204" pitchFamily="34" charset="0"/>
                  </a:defRPr>
                </a:lvl9pPr>
              </a:lstStyle>
              <a:p>
                <a:endParaRPr lang="en-US" altLang="en-US"/>
              </a:p>
            </p:txBody>
          </p:sp>
        </p:grpSp>
        <p:grpSp>
          <p:nvGrpSpPr>
            <p:cNvPr id="8201" name="Group 8">
              <a:extLst>
                <a:ext uri="{FF2B5EF4-FFF2-40B4-BE49-F238E27FC236}">
                  <a16:creationId xmlns:a16="http://schemas.microsoft.com/office/drawing/2014/main" id="{5B3291F6-B4C8-B9BD-D6B5-34189FA62BA5}"/>
                </a:ext>
              </a:extLst>
            </p:cNvPr>
            <p:cNvGrpSpPr>
              <a:grpSpLocks/>
            </p:cNvGrpSpPr>
            <p:nvPr/>
          </p:nvGrpSpPr>
          <p:grpSpPr bwMode="auto">
            <a:xfrm>
              <a:off x="1584" y="3552"/>
              <a:ext cx="336" cy="432"/>
              <a:chOff x="720" y="3264"/>
              <a:chExt cx="336" cy="432"/>
            </a:xfrm>
          </p:grpSpPr>
          <p:sp>
            <p:nvSpPr>
              <p:cNvPr id="8217" name="AutoShape 9">
                <a:extLst>
                  <a:ext uri="{FF2B5EF4-FFF2-40B4-BE49-F238E27FC236}">
                    <a16:creationId xmlns:a16="http://schemas.microsoft.com/office/drawing/2014/main" id="{EE20B792-1F00-B578-7DB4-FAB84A10A8E1}"/>
                  </a:ext>
                </a:extLst>
              </p:cNvPr>
              <p:cNvSpPr>
                <a:spLocks noChangeArrowheads="1"/>
              </p:cNvSpPr>
              <p:nvPr/>
            </p:nvSpPr>
            <p:spPr bwMode="auto">
              <a:xfrm>
                <a:off x="720" y="3264"/>
                <a:ext cx="336" cy="432"/>
              </a:xfrm>
              <a:prstGeom prst="can">
                <a:avLst>
                  <a:gd name="adj" fmla="val 32143"/>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10000"/>
                  </a:spcBef>
                  <a:spcAft>
                    <a:spcPct val="0"/>
                  </a:spcAft>
                  <a:defRPr>
                    <a:solidFill>
                      <a:schemeClr val="tx1"/>
                    </a:solidFill>
                    <a:latin typeface="Arial" panose="020B0604020202020204" pitchFamily="34" charset="0"/>
                  </a:defRPr>
                </a:lvl6pPr>
                <a:lvl7pPr marL="2971800" indent="-228600" algn="ctr" eaLnBrk="0" fontAlgn="base" hangingPunct="0">
                  <a:spcBef>
                    <a:spcPct val="10000"/>
                  </a:spcBef>
                  <a:spcAft>
                    <a:spcPct val="0"/>
                  </a:spcAft>
                  <a:defRPr>
                    <a:solidFill>
                      <a:schemeClr val="tx1"/>
                    </a:solidFill>
                    <a:latin typeface="Arial" panose="020B0604020202020204" pitchFamily="34" charset="0"/>
                  </a:defRPr>
                </a:lvl7pPr>
                <a:lvl8pPr marL="3429000" indent="-228600" algn="ctr" eaLnBrk="0" fontAlgn="base" hangingPunct="0">
                  <a:spcBef>
                    <a:spcPct val="10000"/>
                  </a:spcBef>
                  <a:spcAft>
                    <a:spcPct val="0"/>
                  </a:spcAft>
                  <a:defRPr>
                    <a:solidFill>
                      <a:schemeClr val="tx1"/>
                    </a:solidFill>
                    <a:latin typeface="Arial" panose="020B0604020202020204" pitchFamily="34" charset="0"/>
                  </a:defRPr>
                </a:lvl8pPr>
                <a:lvl9pPr marL="3886200" indent="-228600" algn="ctr" eaLnBrk="0" fontAlgn="base" hangingPunct="0">
                  <a:spcBef>
                    <a:spcPct val="10000"/>
                  </a:spcBef>
                  <a:spcAft>
                    <a:spcPct val="0"/>
                  </a:spcAft>
                  <a:defRPr>
                    <a:solidFill>
                      <a:schemeClr val="tx1"/>
                    </a:solidFill>
                    <a:latin typeface="Arial" panose="020B0604020202020204" pitchFamily="34" charset="0"/>
                  </a:defRPr>
                </a:lvl9pPr>
              </a:lstStyle>
              <a:p>
                <a:endParaRPr lang="en-US" altLang="en-US"/>
              </a:p>
            </p:txBody>
          </p:sp>
          <p:sp>
            <p:nvSpPr>
              <p:cNvPr id="8218" name="Oval 10" descr="Small grid">
                <a:extLst>
                  <a:ext uri="{FF2B5EF4-FFF2-40B4-BE49-F238E27FC236}">
                    <a16:creationId xmlns:a16="http://schemas.microsoft.com/office/drawing/2014/main" id="{88A81D7A-CFB1-18B5-4F6D-AFD96A8B573D}"/>
                  </a:ext>
                </a:extLst>
              </p:cNvPr>
              <p:cNvSpPr>
                <a:spLocks noChangeArrowheads="1"/>
              </p:cNvSpPr>
              <p:nvPr/>
            </p:nvSpPr>
            <p:spPr bwMode="auto">
              <a:xfrm>
                <a:off x="720" y="3456"/>
                <a:ext cx="336" cy="96"/>
              </a:xfrm>
              <a:prstGeom prst="ellipse">
                <a:avLst/>
              </a:prstGeom>
              <a:pattFill prst="smGrid">
                <a:fgClr>
                  <a:schemeClr val="tx1"/>
                </a:fgClr>
                <a:bgClr>
                  <a:schemeClr val="bg1"/>
                </a:bgClr>
              </a:pattFill>
              <a:ln w="12700">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10000"/>
                  </a:spcBef>
                  <a:spcAft>
                    <a:spcPct val="0"/>
                  </a:spcAft>
                  <a:defRPr>
                    <a:solidFill>
                      <a:schemeClr val="tx1"/>
                    </a:solidFill>
                    <a:latin typeface="Arial" panose="020B0604020202020204" pitchFamily="34" charset="0"/>
                  </a:defRPr>
                </a:lvl6pPr>
                <a:lvl7pPr marL="2971800" indent="-228600" algn="ctr" eaLnBrk="0" fontAlgn="base" hangingPunct="0">
                  <a:spcBef>
                    <a:spcPct val="10000"/>
                  </a:spcBef>
                  <a:spcAft>
                    <a:spcPct val="0"/>
                  </a:spcAft>
                  <a:defRPr>
                    <a:solidFill>
                      <a:schemeClr val="tx1"/>
                    </a:solidFill>
                    <a:latin typeface="Arial" panose="020B0604020202020204" pitchFamily="34" charset="0"/>
                  </a:defRPr>
                </a:lvl7pPr>
                <a:lvl8pPr marL="3429000" indent="-228600" algn="ctr" eaLnBrk="0" fontAlgn="base" hangingPunct="0">
                  <a:spcBef>
                    <a:spcPct val="10000"/>
                  </a:spcBef>
                  <a:spcAft>
                    <a:spcPct val="0"/>
                  </a:spcAft>
                  <a:defRPr>
                    <a:solidFill>
                      <a:schemeClr val="tx1"/>
                    </a:solidFill>
                    <a:latin typeface="Arial" panose="020B0604020202020204" pitchFamily="34" charset="0"/>
                  </a:defRPr>
                </a:lvl8pPr>
                <a:lvl9pPr marL="3886200" indent="-228600" algn="ctr" eaLnBrk="0" fontAlgn="base" hangingPunct="0">
                  <a:spcBef>
                    <a:spcPct val="10000"/>
                  </a:spcBef>
                  <a:spcAft>
                    <a:spcPct val="0"/>
                  </a:spcAft>
                  <a:defRPr>
                    <a:solidFill>
                      <a:schemeClr val="tx1"/>
                    </a:solidFill>
                    <a:latin typeface="Arial" panose="020B0604020202020204" pitchFamily="34" charset="0"/>
                  </a:defRPr>
                </a:lvl9pPr>
              </a:lstStyle>
              <a:p>
                <a:endParaRPr lang="en-US" altLang="en-US"/>
              </a:p>
            </p:txBody>
          </p:sp>
        </p:grpSp>
        <p:grpSp>
          <p:nvGrpSpPr>
            <p:cNvPr id="8202" name="Group 11">
              <a:extLst>
                <a:ext uri="{FF2B5EF4-FFF2-40B4-BE49-F238E27FC236}">
                  <a16:creationId xmlns:a16="http://schemas.microsoft.com/office/drawing/2014/main" id="{5A659CA1-9639-5CA5-8055-33B8E00C87CC}"/>
                </a:ext>
              </a:extLst>
            </p:cNvPr>
            <p:cNvGrpSpPr>
              <a:grpSpLocks/>
            </p:cNvGrpSpPr>
            <p:nvPr/>
          </p:nvGrpSpPr>
          <p:grpSpPr bwMode="auto">
            <a:xfrm>
              <a:off x="2112" y="3552"/>
              <a:ext cx="336" cy="432"/>
              <a:chOff x="720" y="3264"/>
              <a:chExt cx="336" cy="432"/>
            </a:xfrm>
          </p:grpSpPr>
          <p:sp>
            <p:nvSpPr>
              <p:cNvPr id="8215" name="AutoShape 12">
                <a:extLst>
                  <a:ext uri="{FF2B5EF4-FFF2-40B4-BE49-F238E27FC236}">
                    <a16:creationId xmlns:a16="http://schemas.microsoft.com/office/drawing/2014/main" id="{9BFECFC6-E55C-31D2-4C63-A0B6360F002A}"/>
                  </a:ext>
                </a:extLst>
              </p:cNvPr>
              <p:cNvSpPr>
                <a:spLocks noChangeArrowheads="1"/>
              </p:cNvSpPr>
              <p:nvPr/>
            </p:nvSpPr>
            <p:spPr bwMode="auto">
              <a:xfrm>
                <a:off x="720" y="3264"/>
                <a:ext cx="336" cy="432"/>
              </a:xfrm>
              <a:prstGeom prst="can">
                <a:avLst>
                  <a:gd name="adj" fmla="val 32143"/>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10000"/>
                  </a:spcBef>
                  <a:spcAft>
                    <a:spcPct val="0"/>
                  </a:spcAft>
                  <a:defRPr>
                    <a:solidFill>
                      <a:schemeClr val="tx1"/>
                    </a:solidFill>
                    <a:latin typeface="Arial" panose="020B0604020202020204" pitchFamily="34" charset="0"/>
                  </a:defRPr>
                </a:lvl6pPr>
                <a:lvl7pPr marL="2971800" indent="-228600" algn="ctr" eaLnBrk="0" fontAlgn="base" hangingPunct="0">
                  <a:spcBef>
                    <a:spcPct val="10000"/>
                  </a:spcBef>
                  <a:spcAft>
                    <a:spcPct val="0"/>
                  </a:spcAft>
                  <a:defRPr>
                    <a:solidFill>
                      <a:schemeClr val="tx1"/>
                    </a:solidFill>
                    <a:latin typeface="Arial" panose="020B0604020202020204" pitchFamily="34" charset="0"/>
                  </a:defRPr>
                </a:lvl7pPr>
                <a:lvl8pPr marL="3429000" indent="-228600" algn="ctr" eaLnBrk="0" fontAlgn="base" hangingPunct="0">
                  <a:spcBef>
                    <a:spcPct val="10000"/>
                  </a:spcBef>
                  <a:spcAft>
                    <a:spcPct val="0"/>
                  </a:spcAft>
                  <a:defRPr>
                    <a:solidFill>
                      <a:schemeClr val="tx1"/>
                    </a:solidFill>
                    <a:latin typeface="Arial" panose="020B0604020202020204" pitchFamily="34" charset="0"/>
                  </a:defRPr>
                </a:lvl8pPr>
                <a:lvl9pPr marL="3886200" indent="-228600" algn="ctr" eaLnBrk="0" fontAlgn="base" hangingPunct="0">
                  <a:spcBef>
                    <a:spcPct val="10000"/>
                  </a:spcBef>
                  <a:spcAft>
                    <a:spcPct val="0"/>
                  </a:spcAft>
                  <a:defRPr>
                    <a:solidFill>
                      <a:schemeClr val="tx1"/>
                    </a:solidFill>
                    <a:latin typeface="Arial" panose="020B0604020202020204" pitchFamily="34" charset="0"/>
                  </a:defRPr>
                </a:lvl9pPr>
              </a:lstStyle>
              <a:p>
                <a:endParaRPr lang="en-US" altLang="en-US"/>
              </a:p>
            </p:txBody>
          </p:sp>
          <p:sp>
            <p:nvSpPr>
              <p:cNvPr id="8216" name="Oval 13" descr="Small grid">
                <a:extLst>
                  <a:ext uri="{FF2B5EF4-FFF2-40B4-BE49-F238E27FC236}">
                    <a16:creationId xmlns:a16="http://schemas.microsoft.com/office/drawing/2014/main" id="{F3306BE8-2D87-79F8-CB34-580CCC289E0F}"/>
                  </a:ext>
                </a:extLst>
              </p:cNvPr>
              <p:cNvSpPr>
                <a:spLocks noChangeArrowheads="1"/>
              </p:cNvSpPr>
              <p:nvPr/>
            </p:nvSpPr>
            <p:spPr bwMode="auto">
              <a:xfrm>
                <a:off x="720" y="3456"/>
                <a:ext cx="336" cy="96"/>
              </a:xfrm>
              <a:prstGeom prst="ellipse">
                <a:avLst/>
              </a:prstGeom>
              <a:pattFill prst="smGrid">
                <a:fgClr>
                  <a:schemeClr val="tx1"/>
                </a:fgClr>
                <a:bgClr>
                  <a:schemeClr val="bg1"/>
                </a:bgClr>
              </a:pattFill>
              <a:ln w="12700">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10000"/>
                  </a:spcBef>
                  <a:spcAft>
                    <a:spcPct val="0"/>
                  </a:spcAft>
                  <a:defRPr>
                    <a:solidFill>
                      <a:schemeClr val="tx1"/>
                    </a:solidFill>
                    <a:latin typeface="Arial" panose="020B0604020202020204" pitchFamily="34" charset="0"/>
                  </a:defRPr>
                </a:lvl6pPr>
                <a:lvl7pPr marL="2971800" indent="-228600" algn="ctr" eaLnBrk="0" fontAlgn="base" hangingPunct="0">
                  <a:spcBef>
                    <a:spcPct val="10000"/>
                  </a:spcBef>
                  <a:spcAft>
                    <a:spcPct val="0"/>
                  </a:spcAft>
                  <a:defRPr>
                    <a:solidFill>
                      <a:schemeClr val="tx1"/>
                    </a:solidFill>
                    <a:latin typeface="Arial" panose="020B0604020202020204" pitchFamily="34" charset="0"/>
                  </a:defRPr>
                </a:lvl7pPr>
                <a:lvl8pPr marL="3429000" indent="-228600" algn="ctr" eaLnBrk="0" fontAlgn="base" hangingPunct="0">
                  <a:spcBef>
                    <a:spcPct val="10000"/>
                  </a:spcBef>
                  <a:spcAft>
                    <a:spcPct val="0"/>
                  </a:spcAft>
                  <a:defRPr>
                    <a:solidFill>
                      <a:schemeClr val="tx1"/>
                    </a:solidFill>
                    <a:latin typeface="Arial" panose="020B0604020202020204" pitchFamily="34" charset="0"/>
                  </a:defRPr>
                </a:lvl8pPr>
                <a:lvl9pPr marL="3886200" indent="-228600" algn="ctr" eaLnBrk="0" fontAlgn="base" hangingPunct="0">
                  <a:spcBef>
                    <a:spcPct val="10000"/>
                  </a:spcBef>
                  <a:spcAft>
                    <a:spcPct val="0"/>
                  </a:spcAft>
                  <a:defRPr>
                    <a:solidFill>
                      <a:schemeClr val="tx1"/>
                    </a:solidFill>
                    <a:latin typeface="Arial" panose="020B0604020202020204" pitchFamily="34" charset="0"/>
                  </a:defRPr>
                </a:lvl9pPr>
              </a:lstStyle>
              <a:p>
                <a:endParaRPr lang="en-US" altLang="en-US"/>
              </a:p>
            </p:txBody>
          </p:sp>
        </p:grpSp>
        <p:grpSp>
          <p:nvGrpSpPr>
            <p:cNvPr id="8203" name="Group 14">
              <a:extLst>
                <a:ext uri="{FF2B5EF4-FFF2-40B4-BE49-F238E27FC236}">
                  <a16:creationId xmlns:a16="http://schemas.microsoft.com/office/drawing/2014/main" id="{296781D7-2E1F-D0CF-2D13-F72C7AF3FAE6}"/>
                </a:ext>
              </a:extLst>
            </p:cNvPr>
            <p:cNvGrpSpPr>
              <a:grpSpLocks/>
            </p:cNvGrpSpPr>
            <p:nvPr/>
          </p:nvGrpSpPr>
          <p:grpSpPr bwMode="auto">
            <a:xfrm>
              <a:off x="2640" y="3552"/>
              <a:ext cx="336" cy="432"/>
              <a:chOff x="720" y="3264"/>
              <a:chExt cx="336" cy="432"/>
            </a:xfrm>
          </p:grpSpPr>
          <p:sp>
            <p:nvSpPr>
              <p:cNvPr id="8213" name="AutoShape 15">
                <a:extLst>
                  <a:ext uri="{FF2B5EF4-FFF2-40B4-BE49-F238E27FC236}">
                    <a16:creationId xmlns:a16="http://schemas.microsoft.com/office/drawing/2014/main" id="{2B6749D0-134C-E5A3-E3B5-795FB6A23DE2}"/>
                  </a:ext>
                </a:extLst>
              </p:cNvPr>
              <p:cNvSpPr>
                <a:spLocks noChangeArrowheads="1"/>
              </p:cNvSpPr>
              <p:nvPr/>
            </p:nvSpPr>
            <p:spPr bwMode="auto">
              <a:xfrm>
                <a:off x="720" y="3264"/>
                <a:ext cx="336" cy="432"/>
              </a:xfrm>
              <a:prstGeom prst="can">
                <a:avLst>
                  <a:gd name="adj" fmla="val 32143"/>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10000"/>
                  </a:spcBef>
                  <a:spcAft>
                    <a:spcPct val="0"/>
                  </a:spcAft>
                  <a:defRPr>
                    <a:solidFill>
                      <a:schemeClr val="tx1"/>
                    </a:solidFill>
                    <a:latin typeface="Arial" panose="020B0604020202020204" pitchFamily="34" charset="0"/>
                  </a:defRPr>
                </a:lvl6pPr>
                <a:lvl7pPr marL="2971800" indent="-228600" algn="ctr" eaLnBrk="0" fontAlgn="base" hangingPunct="0">
                  <a:spcBef>
                    <a:spcPct val="10000"/>
                  </a:spcBef>
                  <a:spcAft>
                    <a:spcPct val="0"/>
                  </a:spcAft>
                  <a:defRPr>
                    <a:solidFill>
                      <a:schemeClr val="tx1"/>
                    </a:solidFill>
                    <a:latin typeface="Arial" panose="020B0604020202020204" pitchFamily="34" charset="0"/>
                  </a:defRPr>
                </a:lvl7pPr>
                <a:lvl8pPr marL="3429000" indent="-228600" algn="ctr" eaLnBrk="0" fontAlgn="base" hangingPunct="0">
                  <a:spcBef>
                    <a:spcPct val="10000"/>
                  </a:spcBef>
                  <a:spcAft>
                    <a:spcPct val="0"/>
                  </a:spcAft>
                  <a:defRPr>
                    <a:solidFill>
                      <a:schemeClr val="tx1"/>
                    </a:solidFill>
                    <a:latin typeface="Arial" panose="020B0604020202020204" pitchFamily="34" charset="0"/>
                  </a:defRPr>
                </a:lvl8pPr>
                <a:lvl9pPr marL="3886200" indent="-228600" algn="ctr" eaLnBrk="0" fontAlgn="base" hangingPunct="0">
                  <a:spcBef>
                    <a:spcPct val="10000"/>
                  </a:spcBef>
                  <a:spcAft>
                    <a:spcPct val="0"/>
                  </a:spcAft>
                  <a:defRPr>
                    <a:solidFill>
                      <a:schemeClr val="tx1"/>
                    </a:solidFill>
                    <a:latin typeface="Arial" panose="020B0604020202020204" pitchFamily="34" charset="0"/>
                  </a:defRPr>
                </a:lvl9pPr>
              </a:lstStyle>
              <a:p>
                <a:endParaRPr lang="en-US" altLang="en-US"/>
              </a:p>
            </p:txBody>
          </p:sp>
          <p:sp>
            <p:nvSpPr>
              <p:cNvPr id="8214" name="Oval 16" descr="Small grid">
                <a:extLst>
                  <a:ext uri="{FF2B5EF4-FFF2-40B4-BE49-F238E27FC236}">
                    <a16:creationId xmlns:a16="http://schemas.microsoft.com/office/drawing/2014/main" id="{FD74DA8A-1C9C-2492-F10E-80A7BE97EAB8}"/>
                  </a:ext>
                </a:extLst>
              </p:cNvPr>
              <p:cNvSpPr>
                <a:spLocks noChangeArrowheads="1"/>
              </p:cNvSpPr>
              <p:nvPr/>
            </p:nvSpPr>
            <p:spPr bwMode="auto">
              <a:xfrm>
                <a:off x="720" y="3456"/>
                <a:ext cx="336" cy="96"/>
              </a:xfrm>
              <a:prstGeom prst="ellipse">
                <a:avLst/>
              </a:prstGeom>
              <a:pattFill prst="smGrid">
                <a:fgClr>
                  <a:schemeClr val="tx1"/>
                </a:fgClr>
                <a:bgClr>
                  <a:schemeClr val="bg1"/>
                </a:bgClr>
              </a:pattFill>
              <a:ln w="12700">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10000"/>
                  </a:spcBef>
                  <a:spcAft>
                    <a:spcPct val="0"/>
                  </a:spcAft>
                  <a:defRPr>
                    <a:solidFill>
                      <a:schemeClr val="tx1"/>
                    </a:solidFill>
                    <a:latin typeface="Arial" panose="020B0604020202020204" pitchFamily="34" charset="0"/>
                  </a:defRPr>
                </a:lvl6pPr>
                <a:lvl7pPr marL="2971800" indent="-228600" algn="ctr" eaLnBrk="0" fontAlgn="base" hangingPunct="0">
                  <a:spcBef>
                    <a:spcPct val="10000"/>
                  </a:spcBef>
                  <a:spcAft>
                    <a:spcPct val="0"/>
                  </a:spcAft>
                  <a:defRPr>
                    <a:solidFill>
                      <a:schemeClr val="tx1"/>
                    </a:solidFill>
                    <a:latin typeface="Arial" panose="020B0604020202020204" pitchFamily="34" charset="0"/>
                  </a:defRPr>
                </a:lvl7pPr>
                <a:lvl8pPr marL="3429000" indent="-228600" algn="ctr" eaLnBrk="0" fontAlgn="base" hangingPunct="0">
                  <a:spcBef>
                    <a:spcPct val="10000"/>
                  </a:spcBef>
                  <a:spcAft>
                    <a:spcPct val="0"/>
                  </a:spcAft>
                  <a:defRPr>
                    <a:solidFill>
                      <a:schemeClr val="tx1"/>
                    </a:solidFill>
                    <a:latin typeface="Arial" panose="020B0604020202020204" pitchFamily="34" charset="0"/>
                  </a:defRPr>
                </a:lvl8pPr>
                <a:lvl9pPr marL="3886200" indent="-228600" algn="ctr" eaLnBrk="0" fontAlgn="base" hangingPunct="0">
                  <a:spcBef>
                    <a:spcPct val="10000"/>
                  </a:spcBef>
                  <a:spcAft>
                    <a:spcPct val="0"/>
                  </a:spcAft>
                  <a:defRPr>
                    <a:solidFill>
                      <a:schemeClr val="tx1"/>
                    </a:solidFill>
                    <a:latin typeface="Arial" panose="020B0604020202020204" pitchFamily="34" charset="0"/>
                  </a:defRPr>
                </a:lvl9pPr>
              </a:lstStyle>
              <a:p>
                <a:endParaRPr lang="en-US" altLang="en-US"/>
              </a:p>
            </p:txBody>
          </p:sp>
        </p:grpSp>
        <p:sp>
          <p:nvSpPr>
            <p:cNvPr id="8204" name="Oval 17" descr="20%">
              <a:extLst>
                <a:ext uri="{FF2B5EF4-FFF2-40B4-BE49-F238E27FC236}">
                  <a16:creationId xmlns:a16="http://schemas.microsoft.com/office/drawing/2014/main" id="{7A4FFBEB-242F-EB65-2323-20DF11CE2407}"/>
                </a:ext>
              </a:extLst>
            </p:cNvPr>
            <p:cNvSpPr>
              <a:spLocks noChangeArrowheads="1"/>
            </p:cNvSpPr>
            <p:nvPr/>
          </p:nvSpPr>
          <p:spPr bwMode="auto">
            <a:xfrm>
              <a:off x="3648" y="3744"/>
              <a:ext cx="336" cy="96"/>
            </a:xfrm>
            <a:prstGeom prst="ellipse">
              <a:avLst/>
            </a:prstGeom>
            <a:pattFill prst="pct20">
              <a:fgClr>
                <a:schemeClr val="tx1"/>
              </a:fgClr>
              <a:bgClr>
                <a:schemeClr val="bg1"/>
              </a:bgClr>
            </a:pattFill>
            <a:ln w="12700">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10000"/>
                </a:spcBef>
                <a:spcAft>
                  <a:spcPct val="0"/>
                </a:spcAft>
                <a:defRPr>
                  <a:solidFill>
                    <a:schemeClr val="tx1"/>
                  </a:solidFill>
                  <a:latin typeface="Arial" panose="020B0604020202020204" pitchFamily="34" charset="0"/>
                </a:defRPr>
              </a:lvl6pPr>
              <a:lvl7pPr marL="2971800" indent="-228600" algn="ctr" eaLnBrk="0" fontAlgn="base" hangingPunct="0">
                <a:spcBef>
                  <a:spcPct val="10000"/>
                </a:spcBef>
                <a:spcAft>
                  <a:spcPct val="0"/>
                </a:spcAft>
                <a:defRPr>
                  <a:solidFill>
                    <a:schemeClr val="tx1"/>
                  </a:solidFill>
                  <a:latin typeface="Arial" panose="020B0604020202020204" pitchFamily="34" charset="0"/>
                </a:defRPr>
              </a:lvl7pPr>
              <a:lvl8pPr marL="3429000" indent="-228600" algn="ctr" eaLnBrk="0" fontAlgn="base" hangingPunct="0">
                <a:spcBef>
                  <a:spcPct val="10000"/>
                </a:spcBef>
                <a:spcAft>
                  <a:spcPct val="0"/>
                </a:spcAft>
                <a:defRPr>
                  <a:solidFill>
                    <a:schemeClr val="tx1"/>
                  </a:solidFill>
                  <a:latin typeface="Arial" panose="020B0604020202020204" pitchFamily="34" charset="0"/>
                </a:defRPr>
              </a:lvl8pPr>
              <a:lvl9pPr marL="3886200" indent="-228600" algn="ctr" eaLnBrk="0" fontAlgn="base" hangingPunct="0">
                <a:spcBef>
                  <a:spcPct val="10000"/>
                </a:spcBef>
                <a:spcAft>
                  <a:spcPct val="0"/>
                </a:spcAft>
                <a:defRPr>
                  <a:solidFill>
                    <a:schemeClr val="tx1"/>
                  </a:solidFill>
                  <a:latin typeface="Arial" panose="020B0604020202020204" pitchFamily="34" charset="0"/>
                </a:defRPr>
              </a:lvl9pPr>
            </a:lstStyle>
            <a:p>
              <a:endParaRPr lang="en-US" altLang="en-US"/>
            </a:p>
          </p:txBody>
        </p:sp>
        <p:sp>
          <p:nvSpPr>
            <p:cNvPr id="8205" name="Line 18">
              <a:extLst>
                <a:ext uri="{FF2B5EF4-FFF2-40B4-BE49-F238E27FC236}">
                  <a16:creationId xmlns:a16="http://schemas.microsoft.com/office/drawing/2014/main" id="{DAB00A91-84AA-828C-3156-8C07D499F0C0}"/>
                </a:ext>
              </a:extLst>
            </p:cNvPr>
            <p:cNvSpPr>
              <a:spLocks noChangeShapeType="1"/>
            </p:cNvSpPr>
            <p:nvPr/>
          </p:nvSpPr>
          <p:spPr bwMode="auto">
            <a:xfrm flipH="1">
              <a:off x="1296" y="3216"/>
              <a:ext cx="768" cy="2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8206" name="Line 19">
              <a:extLst>
                <a:ext uri="{FF2B5EF4-FFF2-40B4-BE49-F238E27FC236}">
                  <a16:creationId xmlns:a16="http://schemas.microsoft.com/office/drawing/2014/main" id="{5A235139-9CE0-6AD0-71B5-239BECF7F9F5}"/>
                </a:ext>
              </a:extLst>
            </p:cNvPr>
            <p:cNvSpPr>
              <a:spLocks noChangeShapeType="1"/>
            </p:cNvSpPr>
            <p:nvPr/>
          </p:nvSpPr>
          <p:spPr bwMode="auto">
            <a:xfrm flipH="1">
              <a:off x="1824" y="3216"/>
              <a:ext cx="240" cy="2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grpSp>
          <p:nvGrpSpPr>
            <p:cNvPr id="8207" name="Group 20">
              <a:extLst>
                <a:ext uri="{FF2B5EF4-FFF2-40B4-BE49-F238E27FC236}">
                  <a16:creationId xmlns:a16="http://schemas.microsoft.com/office/drawing/2014/main" id="{FBDE51C6-14CB-A943-FC04-0A32290ABECC}"/>
                </a:ext>
              </a:extLst>
            </p:cNvPr>
            <p:cNvGrpSpPr>
              <a:grpSpLocks/>
            </p:cNvGrpSpPr>
            <p:nvPr/>
          </p:nvGrpSpPr>
          <p:grpSpPr bwMode="auto">
            <a:xfrm flipH="1">
              <a:off x="2064" y="3216"/>
              <a:ext cx="768" cy="288"/>
              <a:chOff x="1392" y="3168"/>
              <a:chExt cx="768" cy="288"/>
            </a:xfrm>
          </p:grpSpPr>
          <p:sp>
            <p:nvSpPr>
              <p:cNvPr id="8211" name="Line 21">
                <a:extLst>
                  <a:ext uri="{FF2B5EF4-FFF2-40B4-BE49-F238E27FC236}">
                    <a16:creationId xmlns:a16="http://schemas.microsoft.com/office/drawing/2014/main" id="{1367F192-54D8-B76B-B7CD-CCD880D05DEA}"/>
                  </a:ext>
                </a:extLst>
              </p:cNvPr>
              <p:cNvSpPr>
                <a:spLocks noChangeShapeType="1"/>
              </p:cNvSpPr>
              <p:nvPr/>
            </p:nvSpPr>
            <p:spPr bwMode="auto">
              <a:xfrm flipH="1">
                <a:off x="1392" y="3168"/>
                <a:ext cx="768" cy="2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8212" name="Line 22">
                <a:extLst>
                  <a:ext uri="{FF2B5EF4-FFF2-40B4-BE49-F238E27FC236}">
                    <a16:creationId xmlns:a16="http://schemas.microsoft.com/office/drawing/2014/main" id="{00B0DBAC-EEF6-A52F-A56E-A5A1DD56E5F8}"/>
                  </a:ext>
                </a:extLst>
              </p:cNvPr>
              <p:cNvSpPr>
                <a:spLocks noChangeShapeType="1"/>
              </p:cNvSpPr>
              <p:nvPr/>
            </p:nvSpPr>
            <p:spPr bwMode="auto">
              <a:xfrm flipH="1">
                <a:off x="1920" y="3168"/>
                <a:ext cx="240" cy="2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grpSp>
        <p:sp>
          <p:nvSpPr>
            <p:cNvPr id="8208" name="Text Box 23">
              <a:extLst>
                <a:ext uri="{FF2B5EF4-FFF2-40B4-BE49-F238E27FC236}">
                  <a16:creationId xmlns:a16="http://schemas.microsoft.com/office/drawing/2014/main" id="{0A0590E0-B2C8-6A0B-6040-CF4A11082003}"/>
                </a:ext>
              </a:extLst>
            </p:cNvPr>
            <p:cNvSpPr txBox="1">
              <a:spLocks noChangeArrowheads="1"/>
            </p:cNvSpPr>
            <p:nvPr/>
          </p:nvSpPr>
          <p:spPr bwMode="auto">
            <a:xfrm>
              <a:off x="1776" y="3024"/>
              <a:ext cx="58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10000"/>
                </a:spcBef>
                <a:spcAft>
                  <a:spcPct val="0"/>
                </a:spcAft>
                <a:defRPr>
                  <a:solidFill>
                    <a:schemeClr val="tx1"/>
                  </a:solidFill>
                  <a:latin typeface="Arial" panose="020B0604020202020204" pitchFamily="34" charset="0"/>
                </a:defRPr>
              </a:lvl6pPr>
              <a:lvl7pPr marL="2971800" indent="-228600" algn="ctr" eaLnBrk="0" fontAlgn="base" hangingPunct="0">
                <a:spcBef>
                  <a:spcPct val="10000"/>
                </a:spcBef>
                <a:spcAft>
                  <a:spcPct val="0"/>
                </a:spcAft>
                <a:defRPr>
                  <a:solidFill>
                    <a:schemeClr val="tx1"/>
                  </a:solidFill>
                  <a:latin typeface="Arial" panose="020B0604020202020204" pitchFamily="34" charset="0"/>
                </a:defRPr>
              </a:lvl7pPr>
              <a:lvl8pPr marL="3429000" indent="-228600" algn="ctr" eaLnBrk="0" fontAlgn="base" hangingPunct="0">
                <a:spcBef>
                  <a:spcPct val="10000"/>
                </a:spcBef>
                <a:spcAft>
                  <a:spcPct val="0"/>
                </a:spcAft>
                <a:defRPr>
                  <a:solidFill>
                    <a:schemeClr val="tx1"/>
                  </a:solidFill>
                  <a:latin typeface="Arial" panose="020B0604020202020204" pitchFamily="34" charset="0"/>
                </a:defRPr>
              </a:lvl8pPr>
              <a:lvl9pPr marL="3886200" indent="-228600" algn="ctr" eaLnBrk="0" fontAlgn="base" hangingPunct="0">
                <a:spcBef>
                  <a:spcPct val="10000"/>
                </a:spcBef>
                <a:spcAft>
                  <a:spcPct val="0"/>
                </a:spcAft>
                <a:defRPr>
                  <a:solidFill>
                    <a:schemeClr val="tx1"/>
                  </a:solidFill>
                  <a:latin typeface="Arial" panose="020B0604020202020204" pitchFamily="34" charset="0"/>
                </a:defRPr>
              </a:lvl9pPr>
            </a:lstStyle>
            <a:p>
              <a:pPr>
                <a:spcBef>
                  <a:spcPct val="0"/>
                </a:spcBef>
              </a:pPr>
              <a:r>
                <a:rPr lang="en-US" altLang="en-US" sz="1200" b="1" dirty="0"/>
                <a:t>data disks</a:t>
              </a:r>
              <a:endParaRPr lang="en-US" altLang="en-US" b="1" dirty="0"/>
            </a:p>
          </p:txBody>
        </p:sp>
        <p:sp>
          <p:nvSpPr>
            <p:cNvPr id="8209" name="Text Box 24">
              <a:extLst>
                <a:ext uri="{FF2B5EF4-FFF2-40B4-BE49-F238E27FC236}">
                  <a16:creationId xmlns:a16="http://schemas.microsoft.com/office/drawing/2014/main" id="{F782AE0B-A2C0-1DE9-1D86-07CBCED0BBBA}"/>
                </a:ext>
              </a:extLst>
            </p:cNvPr>
            <p:cNvSpPr txBox="1">
              <a:spLocks noChangeArrowheads="1"/>
            </p:cNvSpPr>
            <p:nvPr/>
          </p:nvSpPr>
          <p:spPr bwMode="auto">
            <a:xfrm>
              <a:off x="3452" y="3024"/>
              <a:ext cx="59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10000"/>
                </a:spcBef>
                <a:spcAft>
                  <a:spcPct val="0"/>
                </a:spcAft>
                <a:defRPr>
                  <a:solidFill>
                    <a:schemeClr val="tx1"/>
                  </a:solidFill>
                  <a:latin typeface="Arial" panose="020B0604020202020204" pitchFamily="34" charset="0"/>
                </a:defRPr>
              </a:lvl6pPr>
              <a:lvl7pPr marL="2971800" indent="-228600" algn="ctr" eaLnBrk="0" fontAlgn="base" hangingPunct="0">
                <a:spcBef>
                  <a:spcPct val="10000"/>
                </a:spcBef>
                <a:spcAft>
                  <a:spcPct val="0"/>
                </a:spcAft>
                <a:defRPr>
                  <a:solidFill>
                    <a:schemeClr val="tx1"/>
                  </a:solidFill>
                  <a:latin typeface="Arial" panose="020B0604020202020204" pitchFamily="34" charset="0"/>
                </a:defRPr>
              </a:lvl7pPr>
              <a:lvl8pPr marL="3429000" indent="-228600" algn="ctr" eaLnBrk="0" fontAlgn="base" hangingPunct="0">
                <a:spcBef>
                  <a:spcPct val="10000"/>
                </a:spcBef>
                <a:spcAft>
                  <a:spcPct val="0"/>
                </a:spcAft>
                <a:defRPr>
                  <a:solidFill>
                    <a:schemeClr val="tx1"/>
                  </a:solidFill>
                  <a:latin typeface="Arial" panose="020B0604020202020204" pitchFamily="34" charset="0"/>
                </a:defRPr>
              </a:lvl8pPr>
              <a:lvl9pPr marL="3886200" indent="-228600" algn="ctr" eaLnBrk="0" fontAlgn="base" hangingPunct="0">
                <a:spcBef>
                  <a:spcPct val="10000"/>
                </a:spcBef>
                <a:spcAft>
                  <a:spcPct val="0"/>
                </a:spcAft>
                <a:defRPr>
                  <a:solidFill>
                    <a:schemeClr val="tx1"/>
                  </a:solidFill>
                  <a:latin typeface="Arial" panose="020B0604020202020204" pitchFamily="34" charset="0"/>
                </a:defRPr>
              </a:lvl9pPr>
            </a:lstStyle>
            <a:p>
              <a:pPr>
                <a:spcBef>
                  <a:spcPct val="0"/>
                </a:spcBef>
              </a:pPr>
              <a:r>
                <a:rPr lang="en-US" altLang="en-US" sz="1200" b="1"/>
                <a:t>parity disk</a:t>
              </a:r>
              <a:endParaRPr lang="en-US" altLang="en-US" b="1"/>
            </a:p>
          </p:txBody>
        </p:sp>
        <p:sp>
          <p:nvSpPr>
            <p:cNvPr id="8210" name="Line 25">
              <a:extLst>
                <a:ext uri="{FF2B5EF4-FFF2-40B4-BE49-F238E27FC236}">
                  <a16:creationId xmlns:a16="http://schemas.microsoft.com/office/drawing/2014/main" id="{70D6B378-CD02-5CE9-9422-0E58D46A39C7}"/>
                </a:ext>
              </a:extLst>
            </p:cNvPr>
            <p:cNvSpPr>
              <a:spLocks noChangeShapeType="1"/>
            </p:cNvSpPr>
            <p:nvPr/>
          </p:nvSpPr>
          <p:spPr bwMode="auto">
            <a:xfrm flipV="1">
              <a:off x="3792" y="3168"/>
              <a:ext cx="0" cy="33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grpSp>
      <p:sp>
        <p:nvSpPr>
          <p:cNvPr id="8199" name="AutoShape 26">
            <a:extLst>
              <a:ext uri="{FF2B5EF4-FFF2-40B4-BE49-F238E27FC236}">
                <a16:creationId xmlns:a16="http://schemas.microsoft.com/office/drawing/2014/main" id="{BB74E39C-6ACF-7F5F-097F-D38E052666CA}"/>
              </a:ext>
            </a:extLst>
          </p:cNvPr>
          <p:cNvSpPr>
            <a:spLocks noChangeArrowheads="1"/>
          </p:cNvSpPr>
          <p:nvPr/>
        </p:nvSpPr>
        <p:spPr bwMode="auto">
          <a:xfrm>
            <a:off x="5791200" y="5638800"/>
            <a:ext cx="533400" cy="685800"/>
          </a:xfrm>
          <a:prstGeom prst="can">
            <a:avLst>
              <a:gd name="adj" fmla="val 32143"/>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10000"/>
              </a:spcBef>
              <a:spcAft>
                <a:spcPct val="0"/>
              </a:spcAft>
              <a:defRPr>
                <a:solidFill>
                  <a:schemeClr val="tx1"/>
                </a:solidFill>
                <a:latin typeface="Arial" panose="020B0604020202020204" pitchFamily="34" charset="0"/>
              </a:defRPr>
            </a:lvl6pPr>
            <a:lvl7pPr marL="2971800" indent="-228600" algn="ctr" eaLnBrk="0" fontAlgn="base" hangingPunct="0">
              <a:spcBef>
                <a:spcPct val="10000"/>
              </a:spcBef>
              <a:spcAft>
                <a:spcPct val="0"/>
              </a:spcAft>
              <a:defRPr>
                <a:solidFill>
                  <a:schemeClr val="tx1"/>
                </a:solidFill>
                <a:latin typeface="Arial" panose="020B0604020202020204" pitchFamily="34" charset="0"/>
              </a:defRPr>
            </a:lvl7pPr>
            <a:lvl8pPr marL="3429000" indent="-228600" algn="ctr" eaLnBrk="0" fontAlgn="base" hangingPunct="0">
              <a:spcBef>
                <a:spcPct val="10000"/>
              </a:spcBef>
              <a:spcAft>
                <a:spcPct val="0"/>
              </a:spcAft>
              <a:defRPr>
                <a:solidFill>
                  <a:schemeClr val="tx1"/>
                </a:solidFill>
                <a:latin typeface="Arial" panose="020B0604020202020204" pitchFamily="34" charset="0"/>
              </a:defRPr>
            </a:lvl8pPr>
            <a:lvl9pPr marL="3886200" indent="-228600" algn="ctr" eaLnBrk="0" fontAlgn="base" hangingPunct="0">
              <a:spcBef>
                <a:spcPct val="10000"/>
              </a:spcBef>
              <a:spcAft>
                <a:spcPct val="0"/>
              </a:spcAft>
              <a:defRPr>
                <a:solidFill>
                  <a:schemeClr val="tx1"/>
                </a:solidFill>
                <a:latin typeface="Arial" panose="020B0604020202020204" pitchFamily="34" charset="0"/>
              </a:defRPr>
            </a:lvl9pPr>
          </a:lstStyle>
          <a:p>
            <a:endParaRPr lang="en-US" altLang="en-US"/>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Line 5">
            <a:extLst>
              <a:ext uri="{FF2B5EF4-FFF2-40B4-BE49-F238E27FC236}">
                <a16:creationId xmlns:a16="http://schemas.microsoft.com/office/drawing/2014/main" id="{8801AE58-D0F4-5370-5B4C-DDE69D2405EB}"/>
              </a:ext>
            </a:extLst>
          </p:cNvPr>
          <p:cNvSpPr>
            <a:spLocks noChangeShapeType="1"/>
          </p:cNvSpPr>
          <p:nvPr/>
        </p:nvSpPr>
        <p:spPr bwMode="auto">
          <a:xfrm>
            <a:off x="5392738" y="2824163"/>
            <a:ext cx="55403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0483" name="Line 4">
            <a:extLst>
              <a:ext uri="{FF2B5EF4-FFF2-40B4-BE49-F238E27FC236}">
                <a16:creationId xmlns:a16="http://schemas.microsoft.com/office/drawing/2014/main" id="{30061C80-244F-06B4-5F37-D6BAA94BE8E5}"/>
              </a:ext>
            </a:extLst>
          </p:cNvPr>
          <p:cNvSpPr>
            <a:spLocks noChangeShapeType="1"/>
          </p:cNvSpPr>
          <p:nvPr/>
        </p:nvSpPr>
        <p:spPr bwMode="auto">
          <a:xfrm>
            <a:off x="1400175" y="3817938"/>
            <a:ext cx="4921250" cy="0"/>
          </a:xfrm>
          <a:prstGeom prst="line">
            <a:avLst/>
          </a:prstGeom>
          <a:noFill/>
          <a:ln w="12700">
            <a:solidFill>
              <a:srgbClr val="000000"/>
            </a:solidFill>
            <a:round/>
            <a:headEnd type="none" w="med" len="lg"/>
            <a:tailEnd type="none" w="med" len="lg"/>
          </a:ln>
          <a:extLst>
            <a:ext uri="{909E8E84-426E-40DD-AFC4-6F175D3DCCD1}">
              <a14:hiddenFill xmlns:a14="http://schemas.microsoft.com/office/drawing/2010/main">
                <a:noFill/>
              </a14:hiddenFill>
            </a:ext>
          </a:extLst>
        </p:spPr>
        <p:txBody>
          <a:bodyPr lIns="0" tIns="0" rIns="0" bIns="0" anchor="ctr">
            <a:spAutoFit/>
          </a:body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0484" name="Line 3">
            <a:extLst>
              <a:ext uri="{FF2B5EF4-FFF2-40B4-BE49-F238E27FC236}">
                <a16:creationId xmlns:a16="http://schemas.microsoft.com/office/drawing/2014/main" id="{137B8B8A-0FE0-C1C7-3A90-9BCA5FFCA905}"/>
              </a:ext>
            </a:extLst>
          </p:cNvPr>
          <p:cNvSpPr>
            <a:spLocks noChangeShapeType="1"/>
          </p:cNvSpPr>
          <p:nvPr/>
        </p:nvSpPr>
        <p:spPr bwMode="auto">
          <a:xfrm>
            <a:off x="5392738" y="4810125"/>
            <a:ext cx="55403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0485" name="Freeform 2">
            <a:extLst>
              <a:ext uri="{FF2B5EF4-FFF2-40B4-BE49-F238E27FC236}">
                <a16:creationId xmlns:a16="http://schemas.microsoft.com/office/drawing/2014/main" id="{D6DDC6A7-5B07-8442-8CA7-E302C9662A89}"/>
              </a:ext>
            </a:extLst>
          </p:cNvPr>
          <p:cNvSpPr>
            <a:spLocks/>
          </p:cNvSpPr>
          <p:nvPr/>
        </p:nvSpPr>
        <p:spPr bwMode="auto">
          <a:xfrm>
            <a:off x="5392738" y="1827213"/>
            <a:ext cx="641350" cy="3968750"/>
          </a:xfrm>
          <a:custGeom>
            <a:avLst/>
            <a:gdLst>
              <a:gd name="T0" fmla="*/ 2147483647 w 404"/>
              <a:gd name="T1" fmla="*/ 0 h 2488"/>
              <a:gd name="T2" fmla="*/ 0 w 404"/>
              <a:gd name="T3" fmla="*/ 0 h 2488"/>
              <a:gd name="T4" fmla="*/ 0 w 404"/>
              <a:gd name="T5" fmla="*/ 2147483647 h 2488"/>
              <a:gd name="T6" fmla="*/ 2147483647 w 404"/>
              <a:gd name="T7" fmla="*/ 2147483647 h 2488"/>
              <a:gd name="T8" fmla="*/ 0 60000 65536"/>
              <a:gd name="T9" fmla="*/ 0 60000 65536"/>
              <a:gd name="T10" fmla="*/ 0 60000 65536"/>
              <a:gd name="T11" fmla="*/ 0 60000 65536"/>
              <a:gd name="T12" fmla="*/ 0 w 404"/>
              <a:gd name="T13" fmla="*/ 0 h 2488"/>
              <a:gd name="T14" fmla="*/ 404 w 404"/>
              <a:gd name="T15" fmla="*/ 2488 h 2488"/>
            </a:gdLst>
            <a:ahLst/>
            <a:cxnLst>
              <a:cxn ang="T8">
                <a:pos x="T0" y="T1"/>
              </a:cxn>
              <a:cxn ang="T9">
                <a:pos x="T2" y="T3"/>
              </a:cxn>
              <a:cxn ang="T10">
                <a:pos x="T4" y="T5"/>
              </a:cxn>
              <a:cxn ang="T11">
                <a:pos x="T6" y="T7"/>
              </a:cxn>
            </a:cxnLst>
            <a:rect l="T12" t="T13" r="T14" b="T15"/>
            <a:pathLst>
              <a:path w="404" h="2488">
                <a:moveTo>
                  <a:pt x="380" y="0"/>
                </a:moveTo>
                <a:lnTo>
                  <a:pt x="0" y="0"/>
                </a:lnTo>
                <a:lnTo>
                  <a:pt x="0" y="2488"/>
                </a:lnTo>
                <a:lnTo>
                  <a:pt x="404" y="2488"/>
                </a:lnTo>
              </a:path>
            </a:pathLst>
          </a:custGeom>
          <a:noFill/>
          <a:ln w="12700" cap="flat" cmpd="sng">
            <a:solidFill>
              <a:srgbClr val="000000"/>
            </a:solidFill>
            <a:prstDash val="solid"/>
            <a:round/>
            <a:headEnd type="none" w="med" len="lg"/>
            <a:tailEnd type="none" w="med" len="lg"/>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pic>
        <p:nvPicPr>
          <p:cNvPr id="20486" name="Picture 80" descr="strippeddisk">
            <a:extLst>
              <a:ext uri="{FF2B5EF4-FFF2-40B4-BE49-F238E27FC236}">
                <a16:creationId xmlns:a16="http://schemas.microsoft.com/office/drawing/2014/main" id="{94FEF246-C9EE-63C0-1C26-9C975E45BD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54864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7" name="Picture 79" descr="strippeddisk">
            <a:extLst>
              <a:ext uri="{FF2B5EF4-FFF2-40B4-BE49-F238E27FC236}">
                <a16:creationId xmlns:a16="http://schemas.microsoft.com/office/drawing/2014/main" id="{CD7EED22-1674-F180-33D0-230589944D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44958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8" name="Picture 78" descr="strippeddisk">
            <a:extLst>
              <a:ext uri="{FF2B5EF4-FFF2-40B4-BE49-F238E27FC236}">
                <a16:creationId xmlns:a16="http://schemas.microsoft.com/office/drawing/2014/main" id="{E112C0FB-1E4D-21D3-D373-F52D643636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35052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9" name="Picture 77" descr="strippeddisk">
            <a:extLst>
              <a:ext uri="{FF2B5EF4-FFF2-40B4-BE49-F238E27FC236}">
                <a16:creationId xmlns:a16="http://schemas.microsoft.com/office/drawing/2014/main" id="{A3286CD8-E562-EC6C-1AC6-CCE766695F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25146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90" name="Picture 76" descr="strippeddisk">
            <a:extLst>
              <a:ext uri="{FF2B5EF4-FFF2-40B4-BE49-F238E27FC236}">
                <a16:creationId xmlns:a16="http://schemas.microsoft.com/office/drawing/2014/main" id="{146C091A-9FE6-CED4-90E9-7C503CD16F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15240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91" name="Rectangle 11">
            <a:extLst>
              <a:ext uri="{FF2B5EF4-FFF2-40B4-BE49-F238E27FC236}">
                <a16:creationId xmlns:a16="http://schemas.microsoft.com/office/drawing/2014/main" id="{B2C7BA16-C9E5-DBDB-9452-2BC7B17704B8}"/>
              </a:ext>
            </a:extLst>
          </p:cNvPr>
          <p:cNvSpPr>
            <a:spLocks noGrp="1" noChangeArrowheads="1"/>
          </p:cNvSpPr>
          <p:nvPr>
            <p:ph type="title"/>
          </p:nvPr>
        </p:nvSpPr>
        <p:spPr>
          <a:xfrm>
            <a:off x="152400" y="609600"/>
            <a:ext cx="8229600" cy="609600"/>
          </a:xfrm>
        </p:spPr>
        <p:txBody>
          <a:bodyPr/>
          <a:lstStyle/>
          <a:p>
            <a:pPr eaLnBrk="1" hangingPunct="1"/>
            <a:r>
              <a:rPr lang="en-US" altLang="en-US"/>
              <a:t>RAID Redundancy: Parity </a:t>
            </a:r>
          </a:p>
        </p:txBody>
      </p:sp>
      <p:sp>
        <p:nvSpPr>
          <p:cNvPr id="20492" name="Line 12">
            <a:extLst>
              <a:ext uri="{FF2B5EF4-FFF2-40B4-BE49-F238E27FC236}">
                <a16:creationId xmlns:a16="http://schemas.microsoft.com/office/drawing/2014/main" id="{4FEFF2A1-8FE3-EE6A-DF19-3B5847D0D68C}"/>
              </a:ext>
            </a:extLst>
          </p:cNvPr>
          <p:cNvSpPr>
            <a:spLocks noChangeShapeType="1"/>
          </p:cNvSpPr>
          <p:nvPr/>
        </p:nvSpPr>
        <p:spPr bwMode="auto">
          <a:xfrm>
            <a:off x="5421313" y="6610350"/>
            <a:ext cx="779462" cy="0"/>
          </a:xfrm>
          <a:prstGeom prst="line">
            <a:avLst/>
          </a:prstGeom>
          <a:noFill/>
          <a:ln w="9525">
            <a:solidFill>
              <a:srgbClr val="000610"/>
            </a:solidFill>
            <a:round/>
            <a:headEnd/>
            <a:tailEnd type="none" w="lg" len="med"/>
          </a:ln>
          <a:extLst>
            <a:ext uri="{909E8E84-426E-40DD-AFC4-6F175D3DCCD1}">
              <a14:hiddenFill xmlns:a14="http://schemas.microsoft.com/office/drawing/2010/main">
                <a:noFill/>
              </a14:hiddenFill>
            </a:ext>
          </a:extLst>
        </p:spPr>
        <p:txBody>
          <a:bodyPr lIns="0" tIns="0" rIns="0" bIns="0"/>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0493" name="Line 13">
            <a:extLst>
              <a:ext uri="{FF2B5EF4-FFF2-40B4-BE49-F238E27FC236}">
                <a16:creationId xmlns:a16="http://schemas.microsoft.com/office/drawing/2014/main" id="{0E89EC64-FD3F-A797-8064-AA02A5A2CF59}"/>
              </a:ext>
            </a:extLst>
          </p:cNvPr>
          <p:cNvSpPr>
            <a:spLocks noChangeShapeType="1"/>
          </p:cNvSpPr>
          <p:nvPr/>
        </p:nvSpPr>
        <p:spPr bwMode="auto">
          <a:xfrm flipV="1">
            <a:off x="6205538" y="6073775"/>
            <a:ext cx="128587" cy="536575"/>
          </a:xfrm>
          <a:prstGeom prst="line">
            <a:avLst/>
          </a:prstGeom>
          <a:noFill/>
          <a:ln w="9525">
            <a:solidFill>
              <a:srgbClr val="000610"/>
            </a:solidFill>
            <a:round/>
            <a:headEnd/>
            <a:tailEnd type="triangle" w="med" len="lg"/>
          </a:ln>
          <a:extLst>
            <a:ext uri="{909E8E84-426E-40DD-AFC4-6F175D3DCCD1}">
              <a14:hiddenFill xmlns:a14="http://schemas.microsoft.com/office/drawing/2010/main">
                <a:noFill/>
              </a14:hiddenFill>
            </a:ext>
          </a:extLst>
        </p:spPr>
        <p:txBody>
          <a:bodyPr lIns="0" tIns="0" rIns="0" bIns="0"/>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0494" name="Text Box 14">
            <a:extLst>
              <a:ext uri="{FF2B5EF4-FFF2-40B4-BE49-F238E27FC236}">
                <a16:creationId xmlns:a16="http://schemas.microsoft.com/office/drawing/2014/main" id="{6709E5B2-B3C5-58D4-1F77-7AA7DCC7BFEE}"/>
              </a:ext>
            </a:extLst>
          </p:cNvPr>
          <p:cNvSpPr txBox="1">
            <a:spLocks noChangeArrowheads="1"/>
          </p:cNvSpPr>
          <p:nvPr/>
        </p:nvSpPr>
        <p:spPr bwMode="auto">
          <a:xfrm>
            <a:off x="4211638" y="6469063"/>
            <a:ext cx="11811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lIns="0" tIns="0" rIns="0" bIns="0">
            <a:spAutoFit/>
          </a:bodyP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ctr"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400" b="1" i="0" u="none" strike="noStrike" kern="1200" cap="none" spc="0" normalizeH="0" baseline="0" noProof="0">
                <a:ln>
                  <a:noFill/>
                </a:ln>
                <a:solidFill>
                  <a:srgbClr val="000610"/>
                </a:solidFill>
                <a:effectLst/>
                <a:uLnTx/>
                <a:uFillTx/>
                <a:latin typeface="Verdana" panose="020B0604030504040204" pitchFamily="34" charset="0"/>
                <a:ea typeface="+mn-ea"/>
                <a:cs typeface="Arial" panose="020B0604020202020204" pitchFamily="34" charset="0"/>
              </a:rPr>
              <a:t>Parity Disk</a:t>
            </a:r>
          </a:p>
        </p:txBody>
      </p:sp>
      <p:sp>
        <p:nvSpPr>
          <p:cNvPr id="20495" name="Text Box 15">
            <a:extLst>
              <a:ext uri="{FF2B5EF4-FFF2-40B4-BE49-F238E27FC236}">
                <a16:creationId xmlns:a16="http://schemas.microsoft.com/office/drawing/2014/main" id="{0B5CDFD2-4051-A646-B691-E365B2485A2C}"/>
              </a:ext>
            </a:extLst>
          </p:cNvPr>
          <p:cNvSpPr txBox="1">
            <a:spLocks noChangeArrowheads="1"/>
          </p:cNvSpPr>
          <p:nvPr/>
        </p:nvSpPr>
        <p:spPr bwMode="auto">
          <a:xfrm>
            <a:off x="7888288" y="2446338"/>
            <a:ext cx="11271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spAutoFit/>
          </a:bodyP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ctr"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6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1</a:t>
            </a:r>
          </a:p>
        </p:txBody>
      </p:sp>
      <p:sp>
        <p:nvSpPr>
          <p:cNvPr id="20496" name="Text Box 16">
            <a:extLst>
              <a:ext uri="{FF2B5EF4-FFF2-40B4-BE49-F238E27FC236}">
                <a16:creationId xmlns:a16="http://schemas.microsoft.com/office/drawing/2014/main" id="{4D8B61A7-233B-F824-8188-1E8D6588EDB4}"/>
              </a:ext>
            </a:extLst>
          </p:cNvPr>
          <p:cNvSpPr txBox="1">
            <a:spLocks noChangeArrowheads="1"/>
          </p:cNvSpPr>
          <p:nvPr/>
        </p:nvSpPr>
        <p:spPr bwMode="auto">
          <a:xfrm>
            <a:off x="7878763" y="2938463"/>
            <a:ext cx="11271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spAutoFit/>
          </a:bodyP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ctr"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6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9</a:t>
            </a:r>
          </a:p>
        </p:txBody>
      </p:sp>
      <p:sp>
        <p:nvSpPr>
          <p:cNvPr id="20497" name="Text Box 17">
            <a:extLst>
              <a:ext uri="{FF2B5EF4-FFF2-40B4-BE49-F238E27FC236}">
                <a16:creationId xmlns:a16="http://schemas.microsoft.com/office/drawing/2014/main" id="{A60BE1A7-3E73-7C46-3F2D-1887D873F54F}"/>
              </a:ext>
            </a:extLst>
          </p:cNvPr>
          <p:cNvSpPr txBox="1">
            <a:spLocks noChangeArrowheads="1"/>
          </p:cNvSpPr>
          <p:nvPr/>
        </p:nvSpPr>
        <p:spPr bwMode="auto">
          <a:xfrm>
            <a:off x="7885113" y="2697163"/>
            <a:ext cx="11271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spAutoFit/>
          </a:bodyP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ctr"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6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5</a:t>
            </a:r>
          </a:p>
        </p:txBody>
      </p:sp>
      <p:sp>
        <p:nvSpPr>
          <p:cNvPr id="20498" name="Text Box 21">
            <a:extLst>
              <a:ext uri="{FF2B5EF4-FFF2-40B4-BE49-F238E27FC236}">
                <a16:creationId xmlns:a16="http://schemas.microsoft.com/office/drawing/2014/main" id="{E8278E7E-26D0-84A5-98D9-232539F6A306}"/>
              </a:ext>
            </a:extLst>
          </p:cNvPr>
          <p:cNvSpPr txBox="1">
            <a:spLocks noChangeArrowheads="1"/>
          </p:cNvSpPr>
          <p:nvPr/>
        </p:nvSpPr>
        <p:spPr bwMode="auto">
          <a:xfrm>
            <a:off x="7888288" y="4389438"/>
            <a:ext cx="11271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spAutoFit/>
          </a:bodyP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ctr"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6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3</a:t>
            </a:r>
          </a:p>
        </p:txBody>
      </p:sp>
      <p:sp>
        <p:nvSpPr>
          <p:cNvPr id="20499" name="Text Box 22">
            <a:extLst>
              <a:ext uri="{FF2B5EF4-FFF2-40B4-BE49-F238E27FC236}">
                <a16:creationId xmlns:a16="http://schemas.microsoft.com/office/drawing/2014/main" id="{DF702318-FA32-93EE-6AB4-731EAEC751D3}"/>
              </a:ext>
            </a:extLst>
          </p:cNvPr>
          <p:cNvSpPr txBox="1">
            <a:spLocks noChangeArrowheads="1"/>
          </p:cNvSpPr>
          <p:nvPr/>
        </p:nvSpPr>
        <p:spPr bwMode="auto">
          <a:xfrm>
            <a:off x="7826375" y="4881563"/>
            <a:ext cx="2254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spAutoFit/>
          </a:bodyP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ctr"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6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11</a:t>
            </a:r>
          </a:p>
        </p:txBody>
      </p:sp>
      <p:sp>
        <p:nvSpPr>
          <p:cNvPr id="20500" name="Text Box 23">
            <a:extLst>
              <a:ext uri="{FF2B5EF4-FFF2-40B4-BE49-F238E27FC236}">
                <a16:creationId xmlns:a16="http://schemas.microsoft.com/office/drawing/2014/main" id="{ABAD68F9-0B30-D983-4298-FAC6FAB4D2FA}"/>
              </a:ext>
            </a:extLst>
          </p:cNvPr>
          <p:cNvSpPr txBox="1">
            <a:spLocks noChangeArrowheads="1"/>
          </p:cNvSpPr>
          <p:nvPr/>
        </p:nvSpPr>
        <p:spPr bwMode="auto">
          <a:xfrm>
            <a:off x="7888288" y="4640263"/>
            <a:ext cx="11271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spAutoFit/>
          </a:bodyP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ctr"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6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7</a:t>
            </a:r>
          </a:p>
        </p:txBody>
      </p:sp>
      <p:sp>
        <p:nvSpPr>
          <p:cNvPr id="158747" name="AutoShape 27">
            <a:extLst>
              <a:ext uri="{FF2B5EF4-FFF2-40B4-BE49-F238E27FC236}">
                <a16:creationId xmlns:a16="http://schemas.microsoft.com/office/drawing/2014/main" id="{866DA0DD-3CF9-350F-06B9-E1866BC15D13}"/>
              </a:ext>
            </a:extLst>
          </p:cNvPr>
          <p:cNvSpPr>
            <a:spLocks noChangeAspect="1" noChangeArrowheads="1"/>
          </p:cNvSpPr>
          <p:nvPr/>
        </p:nvSpPr>
        <p:spPr bwMode="auto">
          <a:xfrm flipV="1">
            <a:off x="4605338" y="3694113"/>
            <a:ext cx="173037" cy="249237"/>
          </a:xfrm>
          <a:prstGeom prst="foldedCorner">
            <a:avLst>
              <a:gd name="adj" fmla="val 30912"/>
            </a:avLst>
          </a:prstGeom>
          <a:solidFill>
            <a:schemeClr val="accent1"/>
          </a:solidFill>
          <a:ln w="28575">
            <a:solidFill>
              <a:srgbClr val="000610"/>
            </a:solidFill>
            <a:round/>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58748" name="AutoShape 28">
            <a:extLst>
              <a:ext uri="{FF2B5EF4-FFF2-40B4-BE49-F238E27FC236}">
                <a16:creationId xmlns:a16="http://schemas.microsoft.com/office/drawing/2014/main" id="{93EF1CFE-B6FB-C929-F23A-F9460F40E362}"/>
              </a:ext>
            </a:extLst>
          </p:cNvPr>
          <p:cNvSpPr>
            <a:spLocks noChangeAspect="1" noChangeArrowheads="1"/>
          </p:cNvSpPr>
          <p:nvPr/>
        </p:nvSpPr>
        <p:spPr bwMode="auto">
          <a:xfrm flipV="1">
            <a:off x="4605338" y="3694113"/>
            <a:ext cx="173037" cy="249237"/>
          </a:xfrm>
          <a:prstGeom prst="foldedCorner">
            <a:avLst>
              <a:gd name="adj" fmla="val 30912"/>
            </a:avLst>
          </a:prstGeom>
          <a:solidFill>
            <a:schemeClr val="accent1"/>
          </a:solidFill>
          <a:ln w="28575">
            <a:solidFill>
              <a:srgbClr val="000610"/>
            </a:solidFill>
            <a:round/>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58749" name="AutoShape 29">
            <a:extLst>
              <a:ext uri="{FF2B5EF4-FFF2-40B4-BE49-F238E27FC236}">
                <a16:creationId xmlns:a16="http://schemas.microsoft.com/office/drawing/2014/main" id="{28895C8F-9E91-B241-9947-139A4975B773}"/>
              </a:ext>
            </a:extLst>
          </p:cNvPr>
          <p:cNvSpPr>
            <a:spLocks noChangeAspect="1" noChangeArrowheads="1"/>
          </p:cNvSpPr>
          <p:nvPr/>
        </p:nvSpPr>
        <p:spPr bwMode="auto">
          <a:xfrm flipV="1">
            <a:off x="4605338" y="3694113"/>
            <a:ext cx="173037" cy="249237"/>
          </a:xfrm>
          <a:prstGeom prst="foldedCorner">
            <a:avLst>
              <a:gd name="adj" fmla="val 30912"/>
            </a:avLst>
          </a:prstGeom>
          <a:solidFill>
            <a:schemeClr val="accent1"/>
          </a:solidFill>
          <a:ln w="28575">
            <a:solidFill>
              <a:srgbClr val="000610"/>
            </a:solidFill>
            <a:round/>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58750" name="AutoShape 30">
            <a:extLst>
              <a:ext uri="{FF2B5EF4-FFF2-40B4-BE49-F238E27FC236}">
                <a16:creationId xmlns:a16="http://schemas.microsoft.com/office/drawing/2014/main" id="{9677EBF4-B11D-B187-653E-5DB1900F5376}"/>
              </a:ext>
            </a:extLst>
          </p:cNvPr>
          <p:cNvSpPr>
            <a:spLocks noChangeAspect="1" noChangeArrowheads="1"/>
          </p:cNvSpPr>
          <p:nvPr/>
        </p:nvSpPr>
        <p:spPr bwMode="auto">
          <a:xfrm flipV="1">
            <a:off x="4605338" y="3694113"/>
            <a:ext cx="173037" cy="249237"/>
          </a:xfrm>
          <a:prstGeom prst="foldedCorner">
            <a:avLst>
              <a:gd name="adj" fmla="val 30912"/>
            </a:avLst>
          </a:prstGeom>
          <a:solidFill>
            <a:schemeClr val="accent1"/>
          </a:solidFill>
          <a:ln w="28575">
            <a:solidFill>
              <a:srgbClr val="000610"/>
            </a:solidFill>
            <a:round/>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58751" name="AutoShape 31">
            <a:extLst>
              <a:ext uri="{FF2B5EF4-FFF2-40B4-BE49-F238E27FC236}">
                <a16:creationId xmlns:a16="http://schemas.microsoft.com/office/drawing/2014/main" id="{8786B273-36A9-653F-505E-521B9273E1D5}"/>
              </a:ext>
            </a:extLst>
          </p:cNvPr>
          <p:cNvSpPr>
            <a:spLocks noChangeAspect="1" noChangeArrowheads="1"/>
          </p:cNvSpPr>
          <p:nvPr/>
        </p:nvSpPr>
        <p:spPr bwMode="auto">
          <a:xfrm flipV="1">
            <a:off x="4605338" y="3694113"/>
            <a:ext cx="173037" cy="249237"/>
          </a:xfrm>
          <a:prstGeom prst="foldedCorner">
            <a:avLst>
              <a:gd name="adj" fmla="val 30912"/>
            </a:avLst>
          </a:prstGeom>
          <a:solidFill>
            <a:srgbClr val="993300"/>
          </a:solidFill>
          <a:ln w="28575">
            <a:solidFill>
              <a:srgbClr val="000000"/>
            </a:solidFill>
            <a:round/>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0506" name="Text Box 37">
            <a:extLst>
              <a:ext uri="{FF2B5EF4-FFF2-40B4-BE49-F238E27FC236}">
                <a16:creationId xmlns:a16="http://schemas.microsoft.com/office/drawing/2014/main" id="{89DD856C-2263-75C9-42A4-C8255EDDDAEE}"/>
              </a:ext>
            </a:extLst>
          </p:cNvPr>
          <p:cNvSpPr txBox="1">
            <a:spLocks noChangeArrowheads="1"/>
          </p:cNvSpPr>
          <p:nvPr/>
        </p:nvSpPr>
        <p:spPr bwMode="auto">
          <a:xfrm>
            <a:off x="2471738" y="1617663"/>
            <a:ext cx="11271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spAutoFit/>
          </a:bodyP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ctr"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6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0</a:t>
            </a:r>
          </a:p>
        </p:txBody>
      </p:sp>
      <p:sp>
        <p:nvSpPr>
          <p:cNvPr id="20507" name="Text Box 24">
            <a:extLst>
              <a:ext uri="{FF2B5EF4-FFF2-40B4-BE49-F238E27FC236}">
                <a16:creationId xmlns:a16="http://schemas.microsoft.com/office/drawing/2014/main" id="{6D1F7AEA-1026-4F86-EE8E-606890120303}"/>
              </a:ext>
            </a:extLst>
          </p:cNvPr>
          <p:cNvSpPr txBox="1">
            <a:spLocks noChangeArrowheads="1"/>
          </p:cNvSpPr>
          <p:nvPr/>
        </p:nvSpPr>
        <p:spPr bwMode="auto">
          <a:xfrm>
            <a:off x="7332663" y="5389563"/>
            <a:ext cx="6223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spAutoFit/>
          </a:bodyP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ctr"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6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0 1 2 3</a:t>
            </a:r>
          </a:p>
        </p:txBody>
      </p:sp>
      <p:sp>
        <p:nvSpPr>
          <p:cNvPr id="20508" name="Text Box 26">
            <a:extLst>
              <a:ext uri="{FF2B5EF4-FFF2-40B4-BE49-F238E27FC236}">
                <a16:creationId xmlns:a16="http://schemas.microsoft.com/office/drawing/2014/main" id="{551CC826-B693-E670-C151-F447D6B85CAE}"/>
              </a:ext>
            </a:extLst>
          </p:cNvPr>
          <p:cNvSpPr txBox="1">
            <a:spLocks noChangeArrowheads="1"/>
          </p:cNvSpPr>
          <p:nvPr/>
        </p:nvSpPr>
        <p:spPr bwMode="auto">
          <a:xfrm>
            <a:off x="7334250" y="5640388"/>
            <a:ext cx="6223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spAutoFit/>
          </a:bodyP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ctr"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6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4 5 6 7</a:t>
            </a:r>
          </a:p>
        </p:txBody>
      </p:sp>
      <p:sp>
        <p:nvSpPr>
          <p:cNvPr id="158760" name="Rectangle 40">
            <a:extLst>
              <a:ext uri="{FF2B5EF4-FFF2-40B4-BE49-F238E27FC236}">
                <a16:creationId xmlns:a16="http://schemas.microsoft.com/office/drawing/2014/main" id="{5CA21B59-E54A-879E-D21E-F1908BFBC56F}"/>
              </a:ext>
            </a:extLst>
          </p:cNvPr>
          <p:cNvSpPr>
            <a:spLocks noChangeArrowheads="1"/>
          </p:cNvSpPr>
          <p:nvPr/>
        </p:nvSpPr>
        <p:spPr bwMode="auto">
          <a:xfrm>
            <a:off x="7264400" y="1685925"/>
            <a:ext cx="889000" cy="219075"/>
          </a:xfrm>
          <a:prstGeom prst="rect">
            <a:avLst/>
          </a:prstGeom>
          <a:solidFill>
            <a:srgbClr val="C08E00"/>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nchor="ct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ctr"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8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rPr>
              <a:t>4</a:t>
            </a:r>
          </a:p>
        </p:txBody>
      </p:sp>
      <p:sp>
        <p:nvSpPr>
          <p:cNvPr id="158763" name="Line 43">
            <a:extLst>
              <a:ext uri="{FF2B5EF4-FFF2-40B4-BE49-F238E27FC236}">
                <a16:creationId xmlns:a16="http://schemas.microsoft.com/office/drawing/2014/main" id="{09E468B5-ABB9-B64D-5359-33403D2B1E67}"/>
              </a:ext>
            </a:extLst>
          </p:cNvPr>
          <p:cNvSpPr>
            <a:spLocks noChangeShapeType="1"/>
          </p:cNvSpPr>
          <p:nvPr/>
        </p:nvSpPr>
        <p:spPr bwMode="auto">
          <a:xfrm>
            <a:off x="6400800" y="1792288"/>
            <a:ext cx="914400" cy="0"/>
          </a:xfrm>
          <a:prstGeom prst="line">
            <a:avLst/>
          </a:prstGeom>
          <a:noFill/>
          <a:ln w="15875">
            <a:solidFill>
              <a:srgbClr val="C08E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58767" name="Rectangle 47">
            <a:extLst>
              <a:ext uri="{FF2B5EF4-FFF2-40B4-BE49-F238E27FC236}">
                <a16:creationId xmlns:a16="http://schemas.microsoft.com/office/drawing/2014/main" id="{A6953383-8FC2-8C3D-A920-D4156AFDBBF6}"/>
              </a:ext>
            </a:extLst>
          </p:cNvPr>
          <p:cNvSpPr>
            <a:spLocks noChangeArrowheads="1"/>
          </p:cNvSpPr>
          <p:nvPr/>
        </p:nvSpPr>
        <p:spPr bwMode="auto">
          <a:xfrm>
            <a:off x="7264400" y="2676525"/>
            <a:ext cx="889000" cy="219075"/>
          </a:xfrm>
          <a:prstGeom prst="rect">
            <a:avLst/>
          </a:prstGeom>
          <a:solidFill>
            <a:srgbClr val="C08E00"/>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nchor="ct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ctr"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8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rPr>
              <a:t>6</a:t>
            </a:r>
          </a:p>
        </p:txBody>
      </p:sp>
      <p:sp>
        <p:nvSpPr>
          <p:cNvPr id="158770" name="Line 50">
            <a:extLst>
              <a:ext uri="{FF2B5EF4-FFF2-40B4-BE49-F238E27FC236}">
                <a16:creationId xmlns:a16="http://schemas.microsoft.com/office/drawing/2014/main" id="{53E48CA1-B64D-9503-F5DF-FEB92AEFF8CF}"/>
              </a:ext>
            </a:extLst>
          </p:cNvPr>
          <p:cNvSpPr>
            <a:spLocks noChangeShapeType="1"/>
          </p:cNvSpPr>
          <p:nvPr/>
        </p:nvSpPr>
        <p:spPr bwMode="auto">
          <a:xfrm>
            <a:off x="6400800" y="2795588"/>
            <a:ext cx="914400" cy="0"/>
          </a:xfrm>
          <a:prstGeom prst="line">
            <a:avLst/>
          </a:prstGeom>
          <a:noFill/>
          <a:ln w="15875">
            <a:solidFill>
              <a:srgbClr val="C08E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58774" name="Rectangle 54">
            <a:extLst>
              <a:ext uri="{FF2B5EF4-FFF2-40B4-BE49-F238E27FC236}">
                <a16:creationId xmlns:a16="http://schemas.microsoft.com/office/drawing/2014/main" id="{EA69FE81-0EC1-8EAC-9F7A-9673B74EA1D8}"/>
              </a:ext>
            </a:extLst>
          </p:cNvPr>
          <p:cNvSpPr>
            <a:spLocks noChangeArrowheads="1"/>
          </p:cNvSpPr>
          <p:nvPr/>
        </p:nvSpPr>
        <p:spPr bwMode="auto">
          <a:xfrm>
            <a:off x="7264400" y="3654425"/>
            <a:ext cx="889000" cy="219075"/>
          </a:xfrm>
          <a:prstGeom prst="rect">
            <a:avLst/>
          </a:prstGeom>
          <a:solidFill>
            <a:srgbClr val="C08E00"/>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nchor="ct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ctr"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6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rPr>
              <a:t>1</a:t>
            </a:r>
          </a:p>
        </p:txBody>
      </p:sp>
      <p:sp>
        <p:nvSpPr>
          <p:cNvPr id="158777" name="Line 57">
            <a:extLst>
              <a:ext uri="{FF2B5EF4-FFF2-40B4-BE49-F238E27FC236}">
                <a16:creationId xmlns:a16="http://schemas.microsoft.com/office/drawing/2014/main" id="{21BF2361-C293-47F9-B210-5D202560B6BA}"/>
              </a:ext>
            </a:extLst>
          </p:cNvPr>
          <p:cNvSpPr>
            <a:spLocks noChangeShapeType="1"/>
          </p:cNvSpPr>
          <p:nvPr/>
        </p:nvSpPr>
        <p:spPr bwMode="auto">
          <a:xfrm>
            <a:off x="6400800" y="3786188"/>
            <a:ext cx="914400" cy="0"/>
          </a:xfrm>
          <a:prstGeom prst="line">
            <a:avLst/>
          </a:prstGeom>
          <a:noFill/>
          <a:ln w="15875">
            <a:solidFill>
              <a:srgbClr val="C08E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58781" name="Rectangle 61">
            <a:extLst>
              <a:ext uri="{FF2B5EF4-FFF2-40B4-BE49-F238E27FC236}">
                <a16:creationId xmlns:a16="http://schemas.microsoft.com/office/drawing/2014/main" id="{712F1A51-EAE9-A88B-802E-7BC833C2B38E}"/>
              </a:ext>
            </a:extLst>
          </p:cNvPr>
          <p:cNvSpPr>
            <a:spLocks noChangeArrowheads="1"/>
          </p:cNvSpPr>
          <p:nvPr/>
        </p:nvSpPr>
        <p:spPr bwMode="auto">
          <a:xfrm>
            <a:off x="7264400" y="4657725"/>
            <a:ext cx="889000" cy="219075"/>
          </a:xfrm>
          <a:prstGeom prst="rect">
            <a:avLst/>
          </a:prstGeom>
          <a:solidFill>
            <a:srgbClr val="C08E00"/>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nchor="ct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ctr"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8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rPr>
              <a:t>7</a:t>
            </a:r>
          </a:p>
        </p:txBody>
      </p:sp>
      <p:sp>
        <p:nvSpPr>
          <p:cNvPr id="158784" name="Line 64">
            <a:extLst>
              <a:ext uri="{FF2B5EF4-FFF2-40B4-BE49-F238E27FC236}">
                <a16:creationId xmlns:a16="http://schemas.microsoft.com/office/drawing/2014/main" id="{99D23E0A-991F-DAF6-E8F3-1D0D06745320}"/>
              </a:ext>
            </a:extLst>
          </p:cNvPr>
          <p:cNvSpPr>
            <a:spLocks noChangeShapeType="1"/>
          </p:cNvSpPr>
          <p:nvPr/>
        </p:nvSpPr>
        <p:spPr bwMode="auto">
          <a:xfrm>
            <a:off x="6400800" y="4776788"/>
            <a:ext cx="914400" cy="0"/>
          </a:xfrm>
          <a:prstGeom prst="line">
            <a:avLst/>
          </a:prstGeom>
          <a:noFill/>
          <a:ln w="15875">
            <a:solidFill>
              <a:srgbClr val="C08E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158787" name="Rectangle 67">
            <a:extLst>
              <a:ext uri="{FF2B5EF4-FFF2-40B4-BE49-F238E27FC236}">
                <a16:creationId xmlns:a16="http://schemas.microsoft.com/office/drawing/2014/main" id="{6F785902-A74F-B187-8055-11ADA2643947}"/>
              </a:ext>
            </a:extLst>
          </p:cNvPr>
          <p:cNvSpPr>
            <a:spLocks noChangeArrowheads="1"/>
          </p:cNvSpPr>
          <p:nvPr/>
        </p:nvSpPr>
        <p:spPr bwMode="auto">
          <a:xfrm>
            <a:off x="7264400" y="5648325"/>
            <a:ext cx="889000" cy="219075"/>
          </a:xfrm>
          <a:prstGeom prst="rect">
            <a:avLst/>
          </a:prstGeom>
          <a:solidFill>
            <a:srgbClr val="C08E00"/>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nchor="ct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ctr"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8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rPr>
              <a:t>18</a:t>
            </a:r>
          </a:p>
        </p:txBody>
      </p:sp>
      <p:sp>
        <p:nvSpPr>
          <p:cNvPr id="158790" name="Line 70">
            <a:extLst>
              <a:ext uri="{FF2B5EF4-FFF2-40B4-BE49-F238E27FC236}">
                <a16:creationId xmlns:a16="http://schemas.microsoft.com/office/drawing/2014/main" id="{58EB4FD9-DC74-D664-CFE8-A601470549C2}"/>
              </a:ext>
            </a:extLst>
          </p:cNvPr>
          <p:cNvSpPr>
            <a:spLocks noChangeShapeType="1"/>
          </p:cNvSpPr>
          <p:nvPr/>
        </p:nvSpPr>
        <p:spPr bwMode="auto">
          <a:xfrm>
            <a:off x="6400800" y="5765800"/>
            <a:ext cx="914400" cy="0"/>
          </a:xfrm>
          <a:prstGeom prst="line">
            <a:avLst/>
          </a:prstGeom>
          <a:noFill/>
          <a:ln w="15875">
            <a:solidFill>
              <a:srgbClr val="C08E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grpSp>
        <p:nvGrpSpPr>
          <p:cNvPr id="20519" name="Group 73">
            <a:extLst>
              <a:ext uri="{FF2B5EF4-FFF2-40B4-BE49-F238E27FC236}">
                <a16:creationId xmlns:a16="http://schemas.microsoft.com/office/drawing/2014/main" id="{08903416-1CF3-A8E7-F587-BC301310294E}"/>
              </a:ext>
            </a:extLst>
          </p:cNvPr>
          <p:cNvGrpSpPr>
            <a:grpSpLocks/>
          </p:cNvGrpSpPr>
          <p:nvPr/>
        </p:nvGrpSpPr>
        <p:grpSpPr bwMode="auto">
          <a:xfrm>
            <a:off x="533400" y="2819400"/>
            <a:ext cx="1228725" cy="2133600"/>
            <a:chOff x="336" y="1776"/>
            <a:chExt cx="774" cy="1344"/>
          </a:xfrm>
        </p:grpSpPr>
        <p:pic>
          <p:nvPicPr>
            <p:cNvPr id="20530" name="Picture 74" descr="host12">
              <a:extLst>
                <a:ext uri="{FF2B5EF4-FFF2-40B4-BE49-F238E27FC236}">
                  <a16:creationId xmlns:a16="http://schemas.microsoft.com/office/drawing/2014/main" id="{31878859-4114-230B-4EBA-85325D9FD4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 y="1776"/>
              <a:ext cx="774" cy="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31" name="Text Box 75">
              <a:extLst>
                <a:ext uri="{FF2B5EF4-FFF2-40B4-BE49-F238E27FC236}">
                  <a16:creationId xmlns:a16="http://schemas.microsoft.com/office/drawing/2014/main" id="{2DF5D799-3E21-D96F-CDED-136CA49A0079}"/>
                </a:ext>
              </a:extLst>
            </p:cNvPr>
            <p:cNvSpPr txBox="1">
              <a:spLocks noChangeArrowheads="1"/>
            </p:cNvSpPr>
            <p:nvPr/>
          </p:nvSpPr>
          <p:spPr bwMode="auto">
            <a:xfrm>
              <a:off x="672" y="2986"/>
              <a:ext cx="28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ctr"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400" b="1" i="0" u="none" strike="noStrike" kern="1200" cap="none" spc="0" normalizeH="0" baseline="0" noProof="0">
                  <a:ln>
                    <a:noFill/>
                  </a:ln>
                  <a:solidFill>
                    <a:srgbClr val="000610"/>
                  </a:solidFill>
                  <a:effectLst/>
                  <a:uLnTx/>
                  <a:uFillTx/>
                  <a:latin typeface="Verdana" panose="020B0604030504040204" pitchFamily="34" charset="0"/>
                  <a:ea typeface="+mn-ea"/>
                  <a:cs typeface="Arial" panose="020B0604020202020204" pitchFamily="34" charset="0"/>
                </a:rPr>
                <a:t>Host</a:t>
              </a:r>
            </a:p>
          </p:txBody>
        </p:sp>
      </p:grpSp>
      <p:sp>
        <p:nvSpPr>
          <p:cNvPr id="158792" name="AutoShape 72">
            <a:extLst>
              <a:ext uri="{FF2B5EF4-FFF2-40B4-BE49-F238E27FC236}">
                <a16:creationId xmlns:a16="http://schemas.microsoft.com/office/drawing/2014/main" id="{6413B8EB-F0BA-8FAA-801A-231757C1C6B7}"/>
              </a:ext>
            </a:extLst>
          </p:cNvPr>
          <p:cNvSpPr>
            <a:spLocks noChangeArrowheads="1"/>
          </p:cNvSpPr>
          <p:nvPr/>
        </p:nvSpPr>
        <p:spPr bwMode="auto">
          <a:xfrm flipV="1">
            <a:off x="1284288" y="3505200"/>
            <a:ext cx="436562" cy="628650"/>
          </a:xfrm>
          <a:prstGeom prst="foldedCorner">
            <a:avLst>
              <a:gd name="adj" fmla="val 30912"/>
            </a:avLst>
          </a:prstGeom>
          <a:solidFill>
            <a:schemeClr val="accent1"/>
          </a:solidFill>
          <a:ln w="28575">
            <a:solidFill>
              <a:srgbClr val="000610"/>
            </a:solidFill>
            <a:round/>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grpSp>
        <p:nvGrpSpPr>
          <p:cNvPr id="20521" name="Group 32">
            <a:extLst>
              <a:ext uri="{FF2B5EF4-FFF2-40B4-BE49-F238E27FC236}">
                <a16:creationId xmlns:a16="http://schemas.microsoft.com/office/drawing/2014/main" id="{EC19D694-F723-2C9A-66C9-82FB24954CF0}"/>
              </a:ext>
            </a:extLst>
          </p:cNvPr>
          <p:cNvGrpSpPr>
            <a:grpSpLocks/>
          </p:cNvGrpSpPr>
          <p:nvPr/>
        </p:nvGrpSpPr>
        <p:grpSpPr bwMode="auto">
          <a:xfrm>
            <a:off x="3438525" y="3451225"/>
            <a:ext cx="1358900" cy="720725"/>
            <a:chOff x="2166" y="2174"/>
            <a:chExt cx="856" cy="454"/>
          </a:xfrm>
        </p:grpSpPr>
        <p:sp>
          <p:nvSpPr>
            <p:cNvPr id="20528" name="Rectangle 33">
              <a:extLst>
                <a:ext uri="{FF2B5EF4-FFF2-40B4-BE49-F238E27FC236}">
                  <a16:creationId xmlns:a16="http://schemas.microsoft.com/office/drawing/2014/main" id="{51FD93DF-38BF-3623-DEE1-21E029DCA0F8}"/>
                </a:ext>
              </a:extLst>
            </p:cNvPr>
            <p:cNvSpPr>
              <a:spLocks noChangeArrowheads="1"/>
            </p:cNvSpPr>
            <p:nvPr/>
          </p:nvSpPr>
          <p:spPr bwMode="auto">
            <a:xfrm>
              <a:off x="2166" y="2174"/>
              <a:ext cx="856" cy="454"/>
            </a:xfrm>
            <a:prstGeom prst="rect">
              <a:avLst/>
            </a:prstGeom>
            <a:gradFill rotWithShape="1">
              <a:gsLst>
                <a:gs pos="0">
                  <a:srgbClr val="86BAB5"/>
                </a:gs>
                <a:gs pos="100000">
                  <a:srgbClr val="5B7E7B"/>
                </a:gs>
              </a:gsLst>
              <a:lin ang="2700000" scaled="1"/>
            </a:gradFill>
            <a:ln w="12700" algn="ctr">
              <a:solidFill>
                <a:srgbClr val="88B8B6"/>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0529" name="Text Box 34">
              <a:extLst>
                <a:ext uri="{FF2B5EF4-FFF2-40B4-BE49-F238E27FC236}">
                  <a16:creationId xmlns:a16="http://schemas.microsoft.com/office/drawing/2014/main" id="{DC27619E-D501-1C36-BDAD-6A33ECFEC7DA}"/>
                </a:ext>
              </a:extLst>
            </p:cNvPr>
            <p:cNvSpPr txBox="1">
              <a:spLocks noChangeArrowheads="1"/>
            </p:cNvSpPr>
            <p:nvPr/>
          </p:nvSpPr>
          <p:spPr bwMode="auto">
            <a:xfrm>
              <a:off x="2288" y="2264"/>
              <a:ext cx="612" cy="278"/>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RAID</a:t>
              </a:r>
              <a:b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b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Controller</a:t>
              </a:r>
            </a:p>
          </p:txBody>
        </p:sp>
      </p:grpSp>
      <p:sp>
        <p:nvSpPr>
          <p:cNvPr id="158802" name="Text Box 82">
            <a:extLst>
              <a:ext uri="{FF2B5EF4-FFF2-40B4-BE49-F238E27FC236}">
                <a16:creationId xmlns:a16="http://schemas.microsoft.com/office/drawing/2014/main" id="{E5045553-303F-9615-C71A-6961C40813D3}"/>
              </a:ext>
            </a:extLst>
          </p:cNvPr>
          <p:cNvSpPr txBox="1">
            <a:spLocks noChangeArrowheads="1"/>
          </p:cNvSpPr>
          <p:nvPr/>
        </p:nvSpPr>
        <p:spPr bwMode="auto">
          <a:xfrm>
            <a:off x="609600" y="5334000"/>
            <a:ext cx="4419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lIns="0" tIns="0" rIns="0" bIns="0">
            <a:spAutoFit/>
          </a:bodyP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l"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000610"/>
                </a:solidFill>
                <a:effectLst/>
                <a:uLnTx/>
                <a:uFillTx/>
                <a:latin typeface="Verdana" panose="020B0604030504040204" pitchFamily="34" charset="0"/>
                <a:ea typeface="+mn-ea"/>
                <a:cs typeface="Arial" panose="020B0604020202020204" pitchFamily="34" charset="0"/>
              </a:rPr>
              <a:t>Parity calculation  4 + 6 + 1 + 7 = 18</a:t>
            </a:r>
          </a:p>
        </p:txBody>
      </p:sp>
      <p:grpSp>
        <p:nvGrpSpPr>
          <p:cNvPr id="4" name="Group 88">
            <a:extLst>
              <a:ext uri="{FF2B5EF4-FFF2-40B4-BE49-F238E27FC236}">
                <a16:creationId xmlns:a16="http://schemas.microsoft.com/office/drawing/2014/main" id="{49A31AA3-6D71-65BE-DA17-8828B6A68B01}"/>
              </a:ext>
            </a:extLst>
          </p:cNvPr>
          <p:cNvGrpSpPr>
            <a:grpSpLocks/>
          </p:cNvGrpSpPr>
          <p:nvPr/>
        </p:nvGrpSpPr>
        <p:grpSpPr bwMode="auto">
          <a:xfrm>
            <a:off x="609600" y="3429000"/>
            <a:ext cx="5962650" cy="1920875"/>
            <a:chOff x="384" y="2160"/>
            <a:chExt cx="3756" cy="1210"/>
          </a:xfrm>
        </p:grpSpPr>
        <p:sp>
          <p:nvSpPr>
            <p:cNvPr id="20526" name="Text Box 85">
              <a:extLst>
                <a:ext uri="{FF2B5EF4-FFF2-40B4-BE49-F238E27FC236}">
                  <a16:creationId xmlns:a16="http://schemas.microsoft.com/office/drawing/2014/main" id="{253CDA3C-E306-6234-32C2-6E4103AD55E0}"/>
                </a:ext>
              </a:extLst>
            </p:cNvPr>
            <p:cNvSpPr txBox="1">
              <a:spLocks noChangeArrowheads="1"/>
            </p:cNvSpPr>
            <p:nvPr/>
          </p:nvSpPr>
          <p:spPr bwMode="auto">
            <a:xfrm>
              <a:off x="384" y="3216"/>
              <a:ext cx="23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lIns="0" tIns="0" rIns="0" bIns="0">
              <a:spAutoFit/>
            </a:bodyP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l"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000610"/>
                  </a:solidFill>
                  <a:effectLst/>
                  <a:uLnTx/>
                  <a:uFillTx/>
                  <a:latin typeface="Verdana" panose="020B0604030504040204" pitchFamily="34" charset="0"/>
                  <a:ea typeface="+mn-ea"/>
                  <a:cs typeface="Arial" panose="020B0604020202020204" pitchFamily="34" charset="0"/>
                </a:rPr>
                <a:t>The middle drive fails:</a:t>
              </a:r>
            </a:p>
          </p:txBody>
        </p:sp>
        <p:sp>
          <p:nvSpPr>
            <p:cNvPr id="20527" name="AutoShape 86">
              <a:extLst>
                <a:ext uri="{FF2B5EF4-FFF2-40B4-BE49-F238E27FC236}">
                  <a16:creationId xmlns:a16="http://schemas.microsoft.com/office/drawing/2014/main" id="{7F1D6E95-9DF9-3824-B1FD-70C09663A53F}"/>
                </a:ext>
              </a:extLst>
            </p:cNvPr>
            <p:cNvSpPr>
              <a:spLocks noChangeAspect="1" noChangeArrowheads="1"/>
            </p:cNvSpPr>
            <p:nvPr/>
          </p:nvSpPr>
          <p:spPr bwMode="auto">
            <a:xfrm>
              <a:off x="3648" y="2160"/>
              <a:ext cx="492" cy="49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61 w 21600"/>
                <a:gd name="T25" fmla="*/ 3161 h 21600"/>
                <a:gd name="T26" fmla="*/ 18439 w 21600"/>
                <a:gd name="T27" fmla="*/ 18439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401" y="15493"/>
                  </a:moveTo>
                  <a:cubicBezTo>
                    <a:pt x="18376" y="14122"/>
                    <a:pt x="18900" y="12482"/>
                    <a:pt x="18900" y="10800"/>
                  </a:cubicBezTo>
                  <a:cubicBezTo>
                    <a:pt x="18900" y="6326"/>
                    <a:pt x="15273" y="2700"/>
                    <a:pt x="10800" y="2700"/>
                  </a:cubicBezTo>
                  <a:cubicBezTo>
                    <a:pt x="9117" y="2699"/>
                    <a:pt x="7477" y="3223"/>
                    <a:pt x="6106" y="4198"/>
                  </a:cubicBezTo>
                  <a:lnTo>
                    <a:pt x="17401" y="15493"/>
                  </a:lnTo>
                  <a:close/>
                  <a:moveTo>
                    <a:pt x="4198" y="6106"/>
                  </a:moveTo>
                  <a:cubicBezTo>
                    <a:pt x="3223" y="7477"/>
                    <a:pt x="2700" y="9117"/>
                    <a:pt x="2700" y="10799"/>
                  </a:cubicBezTo>
                  <a:cubicBezTo>
                    <a:pt x="2700" y="15273"/>
                    <a:pt x="6326" y="18900"/>
                    <a:pt x="10800" y="18900"/>
                  </a:cubicBezTo>
                  <a:cubicBezTo>
                    <a:pt x="12482" y="18900"/>
                    <a:pt x="14122" y="18376"/>
                    <a:pt x="15493" y="17401"/>
                  </a:cubicBezTo>
                  <a:lnTo>
                    <a:pt x="4198" y="6106"/>
                  </a:lnTo>
                  <a:close/>
                </a:path>
              </a:pathLst>
            </a:custGeom>
            <a:solidFill>
              <a:srgbClr val="FF0000"/>
            </a:solidFill>
            <a:ln>
              <a:noFill/>
            </a:ln>
            <a:extLs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nchor="ct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grpSp>
      <p:sp>
        <p:nvSpPr>
          <p:cNvPr id="158809" name="Rectangle 89">
            <a:extLst>
              <a:ext uri="{FF2B5EF4-FFF2-40B4-BE49-F238E27FC236}">
                <a16:creationId xmlns:a16="http://schemas.microsoft.com/office/drawing/2014/main" id="{FD7062BE-3DE9-B712-5796-55D7904FB776}"/>
              </a:ext>
            </a:extLst>
          </p:cNvPr>
          <p:cNvSpPr>
            <a:spLocks noChangeArrowheads="1"/>
          </p:cNvSpPr>
          <p:nvPr/>
        </p:nvSpPr>
        <p:spPr bwMode="auto">
          <a:xfrm>
            <a:off x="1066800" y="5664200"/>
            <a:ext cx="2743200" cy="110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lIns="0" tIns="0" rIns="0" bIns="0">
            <a:spAutoFit/>
          </a:bodyP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ctr"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800" b="0" i="0" u="none" strike="noStrike" kern="1200" cap="none" spc="0" normalizeH="0" baseline="0" noProof="0">
                <a:ln>
                  <a:noFill/>
                </a:ln>
                <a:solidFill>
                  <a:srgbClr val="000610"/>
                </a:solidFill>
                <a:effectLst/>
                <a:uLnTx/>
                <a:uFillTx/>
                <a:latin typeface="Arial" panose="020B0604020202020204" pitchFamily="34" charset="0"/>
                <a:ea typeface="+mn-ea"/>
                <a:cs typeface="Arial" panose="020B0604020202020204" pitchFamily="34" charset="0"/>
              </a:rPr>
              <a:t>4 + 6 + ? + 7 = 18</a:t>
            </a:r>
          </a:p>
          <a:p>
            <a:pPr marL="354013" marR="0" lvl="0" indent="-354013" algn="ctr"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800" b="0" i="0" u="none" strike="noStrike" kern="1200" cap="none" spc="0" normalizeH="0" baseline="0" noProof="0">
                <a:ln>
                  <a:noFill/>
                </a:ln>
                <a:solidFill>
                  <a:srgbClr val="000610"/>
                </a:solidFill>
                <a:effectLst/>
                <a:uLnTx/>
                <a:uFillTx/>
                <a:latin typeface="Arial" panose="020B0604020202020204" pitchFamily="34" charset="0"/>
                <a:ea typeface="+mn-ea"/>
                <a:cs typeface="Arial" panose="020B0604020202020204" pitchFamily="34" charset="0"/>
              </a:rPr>
              <a:t>? = 18 – 4 – 6 – 7</a:t>
            </a:r>
          </a:p>
          <a:p>
            <a:pPr marL="354013" marR="0" lvl="0" indent="-354013" algn="ctr"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800" b="0" i="0" u="none" strike="noStrike" kern="1200" cap="none" spc="0" normalizeH="0" baseline="0" noProof="0">
                <a:ln>
                  <a:noFill/>
                </a:ln>
                <a:solidFill>
                  <a:srgbClr val="000610"/>
                </a:solidFill>
                <a:effectLst/>
                <a:uLnTx/>
                <a:uFillTx/>
                <a:latin typeface="Arial" panose="020B0604020202020204" pitchFamily="34" charset="0"/>
                <a:ea typeface="+mn-ea"/>
                <a:cs typeface="Arial" panose="020B0604020202020204" pitchFamily="34" charset="0"/>
              </a:rPr>
              <a:t>? = 1</a:t>
            </a:r>
          </a:p>
        </p:txBody>
      </p:sp>
      <p:sp>
        <p:nvSpPr>
          <p:cNvPr id="158814" name="Rectangle 94">
            <a:extLst>
              <a:ext uri="{FF2B5EF4-FFF2-40B4-BE49-F238E27FC236}">
                <a16:creationId xmlns:a16="http://schemas.microsoft.com/office/drawing/2014/main" id="{E5B52155-0630-30FC-ED9F-B1A45DF75D40}"/>
              </a:ext>
            </a:extLst>
          </p:cNvPr>
          <p:cNvSpPr>
            <a:spLocks noChangeArrowheads="1"/>
          </p:cNvSpPr>
          <p:nvPr/>
        </p:nvSpPr>
        <p:spPr bwMode="auto">
          <a:xfrm>
            <a:off x="7264400" y="3657600"/>
            <a:ext cx="889000" cy="219075"/>
          </a:xfrm>
          <a:prstGeom prst="rect">
            <a:avLst/>
          </a:prstGeom>
          <a:solidFill>
            <a:srgbClr val="FF0000"/>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nchor="ct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ctr"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6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rPr>
              <a:t>?</a:t>
            </a:r>
          </a:p>
        </p:txBody>
      </p:sp>
    </p:spTree>
    <p:extLst>
      <p:ext uri="{BB962C8B-B14F-4D97-AF65-F5344CB8AC3E}">
        <p14:creationId xmlns:p14="http://schemas.microsoft.com/office/powerpoint/2010/main" val="511384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8792"/>
                                        </p:tgtEl>
                                        <p:attrNameLst>
                                          <p:attrName>style.visibility</p:attrName>
                                        </p:attrNameLst>
                                      </p:cBhvr>
                                      <p:to>
                                        <p:strVal val="visible"/>
                                      </p:to>
                                    </p:set>
                                    <p:animEffect transition="in" filter="fade">
                                      <p:cBhvr>
                                        <p:cTn id="7" dur="500"/>
                                        <p:tgtEl>
                                          <p:spTgt spid="158792"/>
                                        </p:tgtEl>
                                      </p:cBhvr>
                                    </p:animEffect>
                                  </p:childTnLst>
                                </p:cTn>
                              </p:par>
                            </p:childTnLst>
                          </p:cTn>
                        </p:par>
                        <p:par>
                          <p:cTn id="8" fill="hold" nodeType="afterGroup">
                            <p:stCondLst>
                              <p:cond delay="500"/>
                            </p:stCondLst>
                            <p:childTnLst>
                              <p:par>
                                <p:cTn id="9" presetID="63" presetClass="path" presetSubtype="0" accel="50000" decel="50000" fill="hold" grpId="1" nodeType="afterEffect">
                                  <p:stCondLst>
                                    <p:cond delay="0"/>
                                  </p:stCondLst>
                                  <p:childTnLst>
                                    <p:animMotion origin="layout" path="M 3.88889E-6 -4.44444E-6 L 0.24531 -4.44444E-6 " pathEditMode="relative" rAng="0" ptsTypes="AA">
                                      <p:cBhvr>
                                        <p:cTn id="10" dur="2000" fill="hold"/>
                                        <p:tgtEl>
                                          <p:spTgt spid="158792"/>
                                        </p:tgtEl>
                                        <p:attrNameLst>
                                          <p:attrName>ppt_x</p:attrName>
                                          <p:attrName>ppt_y</p:attrName>
                                        </p:attrNameLst>
                                      </p:cBhvr>
                                      <p:rCtr x="12257" y="0"/>
                                    </p:animMotion>
                                  </p:childTnLst>
                                  <p:subTnLst>
                                    <p:set>
                                      <p:cBhvr override="childStyle">
                                        <p:cTn dur="1" fill="hold" display="0" masterRel="sameClick" afterEffect="1">
                                          <p:stCondLst>
                                            <p:cond evt="end" delay="0">
                                              <p:tn val="9"/>
                                            </p:cond>
                                          </p:stCondLst>
                                        </p:cTn>
                                        <p:tgtEl>
                                          <p:spTgt spid="158792"/>
                                        </p:tgtEl>
                                        <p:attrNameLst>
                                          <p:attrName>style.visibility</p:attrName>
                                        </p:attrNameLst>
                                      </p:cBhvr>
                                      <p:to>
                                        <p:strVal val="hidden"/>
                                      </p:to>
                                    </p:set>
                                  </p:subTnLst>
                                </p:cTn>
                              </p:par>
                            </p:childTnLst>
                          </p:cTn>
                        </p:par>
                        <p:par>
                          <p:cTn id="11" fill="hold" nodeType="afterGroup">
                            <p:stCondLst>
                              <p:cond delay="2500"/>
                            </p:stCondLst>
                            <p:childTnLst>
                              <p:par>
                                <p:cTn id="12" presetID="1" presetClass="entr" presetSubtype="0" fill="hold" grpId="0" nodeType="afterEffect">
                                  <p:stCondLst>
                                    <p:cond delay="500"/>
                                  </p:stCondLst>
                                  <p:childTnLst>
                                    <p:set>
                                      <p:cBhvr>
                                        <p:cTn id="13" dur="1" fill="hold">
                                          <p:stCondLst>
                                            <p:cond delay="0"/>
                                          </p:stCondLst>
                                        </p:cTn>
                                        <p:tgtEl>
                                          <p:spTgt spid="158802"/>
                                        </p:tgtEl>
                                        <p:attrNameLst>
                                          <p:attrName>style.visibility</p:attrName>
                                        </p:attrNameLst>
                                      </p:cBhvr>
                                      <p:to>
                                        <p:strVal val="visible"/>
                                      </p:to>
                                    </p:set>
                                  </p:childTnLst>
                                </p:cTn>
                              </p:par>
                            </p:childTnLst>
                          </p:cTn>
                        </p:par>
                        <p:par>
                          <p:cTn id="14" fill="hold" nodeType="afterGroup">
                            <p:stCondLst>
                              <p:cond delay="3000"/>
                            </p:stCondLst>
                            <p:childTnLst>
                              <p:par>
                                <p:cTn id="15" presetID="0" presetClass="path" presetSubtype="0" accel="50000" decel="50000" fill="hold" grpId="0" nodeType="afterEffect">
                                  <p:stCondLst>
                                    <p:cond delay="0"/>
                                  </p:stCondLst>
                                  <p:childTnLst>
                                    <p:animMotion origin="layout" path="M -8.33333E-7 -0.00116 L 0.07778 -0.00116 L 0.07778 -0.29054 L 0.17986 -0.29054 " pathEditMode="relative" rAng="0" ptsTypes="AAAA">
                                      <p:cBhvr>
                                        <p:cTn id="16" dur="2000" fill="hold"/>
                                        <p:tgtEl>
                                          <p:spTgt spid="158747"/>
                                        </p:tgtEl>
                                        <p:attrNameLst>
                                          <p:attrName>ppt_x</p:attrName>
                                          <p:attrName>ppt_y</p:attrName>
                                        </p:attrNameLst>
                                      </p:cBhvr>
                                      <p:rCtr x="8993" y="-14481"/>
                                    </p:animMotion>
                                  </p:childTnLst>
                                </p:cTn>
                              </p:par>
                              <p:par>
                                <p:cTn id="17" presetID="0" presetClass="path" presetSubtype="0" accel="50000" decel="50000" fill="hold" grpId="0" nodeType="withEffect">
                                  <p:stCondLst>
                                    <p:cond delay="0"/>
                                  </p:stCondLst>
                                  <p:childTnLst>
                                    <p:animMotion origin="layout" path="M -8.33333E-7 -0.00116 L 0.07778 -0.00116 L 0.07778 -0.14643 L 0.17986 -0.14643 " pathEditMode="relative" rAng="0" ptsTypes="AAAA">
                                      <p:cBhvr>
                                        <p:cTn id="18" dur="2000" fill="hold"/>
                                        <p:tgtEl>
                                          <p:spTgt spid="158748"/>
                                        </p:tgtEl>
                                        <p:attrNameLst>
                                          <p:attrName>ppt_x</p:attrName>
                                          <p:attrName>ppt_y</p:attrName>
                                        </p:attrNameLst>
                                      </p:cBhvr>
                                      <p:rCtr x="8993" y="-7263"/>
                                    </p:animMotion>
                                  </p:childTnLst>
                                </p:cTn>
                              </p:par>
                              <p:par>
                                <p:cTn id="19" presetID="0" presetClass="path" presetSubtype="0" accel="50000" decel="50000" fill="hold" grpId="0" nodeType="withEffect">
                                  <p:stCondLst>
                                    <p:cond delay="0"/>
                                  </p:stCondLst>
                                  <p:childTnLst>
                                    <p:animMotion origin="layout" path="M -8.33333E-7 -0.00116 L 0.17691 -0.00116 " pathEditMode="relative" rAng="0" ptsTypes="AA">
                                      <p:cBhvr>
                                        <p:cTn id="20" dur="2000" fill="hold"/>
                                        <p:tgtEl>
                                          <p:spTgt spid="158749"/>
                                        </p:tgtEl>
                                        <p:attrNameLst>
                                          <p:attrName>ppt_x</p:attrName>
                                          <p:attrName>ppt_y</p:attrName>
                                        </p:attrNameLst>
                                      </p:cBhvr>
                                      <p:rCtr x="8837" y="0"/>
                                    </p:animMotion>
                                  </p:childTnLst>
                                </p:cTn>
                              </p:par>
                              <p:par>
                                <p:cTn id="21" presetID="0" presetClass="path" presetSubtype="0" accel="50000" decel="50000" fill="hold" grpId="0" nodeType="withEffect">
                                  <p:stCondLst>
                                    <p:cond delay="0"/>
                                  </p:stCondLst>
                                  <p:childTnLst>
                                    <p:animMotion origin="layout" path="M -8.33333E-7 0.00069 L 0.07778 0.00069 L 0.07778 0.14318 L 0.17986 0.14318 " pathEditMode="relative" rAng="0" ptsTypes="AAAA">
                                      <p:cBhvr>
                                        <p:cTn id="22" dur="2000" fill="hold"/>
                                        <p:tgtEl>
                                          <p:spTgt spid="158750"/>
                                        </p:tgtEl>
                                        <p:attrNameLst>
                                          <p:attrName>ppt_x</p:attrName>
                                          <p:attrName>ppt_y</p:attrName>
                                        </p:attrNameLst>
                                      </p:cBhvr>
                                      <p:rCtr x="8993" y="7125"/>
                                    </p:animMotion>
                                  </p:childTnLst>
                                </p:cTn>
                              </p:par>
                              <p:par>
                                <p:cTn id="23" presetID="0" presetClass="path" presetSubtype="0" accel="50000" decel="50000" fill="hold" grpId="0" nodeType="withEffect">
                                  <p:stCondLst>
                                    <p:cond delay="0"/>
                                  </p:stCondLst>
                                  <p:childTnLst>
                                    <p:animMotion origin="layout" path="M -8.33333E-7 0.00023 L 0.07778 0.00023 L 0.07778 0.28753 L 0.17986 0.28753 " pathEditMode="relative" rAng="0" ptsTypes="AAAA">
                                      <p:cBhvr>
                                        <p:cTn id="24" dur="2000" fill="hold"/>
                                        <p:tgtEl>
                                          <p:spTgt spid="158751"/>
                                        </p:tgtEl>
                                        <p:attrNameLst>
                                          <p:attrName>ppt_x</p:attrName>
                                          <p:attrName>ppt_y</p:attrName>
                                        </p:attrNameLst>
                                      </p:cBhvr>
                                      <p:rCtr x="8993" y="14365"/>
                                    </p:animMotion>
                                  </p:childTnLst>
                                </p:cTn>
                              </p:par>
                            </p:childTnLst>
                          </p:cTn>
                        </p:par>
                        <p:par>
                          <p:cTn id="25" fill="hold" nodeType="afterGroup">
                            <p:stCondLst>
                              <p:cond delay="5000"/>
                            </p:stCondLst>
                            <p:childTnLst>
                              <p:par>
                                <p:cTn id="26" presetID="1" presetClass="exit" presetSubtype="0" fill="hold" grpId="1" nodeType="afterEffect">
                                  <p:stCondLst>
                                    <p:cond delay="0"/>
                                  </p:stCondLst>
                                  <p:childTnLst>
                                    <p:set>
                                      <p:cBhvr>
                                        <p:cTn id="27" dur="1" fill="hold">
                                          <p:stCondLst>
                                            <p:cond delay="0"/>
                                          </p:stCondLst>
                                        </p:cTn>
                                        <p:tgtEl>
                                          <p:spTgt spid="158802"/>
                                        </p:tgtEl>
                                        <p:attrNameLst>
                                          <p:attrName>style.visibility</p:attrName>
                                        </p:attrNameLst>
                                      </p:cBhvr>
                                      <p:to>
                                        <p:strVal val="hidden"/>
                                      </p:to>
                                    </p:set>
                                  </p:childTnLst>
                                </p:cTn>
                              </p:par>
                            </p:childTnLst>
                          </p:cTn>
                        </p:par>
                        <p:par>
                          <p:cTn id="28" fill="hold" nodeType="afterGroup">
                            <p:stCondLst>
                              <p:cond delay="5000"/>
                            </p:stCondLst>
                            <p:childTnLst>
                              <p:par>
                                <p:cTn id="29" presetID="1" presetClass="entr" presetSubtype="0" fill="hold" grpId="0" nodeType="afterEffect">
                                  <p:stCondLst>
                                    <p:cond delay="0"/>
                                  </p:stCondLst>
                                  <p:childTnLst>
                                    <p:set>
                                      <p:cBhvr>
                                        <p:cTn id="30" dur="1" fill="hold">
                                          <p:stCondLst>
                                            <p:cond delay="0"/>
                                          </p:stCondLst>
                                        </p:cTn>
                                        <p:tgtEl>
                                          <p:spTgt spid="158760"/>
                                        </p:tgtEl>
                                        <p:attrNameLst>
                                          <p:attrName>style.visibility</p:attrName>
                                        </p:attrNameLst>
                                      </p:cBhvr>
                                      <p:to>
                                        <p:strVal val="visible"/>
                                      </p:to>
                                    </p:set>
                                  </p:childTnLst>
                                </p:cTn>
                              </p:par>
                            </p:childTnLst>
                          </p:cTn>
                        </p:par>
                        <p:par>
                          <p:cTn id="31" fill="hold" nodeType="afterGroup">
                            <p:stCondLst>
                              <p:cond delay="5000"/>
                            </p:stCondLst>
                            <p:childTnLst>
                              <p:par>
                                <p:cTn id="32" presetID="1" presetClass="entr" presetSubtype="0" fill="hold" nodeType="afterEffect">
                                  <p:stCondLst>
                                    <p:cond delay="0"/>
                                  </p:stCondLst>
                                  <p:childTnLst>
                                    <p:set>
                                      <p:cBhvr>
                                        <p:cTn id="33" dur="1" fill="hold">
                                          <p:stCondLst>
                                            <p:cond delay="0"/>
                                          </p:stCondLst>
                                        </p:cTn>
                                        <p:tgtEl>
                                          <p:spTgt spid="158763"/>
                                        </p:tgtEl>
                                        <p:attrNameLst>
                                          <p:attrName>style.visibility</p:attrName>
                                        </p:attrNameLst>
                                      </p:cBhvr>
                                      <p:to>
                                        <p:strVal val="visible"/>
                                      </p:to>
                                    </p:set>
                                  </p:childTnLst>
                                </p:cTn>
                              </p:par>
                            </p:childTnLst>
                          </p:cTn>
                        </p:par>
                        <p:par>
                          <p:cTn id="34" fill="hold" nodeType="afterGroup">
                            <p:stCondLst>
                              <p:cond delay="5000"/>
                            </p:stCondLst>
                            <p:childTnLst>
                              <p:par>
                                <p:cTn id="35" presetID="1" presetClass="entr" presetSubtype="0" fill="hold" nodeType="afterEffect">
                                  <p:stCondLst>
                                    <p:cond delay="0"/>
                                  </p:stCondLst>
                                  <p:childTnLst>
                                    <p:set>
                                      <p:cBhvr>
                                        <p:cTn id="36" dur="1" fill="hold">
                                          <p:stCondLst>
                                            <p:cond delay="0"/>
                                          </p:stCondLst>
                                        </p:cTn>
                                        <p:tgtEl>
                                          <p:spTgt spid="158770"/>
                                        </p:tgtEl>
                                        <p:attrNameLst>
                                          <p:attrName>style.visibility</p:attrName>
                                        </p:attrNameLst>
                                      </p:cBhvr>
                                      <p:to>
                                        <p:strVal val="visible"/>
                                      </p:to>
                                    </p:set>
                                  </p:childTnLst>
                                </p:cTn>
                              </p:par>
                            </p:childTnLst>
                          </p:cTn>
                        </p:par>
                        <p:par>
                          <p:cTn id="37" fill="hold" nodeType="afterGroup">
                            <p:stCondLst>
                              <p:cond delay="5000"/>
                            </p:stCondLst>
                            <p:childTnLst>
                              <p:par>
                                <p:cTn id="38" presetID="1" presetClass="entr" presetSubtype="0" fill="hold" grpId="0" nodeType="afterEffect">
                                  <p:stCondLst>
                                    <p:cond delay="0"/>
                                  </p:stCondLst>
                                  <p:childTnLst>
                                    <p:set>
                                      <p:cBhvr>
                                        <p:cTn id="39" dur="1" fill="hold">
                                          <p:stCondLst>
                                            <p:cond delay="0"/>
                                          </p:stCondLst>
                                        </p:cTn>
                                        <p:tgtEl>
                                          <p:spTgt spid="158767"/>
                                        </p:tgtEl>
                                        <p:attrNameLst>
                                          <p:attrName>style.visibility</p:attrName>
                                        </p:attrNameLst>
                                      </p:cBhvr>
                                      <p:to>
                                        <p:strVal val="visible"/>
                                      </p:to>
                                    </p:set>
                                  </p:childTnLst>
                                </p:cTn>
                              </p:par>
                            </p:childTnLst>
                          </p:cTn>
                        </p:par>
                        <p:par>
                          <p:cTn id="40" fill="hold" nodeType="afterGroup">
                            <p:stCondLst>
                              <p:cond delay="5000"/>
                            </p:stCondLst>
                            <p:childTnLst>
                              <p:par>
                                <p:cTn id="41" presetID="1" presetClass="entr" presetSubtype="0" fill="hold" nodeType="afterEffect">
                                  <p:stCondLst>
                                    <p:cond delay="0"/>
                                  </p:stCondLst>
                                  <p:childTnLst>
                                    <p:set>
                                      <p:cBhvr>
                                        <p:cTn id="42" dur="1" fill="hold">
                                          <p:stCondLst>
                                            <p:cond delay="0"/>
                                          </p:stCondLst>
                                        </p:cTn>
                                        <p:tgtEl>
                                          <p:spTgt spid="158777"/>
                                        </p:tgtEl>
                                        <p:attrNameLst>
                                          <p:attrName>style.visibility</p:attrName>
                                        </p:attrNameLst>
                                      </p:cBhvr>
                                      <p:to>
                                        <p:strVal val="visible"/>
                                      </p:to>
                                    </p:set>
                                  </p:childTnLst>
                                </p:cTn>
                              </p:par>
                            </p:childTnLst>
                          </p:cTn>
                        </p:par>
                        <p:par>
                          <p:cTn id="43" fill="hold" nodeType="afterGroup">
                            <p:stCondLst>
                              <p:cond delay="5000"/>
                            </p:stCondLst>
                            <p:childTnLst>
                              <p:par>
                                <p:cTn id="44" presetID="1" presetClass="entr" presetSubtype="0" fill="hold" grpId="0" nodeType="afterEffect">
                                  <p:stCondLst>
                                    <p:cond delay="0"/>
                                  </p:stCondLst>
                                  <p:childTnLst>
                                    <p:set>
                                      <p:cBhvr>
                                        <p:cTn id="45" dur="1" fill="hold">
                                          <p:stCondLst>
                                            <p:cond delay="0"/>
                                          </p:stCondLst>
                                        </p:cTn>
                                        <p:tgtEl>
                                          <p:spTgt spid="158774"/>
                                        </p:tgtEl>
                                        <p:attrNameLst>
                                          <p:attrName>style.visibility</p:attrName>
                                        </p:attrNameLst>
                                      </p:cBhvr>
                                      <p:to>
                                        <p:strVal val="visible"/>
                                      </p:to>
                                    </p:set>
                                  </p:childTnLst>
                                </p:cTn>
                              </p:par>
                            </p:childTnLst>
                          </p:cTn>
                        </p:par>
                        <p:par>
                          <p:cTn id="46" fill="hold" nodeType="afterGroup">
                            <p:stCondLst>
                              <p:cond delay="5000"/>
                            </p:stCondLst>
                            <p:childTnLst>
                              <p:par>
                                <p:cTn id="47" presetID="1" presetClass="entr" presetSubtype="0" fill="hold" nodeType="afterEffect">
                                  <p:stCondLst>
                                    <p:cond delay="0"/>
                                  </p:stCondLst>
                                  <p:childTnLst>
                                    <p:set>
                                      <p:cBhvr>
                                        <p:cTn id="48" dur="1" fill="hold">
                                          <p:stCondLst>
                                            <p:cond delay="0"/>
                                          </p:stCondLst>
                                        </p:cTn>
                                        <p:tgtEl>
                                          <p:spTgt spid="158784"/>
                                        </p:tgtEl>
                                        <p:attrNameLst>
                                          <p:attrName>style.visibility</p:attrName>
                                        </p:attrNameLst>
                                      </p:cBhvr>
                                      <p:to>
                                        <p:strVal val="visible"/>
                                      </p:to>
                                    </p:set>
                                  </p:childTnLst>
                                </p:cTn>
                              </p:par>
                            </p:childTnLst>
                          </p:cTn>
                        </p:par>
                        <p:par>
                          <p:cTn id="49" fill="hold" nodeType="afterGroup">
                            <p:stCondLst>
                              <p:cond delay="5000"/>
                            </p:stCondLst>
                            <p:childTnLst>
                              <p:par>
                                <p:cTn id="50" presetID="1" presetClass="entr" presetSubtype="0" fill="hold" grpId="0" nodeType="afterEffect">
                                  <p:stCondLst>
                                    <p:cond delay="0"/>
                                  </p:stCondLst>
                                  <p:childTnLst>
                                    <p:set>
                                      <p:cBhvr>
                                        <p:cTn id="51" dur="1" fill="hold">
                                          <p:stCondLst>
                                            <p:cond delay="0"/>
                                          </p:stCondLst>
                                        </p:cTn>
                                        <p:tgtEl>
                                          <p:spTgt spid="158781"/>
                                        </p:tgtEl>
                                        <p:attrNameLst>
                                          <p:attrName>style.visibility</p:attrName>
                                        </p:attrNameLst>
                                      </p:cBhvr>
                                      <p:to>
                                        <p:strVal val="visible"/>
                                      </p:to>
                                    </p:set>
                                  </p:childTnLst>
                                </p:cTn>
                              </p:par>
                            </p:childTnLst>
                          </p:cTn>
                        </p:par>
                        <p:par>
                          <p:cTn id="52" fill="hold" nodeType="afterGroup">
                            <p:stCondLst>
                              <p:cond delay="5000"/>
                            </p:stCondLst>
                            <p:childTnLst>
                              <p:par>
                                <p:cTn id="53" presetID="1" presetClass="entr" presetSubtype="0" fill="hold" nodeType="afterEffect">
                                  <p:stCondLst>
                                    <p:cond delay="0"/>
                                  </p:stCondLst>
                                  <p:childTnLst>
                                    <p:set>
                                      <p:cBhvr>
                                        <p:cTn id="54" dur="1" fill="hold">
                                          <p:stCondLst>
                                            <p:cond delay="0"/>
                                          </p:stCondLst>
                                        </p:cTn>
                                        <p:tgtEl>
                                          <p:spTgt spid="158790"/>
                                        </p:tgtEl>
                                        <p:attrNameLst>
                                          <p:attrName>style.visibility</p:attrName>
                                        </p:attrNameLst>
                                      </p:cBhvr>
                                      <p:to>
                                        <p:strVal val="visible"/>
                                      </p:to>
                                    </p:set>
                                  </p:childTnLst>
                                </p:cTn>
                              </p:par>
                            </p:childTnLst>
                          </p:cTn>
                        </p:par>
                        <p:par>
                          <p:cTn id="55" fill="hold" nodeType="afterGroup">
                            <p:stCondLst>
                              <p:cond delay="5000"/>
                            </p:stCondLst>
                            <p:childTnLst>
                              <p:par>
                                <p:cTn id="56" presetID="1" presetClass="entr" presetSubtype="0" fill="hold" grpId="0" nodeType="afterEffect">
                                  <p:stCondLst>
                                    <p:cond delay="0"/>
                                  </p:stCondLst>
                                  <p:childTnLst>
                                    <p:set>
                                      <p:cBhvr>
                                        <p:cTn id="57" dur="1" fill="hold">
                                          <p:stCondLst>
                                            <p:cond delay="0"/>
                                          </p:stCondLst>
                                        </p:cTn>
                                        <p:tgtEl>
                                          <p:spTgt spid="158787"/>
                                        </p:tgtEl>
                                        <p:attrNameLst>
                                          <p:attrName>style.visibility</p:attrName>
                                        </p:attrNameLst>
                                      </p:cBhvr>
                                      <p:to>
                                        <p:strVal val="visible"/>
                                      </p:to>
                                    </p:set>
                                  </p:childTnLst>
                                </p:cTn>
                              </p:par>
                            </p:childTnLst>
                          </p:cTn>
                        </p:par>
                      </p:childTnLst>
                    </p:cTn>
                  </p:par>
                  <p:par>
                    <p:cTn id="58" fill="hold" nodeType="clickPar">
                      <p:stCondLst>
                        <p:cond delay="indefinite"/>
                      </p:stCondLst>
                      <p:childTnLst>
                        <p:par>
                          <p:cTn id="59" fill="hold" nodeType="withGroup">
                            <p:stCondLst>
                              <p:cond delay="0"/>
                            </p:stCondLst>
                            <p:childTnLst>
                              <p:par>
                                <p:cTn id="60" presetID="1" presetClass="entr" presetSubtype="0" fill="hold" nodeType="clickEffect">
                                  <p:stCondLst>
                                    <p:cond delay="0"/>
                                  </p:stCondLst>
                                  <p:childTnLst>
                                    <p:set>
                                      <p:cBhvr>
                                        <p:cTn id="61" dur="1" fill="hold">
                                          <p:stCondLst>
                                            <p:cond delay="0"/>
                                          </p:stCondLst>
                                        </p:cTn>
                                        <p:tgtEl>
                                          <p:spTgt spid="4"/>
                                        </p:tgtEl>
                                        <p:attrNameLst>
                                          <p:attrName>style.visibility</p:attrName>
                                        </p:attrNameLst>
                                      </p:cBhvr>
                                      <p:to>
                                        <p:strVal val="visible"/>
                                      </p:to>
                                    </p:set>
                                  </p:childTnLst>
                                </p:cTn>
                              </p:par>
                            </p:childTnLst>
                          </p:cTn>
                        </p:par>
                        <p:par>
                          <p:cTn id="62" fill="hold" nodeType="afterGroup">
                            <p:stCondLst>
                              <p:cond delay="0"/>
                            </p:stCondLst>
                            <p:childTnLst>
                              <p:par>
                                <p:cTn id="63" presetID="1" presetClass="entr" presetSubtype="0" fill="hold" grpId="0" nodeType="afterEffect">
                                  <p:stCondLst>
                                    <p:cond delay="0"/>
                                  </p:stCondLst>
                                  <p:childTnLst>
                                    <p:set>
                                      <p:cBhvr>
                                        <p:cTn id="64" dur="1" fill="hold">
                                          <p:stCondLst>
                                            <p:cond delay="0"/>
                                          </p:stCondLst>
                                        </p:cTn>
                                        <p:tgtEl>
                                          <p:spTgt spid="158814"/>
                                        </p:tgtEl>
                                        <p:attrNameLst>
                                          <p:attrName>style.visibility</p:attrName>
                                        </p:attrNameLst>
                                      </p:cBhvr>
                                      <p:to>
                                        <p:strVal val="visible"/>
                                      </p:to>
                                    </p:set>
                                  </p:childTnLst>
                                </p:cTn>
                              </p:par>
                            </p:childTnLst>
                          </p:cTn>
                        </p:par>
                        <p:par>
                          <p:cTn id="65" fill="hold" nodeType="afterGroup">
                            <p:stCondLst>
                              <p:cond delay="0"/>
                            </p:stCondLst>
                            <p:childTnLst>
                              <p:par>
                                <p:cTn id="66" presetID="1" presetClass="entr" presetSubtype="0" fill="hold" grpId="0" nodeType="afterEffect">
                                  <p:stCondLst>
                                    <p:cond delay="1500"/>
                                  </p:stCondLst>
                                  <p:childTnLst>
                                    <p:set>
                                      <p:cBhvr>
                                        <p:cTn id="67" dur="1" fill="hold">
                                          <p:stCondLst>
                                            <p:cond delay="0"/>
                                          </p:stCondLst>
                                        </p:cTn>
                                        <p:tgtEl>
                                          <p:spTgt spid="158809"/>
                                        </p:tgtEl>
                                        <p:attrNameLst>
                                          <p:attrName>style.visibility</p:attrName>
                                        </p:attrNameLst>
                                      </p:cBhvr>
                                      <p:to>
                                        <p:strVal val="visible"/>
                                      </p:to>
                                    </p:set>
                                  </p:childTnLst>
                                </p:cTn>
                              </p:par>
                            </p:childTnLst>
                          </p:cTn>
                        </p:par>
                        <p:par>
                          <p:cTn id="68" fill="hold" nodeType="afterGroup">
                            <p:stCondLst>
                              <p:cond delay="1500"/>
                            </p:stCondLst>
                            <p:childTnLst>
                              <p:par>
                                <p:cTn id="69" presetID="1" presetClass="exit" presetSubtype="0" fill="hold" grpId="1" nodeType="afterEffect">
                                  <p:stCondLst>
                                    <p:cond delay="1000"/>
                                  </p:stCondLst>
                                  <p:childTnLst>
                                    <p:set>
                                      <p:cBhvr>
                                        <p:cTn id="70" dur="1" fill="hold">
                                          <p:stCondLst>
                                            <p:cond delay="0"/>
                                          </p:stCondLst>
                                        </p:cTn>
                                        <p:tgtEl>
                                          <p:spTgt spid="1588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47" grpId="0" animBg="1"/>
      <p:bldP spid="158748" grpId="0" animBg="1"/>
      <p:bldP spid="158749" grpId="0" animBg="1"/>
      <p:bldP spid="158750" grpId="0" animBg="1"/>
      <p:bldP spid="158751" grpId="0" animBg="1"/>
      <p:bldP spid="158760" grpId="0" animBg="1"/>
      <p:bldP spid="158767" grpId="0" animBg="1"/>
      <p:bldP spid="158774" grpId="0" animBg="1"/>
      <p:bldP spid="158781" grpId="0" animBg="1"/>
      <p:bldP spid="158787" grpId="0" animBg="1"/>
      <p:bldP spid="158792" grpId="0" animBg="1"/>
      <p:bldP spid="158792" grpId="1" animBg="1"/>
      <p:bldP spid="158802" grpId="0"/>
      <p:bldP spid="158802" grpId="1"/>
      <p:bldP spid="158809" grpId="0"/>
      <p:bldP spid="158814" grpId="0" animBg="1"/>
      <p:bldP spid="158814" grpId="1"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586A52ED-C02B-F411-973B-C3AA16FB50C5}"/>
              </a:ext>
            </a:extLst>
          </p:cNvPr>
          <p:cNvSpPr>
            <a:spLocks noGrp="1" noChangeArrowheads="1"/>
          </p:cNvSpPr>
          <p:nvPr>
            <p:ph type="title"/>
          </p:nvPr>
        </p:nvSpPr>
        <p:spPr>
          <a:xfrm>
            <a:off x="685800" y="609600"/>
            <a:ext cx="7773988" cy="1144588"/>
          </a:xfrm>
          <a:extLst>
            <a:ext uri="{91240B29-F687-4F45-9708-019B960494DF}">
              <a14:hiddenLine xmlns:a14="http://schemas.microsoft.com/office/drawing/2010/main" w="9525">
                <a:solidFill>
                  <a:srgbClr val="000000"/>
                </a:solidFill>
                <a:round/>
                <a:headEnd/>
                <a:tailEnd/>
              </a14:hiddenLine>
            </a:ext>
          </a:extLst>
        </p:spPr>
        <p:txBody>
          <a:bodyPr lIns="92160" tIns="46080" rIns="92160" bIns="46080"/>
          <a:lstStyle/>
          <a:p>
            <a:pPr defTabSz="4572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solidFill>
                  <a:srgbClr val="C00000"/>
                </a:solidFill>
              </a:rPr>
              <a:t>RAID LEVEL 3</a:t>
            </a:r>
          </a:p>
        </p:txBody>
      </p:sp>
      <p:sp>
        <p:nvSpPr>
          <p:cNvPr id="12291" name="Rectangle 3">
            <a:extLst>
              <a:ext uri="{FF2B5EF4-FFF2-40B4-BE49-F238E27FC236}">
                <a16:creationId xmlns:a16="http://schemas.microsoft.com/office/drawing/2014/main" id="{77889B99-F75A-D084-941E-3ED572CFAB68}"/>
              </a:ext>
            </a:extLst>
          </p:cNvPr>
          <p:cNvSpPr>
            <a:spLocks noGrp="1" noChangeArrowheads="1"/>
          </p:cNvSpPr>
          <p:nvPr>
            <p:ph type="body" idx="1"/>
          </p:nvPr>
        </p:nvSpPr>
        <p:spPr>
          <a:xfrm>
            <a:off x="228600" y="1981200"/>
            <a:ext cx="8458200" cy="3200400"/>
          </a:xfrm>
          <a:extLst>
            <a:ext uri="{91240B29-F687-4F45-9708-019B960494DF}">
              <a14:hiddenLine xmlns:a14="http://schemas.microsoft.com/office/drawing/2010/main" w="9525">
                <a:solidFill>
                  <a:srgbClr val="000000"/>
                </a:solidFill>
                <a:round/>
                <a:headEnd/>
                <a:tailEnd/>
              </a14:hiddenLine>
            </a:ext>
          </a:extLst>
        </p:spPr>
        <p:txBody>
          <a:bodyPr lIns="92160" tIns="46080" rIns="92160" bIns="46080"/>
          <a:lstStyle/>
          <a:p>
            <a:pPr marL="341313" indent="-341313"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100" dirty="0"/>
              <a:t>Requires N+1 disk drives</a:t>
            </a:r>
          </a:p>
          <a:p>
            <a:pPr marL="741363" lvl="1" indent="-284163"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dirty="0"/>
              <a:t>N drives contain data (1/N of each data block)</a:t>
            </a:r>
          </a:p>
          <a:p>
            <a:pPr lvl="2"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100" dirty="0"/>
              <a:t>Block b[k] now partitioned into N fragments b[k,1], b[k,2], ... b[</a:t>
            </a:r>
            <a:r>
              <a:rPr lang="en-GB" altLang="en-US" sz="2100" dirty="0" err="1"/>
              <a:t>k,N</a:t>
            </a:r>
            <a:r>
              <a:rPr lang="en-GB" altLang="en-US" sz="2100" dirty="0"/>
              <a:t>]</a:t>
            </a:r>
          </a:p>
          <a:p>
            <a:pPr marL="741363" lvl="1" indent="-284163"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dirty="0"/>
              <a:t>Parity drive contains exclusive or of  these N fragments	</a:t>
            </a:r>
          </a:p>
          <a:p>
            <a:pPr marL="741363" lvl="1" indent="-284163" algn="ctr" defTabSz="4572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dirty="0"/>
              <a:t>	p[k] = b[k,1] </a:t>
            </a:r>
            <a:r>
              <a:rPr lang="en-GB" altLang="en-US" b="1" dirty="0">
                <a:latin typeface="Symbol" panose="05050102010706020507" pitchFamily="18" charset="2"/>
              </a:rPr>
              <a:t></a:t>
            </a:r>
            <a:r>
              <a:rPr lang="en-GB" altLang="en-US" b="1" dirty="0"/>
              <a:t>  </a:t>
            </a:r>
            <a:r>
              <a:rPr lang="en-GB" altLang="en-US" dirty="0"/>
              <a:t>b[k,2] </a:t>
            </a:r>
            <a:r>
              <a:rPr lang="en-GB" altLang="en-US" b="1" dirty="0">
                <a:latin typeface="Symbol" panose="05050102010706020507" pitchFamily="18" charset="2"/>
              </a:rPr>
              <a:t></a:t>
            </a:r>
            <a:r>
              <a:rPr lang="en-GB" altLang="en-US" b="1" dirty="0"/>
              <a:t> ...</a:t>
            </a:r>
            <a:r>
              <a:rPr lang="en-GB" altLang="en-US" dirty="0"/>
              <a:t> </a:t>
            </a:r>
            <a:r>
              <a:rPr lang="en-GB" altLang="en-US" b="1" dirty="0">
                <a:latin typeface="Symbol" panose="05050102010706020507" pitchFamily="18" charset="2"/>
              </a:rPr>
              <a:t></a:t>
            </a:r>
            <a:r>
              <a:rPr lang="en-GB" altLang="en-US" b="1" dirty="0"/>
              <a:t>  </a:t>
            </a:r>
            <a:r>
              <a:rPr lang="en-GB" altLang="en-US" dirty="0"/>
              <a:t>b[</a:t>
            </a:r>
            <a:r>
              <a:rPr lang="en-GB" altLang="en-US" dirty="0" err="1"/>
              <a:t>k,N</a:t>
            </a:r>
            <a:r>
              <a:rPr lang="en-GB" altLang="en-US" dirty="0"/>
              <a:t>]</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29F10-42EC-B19C-E8D3-B6B52522B271}"/>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423D778B-4C78-6BEE-A07E-001F53E5AE0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21078" y="1233488"/>
            <a:ext cx="7320893" cy="5329237"/>
          </a:xfrm>
        </p:spPr>
      </p:pic>
    </p:spTree>
    <p:extLst>
      <p:ext uri="{BB962C8B-B14F-4D97-AF65-F5344CB8AC3E}">
        <p14:creationId xmlns:p14="http://schemas.microsoft.com/office/powerpoint/2010/main" val="2925267415"/>
      </p:ext>
    </p:extLst>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7689F46D-4703-4926-04C4-229CEC3D4C5E}"/>
              </a:ext>
            </a:extLst>
          </p:cNvPr>
          <p:cNvSpPr>
            <a:spLocks noGrp="1" noChangeArrowheads="1"/>
          </p:cNvSpPr>
          <p:nvPr>
            <p:ph type="title"/>
          </p:nvPr>
        </p:nvSpPr>
        <p:spPr/>
        <p:txBody>
          <a:bodyPr/>
          <a:lstStyle/>
          <a:p>
            <a:r>
              <a:rPr lang="en-US" altLang="en-US" dirty="0">
                <a:solidFill>
                  <a:srgbClr val="C00000"/>
                </a:solidFill>
              </a:rPr>
              <a:t>How parity works?</a:t>
            </a:r>
          </a:p>
        </p:txBody>
      </p:sp>
      <p:sp>
        <p:nvSpPr>
          <p:cNvPr id="13315" name="Rectangle 3">
            <a:extLst>
              <a:ext uri="{FF2B5EF4-FFF2-40B4-BE49-F238E27FC236}">
                <a16:creationId xmlns:a16="http://schemas.microsoft.com/office/drawing/2014/main" id="{FCD50D27-F6D5-F323-B2D1-DA699268EF76}"/>
              </a:ext>
            </a:extLst>
          </p:cNvPr>
          <p:cNvSpPr>
            <a:spLocks noGrp="1" noChangeArrowheads="1"/>
          </p:cNvSpPr>
          <p:nvPr>
            <p:ph type="body" sz="half" idx="1"/>
          </p:nvPr>
        </p:nvSpPr>
        <p:spPr>
          <a:xfrm>
            <a:off x="685800" y="1981200"/>
            <a:ext cx="6997700" cy="612775"/>
          </a:xfrm>
        </p:spPr>
        <p:txBody>
          <a:bodyPr/>
          <a:lstStyle/>
          <a:p>
            <a:r>
              <a:rPr lang="en-US" altLang="en-US" sz="2800"/>
              <a:t>Truth table for XOR (same as parity)</a:t>
            </a:r>
          </a:p>
        </p:txBody>
      </p:sp>
      <p:graphicFrame>
        <p:nvGraphicFramePr>
          <p:cNvPr id="87085" name="Group 45">
            <a:extLst>
              <a:ext uri="{FF2B5EF4-FFF2-40B4-BE49-F238E27FC236}">
                <a16:creationId xmlns:a16="http://schemas.microsoft.com/office/drawing/2014/main" id="{9AAF2FE0-B15C-1A3E-60BA-51430743B1F8}"/>
              </a:ext>
            </a:extLst>
          </p:cNvPr>
          <p:cNvGraphicFramePr>
            <a:graphicFrameLocks noGrp="1"/>
          </p:cNvGraphicFramePr>
          <p:nvPr>
            <p:ph sz="half" idx="2"/>
          </p:nvPr>
        </p:nvGraphicFramePr>
        <p:xfrm>
          <a:off x="3054350" y="3049588"/>
          <a:ext cx="3490913" cy="2957825"/>
        </p:xfrm>
        <a:graphic>
          <a:graphicData uri="http://schemas.openxmlformats.org/drawingml/2006/table">
            <a:tbl>
              <a:tblPr/>
              <a:tblGrid>
                <a:gridCol w="965200">
                  <a:extLst>
                    <a:ext uri="{9D8B030D-6E8A-4147-A177-3AD203B41FA5}">
                      <a16:colId xmlns:a16="http://schemas.microsoft.com/office/drawing/2014/main" val="20000"/>
                    </a:ext>
                  </a:extLst>
                </a:gridCol>
                <a:gridCol w="1082675">
                  <a:extLst>
                    <a:ext uri="{9D8B030D-6E8A-4147-A177-3AD203B41FA5}">
                      <a16:colId xmlns:a16="http://schemas.microsoft.com/office/drawing/2014/main" val="20001"/>
                    </a:ext>
                  </a:extLst>
                </a:gridCol>
                <a:gridCol w="1443038">
                  <a:extLst>
                    <a:ext uri="{9D8B030D-6E8A-4147-A177-3AD203B41FA5}">
                      <a16:colId xmlns:a16="http://schemas.microsoft.com/office/drawing/2014/main" val="20002"/>
                    </a:ext>
                  </a:extLst>
                </a:gridCol>
              </a:tblGrid>
              <a:tr h="578995">
                <a:tc>
                  <a:txBody>
                    <a:bodyPr/>
                    <a:lstStyle>
                      <a:lvl1pPr algn="l">
                        <a:spcBef>
                          <a:spcPct val="20000"/>
                        </a:spcBef>
                        <a:defRPr kumimoji="1" sz="2800">
                          <a:solidFill>
                            <a:schemeClr val="tx1"/>
                          </a:solidFill>
                          <a:latin typeface="Arial Narrow" pitchFamily="34" charset="0"/>
                        </a:defRPr>
                      </a:lvl1pPr>
                      <a:lvl2pPr algn="l">
                        <a:spcBef>
                          <a:spcPct val="20000"/>
                        </a:spcBef>
                        <a:defRPr kumimoji="1" sz="2800">
                          <a:solidFill>
                            <a:schemeClr val="tx1"/>
                          </a:solidFill>
                          <a:latin typeface="Arial Narrow" pitchFamily="34" charset="0"/>
                        </a:defRPr>
                      </a:lvl2pPr>
                      <a:lvl3pPr algn="l">
                        <a:spcBef>
                          <a:spcPct val="20000"/>
                        </a:spcBef>
                        <a:defRPr kumimoji="1" sz="2800">
                          <a:solidFill>
                            <a:schemeClr val="tx1"/>
                          </a:solidFill>
                          <a:latin typeface="Arial Narrow" pitchFamily="34" charset="0"/>
                        </a:defRPr>
                      </a:lvl3pPr>
                      <a:lvl4pPr algn="l">
                        <a:spcBef>
                          <a:spcPct val="20000"/>
                        </a:spcBef>
                        <a:defRPr kumimoji="1" sz="2800">
                          <a:solidFill>
                            <a:schemeClr val="tx1"/>
                          </a:solidFill>
                          <a:latin typeface="Arial Narrow" pitchFamily="34" charset="0"/>
                        </a:defRPr>
                      </a:lvl4pPr>
                      <a:lvl5pPr algn="l">
                        <a:spcBef>
                          <a:spcPct val="20000"/>
                        </a:spcBef>
                        <a:defRPr kumimoji="1" sz="2800">
                          <a:solidFill>
                            <a:schemeClr val="tx1"/>
                          </a:solidFill>
                          <a:latin typeface="Arial Narrow" pitchFamily="34" charset="0"/>
                        </a:defRPr>
                      </a:lvl5pPr>
                      <a:lvl6pPr eaLnBrk="0" fontAlgn="base" hangingPunct="0">
                        <a:spcBef>
                          <a:spcPct val="20000"/>
                        </a:spcBef>
                        <a:spcAft>
                          <a:spcPct val="0"/>
                        </a:spcAft>
                        <a:defRPr kumimoji="1" sz="2800">
                          <a:solidFill>
                            <a:schemeClr val="tx1"/>
                          </a:solidFill>
                          <a:latin typeface="Arial Narrow" pitchFamily="34" charset="0"/>
                        </a:defRPr>
                      </a:lvl6pPr>
                      <a:lvl7pPr eaLnBrk="0" fontAlgn="base" hangingPunct="0">
                        <a:spcBef>
                          <a:spcPct val="20000"/>
                        </a:spcBef>
                        <a:spcAft>
                          <a:spcPct val="0"/>
                        </a:spcAft>
                        <a:defRPr kumimoji="1" sz="2800">
                          <a:solidFill>
                            <a:schemeClr val="tx1"/>
                          </a:solidFill>
                          <a:latin typeface="Arial Narrow" pitchFamily="34" charset="0"/>
                        </a:defRPr>
                      </a:lvl7pPr>
                      <a:lvl8pPr eaLnBrk="0" fontAlgn="base" hangingPunct="0">
                        <a:spcBef>
                          <a:spcPct val="20000"/>
                        </a:spcBef>
                        <a:spcAft>
                          <a:spcPct val="0"/>
                        </a:spcAft>
                        <a:defRPr kumimoji="1" sz="2800">
                          <a:solidFill>
                            <a:schemeClr val="tx1"/>
                          </a:solidFill>
                          <a:latin typeface="Arial Narrow" pitchFamily="34" charset="0"/>
                        </a:defRPr>
                      </a:lvl8pPr>
                      <a:lvl9pPr eaLnBrk="0" fontAlgn="base" hangingPunct="0">
                        <a:spcBef>
                          <a:spcPct val="20000"/>
                        </a:spcBef>
                        <a:spcAft>
                          <a:spcPct val="0"/>
                        </a:spcAft>
                        <a:defRPr kumimoji="1" sz="2800">
                          <a:solidFill>
                            <a:schemeClr val="tx1"/>
                          </a:solidFill>
                          <a:latin typeface="Arial Narrow"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en-US" sz="3200" b="0" i="0" u="none" strike="noStrike" cap="none" normalizeH="0" baseline="0">
                          <a:ln>
                            <a:noFill/>
                          </a:ln>
                          <a:solidFill>
                            <a:schemeClr val="tx1"/>
                          </a:solidFill>
                          <a:effectLst/>
                          <a:latin typeface="Arial Narrow" pitchFamily="34" charset="0"/>
                        </a:rPr>
                        <a:t>A</a:t>
                      </a:r>
                    </a:p>
                  </a:txBody>
                  <a:tcPr marT="45710" marB="4571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lvl1pPr algn="l">
                        <a:spcBef>
                          <a:spcPct val="20000"/>
                        </a:spcBef>
                        <a:defRPr kumimoji="1" sz="2800">
                          <a:solidFill>
                            <a:schemeClr val="tx1"/>
                          </a:solidFill>
                          <a:latin typeface="Arial Narrow" pitchFamily="34" charset="0"/>
                        </a:defRPr>
                      </a:lvl1pPr>
                      <a:lvl2pPr algn="l">
                        <a:spcBef>
                          <a:spcPct val="20000"/>
                        </a:spcBef>
                        <a:defRPr kumimoji="1" sz="2800">
                          <a:solidFill>
                            <a:schemeClr val="tx1"/>
                          </a:solidFill>
                          <a:latin typeface="Arial Narrow" pitchFamily="34" charset="0"/>
                        </a:defRPr>
                      </a:lvl2pPr>
                      <a:lvl3pPr algn="l">
                        <a:spcBef>
                          <a:spcPct val="20000"/>
                        </a:spcBef>
                        <a:defRPr kumimoji="1" sz="2800">
                          <a:solidFill>
                            <a:schemeClr val="tx1"/>
                          </a:solidFill>
                          <a:latin typeface="Arial Narrow" pitchFamily="34" charset="0"/>
                        </a:defRPr>
                      </a:lvl3pPr>
                      <a:lvl4pPr algn="l">
                        <a:spcBef>
                          <a:spcPct val="20000"/>
                        </a:spcBef>
                        <a:defRPr kumimoji="1" sz="2800">
                          <a:solidFill>
                            <a:schemeClr val="tx1"/>
                          </a:solidFill>
                          <a:latin typeface="Arial Narrow" pitchFamily="34" charset="0"/>
                        </a:defRPr>
                      </a:lvl4pPr>
                      <a:lvl5pPr algn="l">
                        <a:spcBef>
                          <a:spcPct val="20000"/>
                        </a:spcBef>
                        <a:defRPr kumimoji="1" sz="2800">
                          <a:solidFill>
                            <a:schemeClr val="tx1"/>
                          </a:solidFill>
                          <a:latin typeface="Arial Narrow" pitchFamily="34" charset="0"/>
                        </a:defRPr>
                      </a:lvl5pPr>
                      <a:lvl6pPr eaLnBrk="0" fontAlgn="base" hangingPunct="0">
                        <a:spcBef>
                          <a:spcPct val="20000"/>
                        </a:spcBef>
                        <a:spcAft>
                          <a:spcPct val="0"/>
                        </a:spcAft>
                        <a:defRPr kumimoji="1" sz="2800">
                          <a:solidFill>
                            <a:schemeClr val="tx1"/>
                          </a:solidFill>
                          <a:latin typeface="Arial Narrow" pitchFamily="34" charset="0"/>
                        </a:defRPr>
                      </a:lvl6pPr>
                      <a:lvl7pPr eaLnBrk="0" fontAlgn="base" hangingPunct="0">
                        <a:spcBef>
                          <a:spcPct val="20000"/>
                        </a:spcBef>
                        <a:spcAft>
                          <a:spcPct val="0"/>
                        </a:spcAft>
                        <a:defRPr kumimoji="1" sz="2800">
                          <a:solidFill>
                            <a:schemeClr val="tx1"/>
                          </a:solidFill>
                          <a:latin typeface="Arial Narrow" pitchFamily="34" charset="0"/>
                        </a:defRPr>
                      </a:lvl7pPr>
                      <a:lvl8pPr eaLnBrk="0" fontAlgn="base" hangingPunct="0">
                        <a:spcBef>
                          <a:spcPct val="20000"/>
                        </a:spcBef>
                        <a:spcAft>
                          <a:spcPct val="0"/>
                        </a:spcAft>
                        <a:defRPr kumimoji="1" sz="2800">
                          <a:solidFill>
                            <a:schemeClr val="tx1"/>
                          </a:solidFill>
                          <a:latin typeface="Arial Narrow" pitchFamily="34" charset="0"/>
                        </a:defRPr>
                      </a:lvl8pPr>
                      <a:lvl9pPr eaLnBrk="0" fontAlgn="base" hangingPunct="0">
                        <a:spcBef>
                          <a:spcPct val="20000"/>
                        </a:spcBef>
                        <a:spcAft>
                          <a:spcPct val="0"/>
                        </a:spcAft>
                        <a:defRPr kumimoji="1" sz="2800">
                          <a:solidFill>
                            <a:schemeClr val="tx1"/>
                          </a:solidFill>
                          <a:latin typeface="Arial Narrow"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en-US" sz="3200" b="0" i="0" u="none" strike="noStrike" cap="none" normalizeH="0" baseline="0">
                          <a:ln>
                            <a:noFill/>
                          </a:ln>
                          <a:solidFill>
                            <a:schemeClr val="tx1"/>
                          </a:solidFill>
                          <a:effectLst/>
                          <a:latin typeface="Arial Narrow" pitchFamily="34" charset="0"/>
                        </a:rPr>
                        <a:t>B</a:t>
                      </a:r>
                    </a:p>
                  </a:txBody>
                  <a:tcPr marT="45710" marB="4571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lvl1pPr algn="l">
                        <a:spcBef>
                          <a:spcPct val="20000"/>
                        </a:spcBef>
                        <a:defRPr kumimoji="1" sz="2800">
                          <a:solidFill>
                            <a:schemeClr val="tx1"/>
                          </a:solidFill>
                          <a:latin typeface="Arial Narrow" pitchFamily="34" charset="0"/>
                        </a:defRPr>
                      </a:lvl1pPr>
                      <a:lvl2pPr algn="l">
                        <a:spcBef>
                          <a:spcPct val="20000"/>
                        </a:spcBef>
                        <a:defRPr kumimoji="1" sz="2800">
                          <a:solidFill>
                            <a:schemeClr val="tx1"/>
                          </a:solidFill>
                          <a:latin typeface="Arial Narrow" pitchFamily="34" charset="0"/>
                        </a:defRPr>
                      </a:lvl2pPr>
                      <a:lvl3pPr algn="l">
                        <a:spcBef>
                          <a:spcPct val="20000"/>
                        </a:spcBef>
                        <a:defRPr kumimoji="1" sz="2800">
                          <a:solidFill>
                            <a:schemeClr val="tx1"/>
                          </a:solidFill>
                          <a:latin typeface="Arial Narrow" pitchFamily="34" charset="0"/>
                        </a:defRPr>
                      </a:lvl3pPr>
                      <a:lvl4pPr algn="l">
                        <a:spcBef>
                          <a:spcPct val="20000"/>
                        </a:spcBef>
                        <a:defRPr kumimoji="1" sz="2800">
                          <a:solidFill>
                            <a:schemeClr val="tx1"/>
                          </a:solidFill>
                          <a:latin typeface="Arial Narrow" pitchFamily="34" charset="0"/>
                        </a:defRPr>
                      </a:lvl4pPr>
                      <a:lvl5pPr algn="l">
                        <a:spcBef>
                          <a:spcPct val="20000"/>
                        </a:spcBef>
                        <a:defRPr kumimoji="1" sz="2800">
                          <a:solidFill>
                            <a:schemeClr val="tx1"/>
                          </a:solidFill>
                          <a:latin typeface="Arial Narrow" pitchFamily="34" charset="0"/>
                        </a:defRPr>
                      </a:lvl5pPr>
                      <a:lvl6pPr eaLnBrk="0" fontAlgn="base" hangingPunct="0">
                        <a:spcBef>
                          <a:spcPct val="20000"/>
                        </a:spcBef>
                        <a:spcAft>
                          <a:spcPct val="0"/>
                        </a:spcAft>
                        <a:defRPr kumimoji="1" sz="2800">
                          <a:solidFill>
                            <a:schemeClr val="tx1"/>
                          </a:solidFill>
                          <a:latin typeface="Arial Narrow" pitchFamily="34" charset="0"/>
                        </a:defRPr>
                      </a:lvl6pPr>
                      <a:lvl7pPr eaLnBrk="0" fontAlgn="base" hangingPunct="0">
                        <a:spcBef>
                          <a:spcPct val="20000"/>
                        </a:spcBef>
                        <a:spcAft>
                          <a:spcPct val="0"/>
                        </a:spcAft>
                        <a:defRPr kumimoji="1" sz="2800">
                          <a:solidFill>
                            <a:schemeClr val="tx1"/>
                          </a:solidFill>
                          <a:latin typeface="Arial Narrow" pitchFamily="34" charset="0"/>
                        </a:defRPr>
                      </a:lvl7pPr>
                      <a:lvl8pPr eaLnBrk="0" fontAlgn="base" hangingPunct="0">
                        <a:spcBef>
                          <a:spcPct val="20000"/>
                        </a:spcBef>
                        <a:spcAft>
                          <a:spcPct val="0"/>
                        </a:spcAft>
                        <a:defRPr kumimoji="1" sz="2800">
                          <a:solidFill>
                            <a:schemeClr val="tx1"/>
                          </a:solidFill>
                          <a:latin typeface="Arial Narrow" pitchFamily="34" charset="0"/>
                        </a:defRPr>
                      </a:lvl8pPr>
                      <a:lvl9pPr eaLnBrk="0" fontAlgn="base" hangingPunct="0">
                        <a:spcBef>
                          <a:spcPct val="20000"/>
                        </a:spcBef>
                        <a:spcAft>
                          <a:spcPct val="0"/>
                        </a:spcAft>
                        <a:defRPr kumimoji="1" sz="2800">
                          <a:solidFill>
                            <a:schemeClr val="tx1"/>
                          </a:solidFill>
                          <a:latin typeface="Arial Narrow"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en-US" sz="3200" b="0" i="0" u="none" strike="noStrike" cap="none" normalizeH="0" baseline="0">
                          <a:ln>
                            <a:noFill/>
                          </a:ln>
                          <a:solidFill>
                            <a:schemeClr val="tx1"/>
                          </a:solidFill>
                          <a:effectLst/>
                          <a:latin typeface="Arial Narrow" pitchFamily="34" charset="0"/>
                        </a:rPr>
                        <a:t>A</a:t>
                      </a:r>
                      <a:r>
                        <a:rPr kumimoji="1" lang="en-GB" altLang="en-US" sz="3200" b="1" i="0" u="none" strike="noStrike" cap="none" normalizeH="0" baseline="0">
                          <a:ln>
                            <a:noFill/>
                          </a:ln>
                          <a:solidFill>
                            <a:schemeClr val="tx1"/>
                          </a:solidFill>
                          <a:effectLst/>
                          <a:latin typeface="Symbol" pitchFamily="18" charset="2"/>
                        </a:rPr>
                        <a:t></a:t>
                      </a:r>
                      <a:r>
                        <a:rPr kumimoji="1" lang="en-GB" altLang="en-US" sz="3200" b="0" i="0" u="none" strike="noStrike" cap="none" normalizeH="0" baseline="0">
                          <a:ln>
                            <a:noFill/>
                          </a:ln>
                          <a:solidFill>
                            <a:schemeClr val="tx1"/>
                          </a:solidFill>
                          <a:effectLst/>
                          <a:latin typeface="Arial Narrow" pitchFamily="34" charset="0"/>
                        </a:rPr>
                        <a:t>B</a:t>
                      </a:r>
                      <a:endParaRPr kumimoji="1" lang="en-US" altLang="en-US" sz="3200" b="0" i="0" u="none" strike="noStrike" cap="none" normalizeH="0" baseline="0">
                        <a:ln>
                          <a:noFill/>
                        </a:ln>
                        <a:solidFill>
                          <a:schemeClr val="tx1"/>
                        </a:solidFill>
                        <a:effectLst/>
                        <a:latin typeface="Arial Narrow" pitchFamily="34" charset="0"/>
                      </a:endParaRPr>
                    </a:p>
                  </a:txBody>
                  <a:tcPr marT="45710" marB="4571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extLst>
                  <a:ext uri="{0D108BD9-81ED-4DB2-BD59-A6C34878D82A}">
                    <a16:rowId xmlns:a16="http://schemas.microsoft.com/office/drawing/2014/main" val="10000"/>
                  </a:ext>
                </a:extLst>
              </a:tr>
              <a:tr h="578995">
                <a:tc>
                  <a:txBody>
                    <a:bodyPr/>
                    <a:lstStyle>
                      <a:lvl1pPr algn="l">
                        <a:spcBef>
                          <a:spcPct val="20000"/>
                        </a:spcBef>
                        <a:defRPr kumimoji="1" sz="2800">
                          <a:solidFill>
                            <a:schemeClr val="tx1"/>
                          </a:solidFill>
                          <a:latin typeface="Arial Narrow" pitchFamily="34" charset="0"/>
                        </a:defRPr>
                      </a:lvl1pPr>
                      <a:lvl2pPr algn="l">
                        <a:spcBef>
                          <a:spcPct val="20000"/>
                        </a:spcBef>
                        <a:defRPr kumimoji="1" sz="2800">
                          <a:solidFill>
                            <a:schemeClr val="tx1"/>
                          </a:solidFill>
                          <a:latin typeface="Arial Narrow" pitchFamily="34" charset="0"/>
                        </a:defRPr>
                      </a:lvl2pPr>
                      <a:lvl3pPr algn="l">
                        <a:spcBef>
                          <a:spcPct val="20000"/>
                        </a:spcBef>
                        <a:defRPr kumimoji="1" sz="2800">
                          <a:solidFill>
                            <a:schemeClr val="tx1"/>
                          </a:solidFill>
                          <a:latin typeface="Arial Narrow" pitchFamily="34" charset="0"/>
                        </a:defRPr>
                      </a:lvl3pPr>
                      <a:lvl4pPr algn="l">
                        <a:spcBef>
                          <a:spcPct val="20000"/>
                        </a:spcBef>
                        <a:defRPr kumimoji="1" sz="2800">
                          <a:solidFill>
                            <a:schemeClr val="tx1"/>
                          </a:solidFill>
                          <a:latin typeface="Arial Narrow" pitchFamily="34" charset="0"/>
                        </a:defRPr>
                      </a:lvl4pPr>
                      <a:lvl5pPr algn="l">
                        <a:spcBef>
                          <a:spcPct val="20000"/>
                        </a:spcBef>
                        <a:defRPr kumimoji="1" sz="2800">
                          <a:solidFill>
                            <a:schemeClr val="tx1"/>
                          </a:solidFill>
                          <a:latin typeface="Arial Narrow" pitchFamily="34" charset="0"/>
                        </a:defRPr>
                      </a:lvl5pPr>
                      <a:lvl6pPr eaLnBrk="0" fontAlgn="base" hangingPunct="0">
                        <a:spcBef>
                          <a:spcPct val="20000"/>
                        </a:spcBef>
                        <a:spcAft>
                          <a:spcPct val="0"/>
                        </a:spcAft>
                        <a:defRPr kumimoji="1" sz="2800">
                          <a:solidFill>
                            <a:schemeClr val="tx1"/>
                          </a:solidFill>
                          <a:latin typeface="Arial Narrow" pitchFamily="34" charset="0"/>
                        </a:defRPr>
                      </a:lvl6pPr>
                      <a:lvl7pPr eaLnBrk="0" fontAlgn="base" hangingPunct="0">
                        <a:spcBef>
                          <a:spcPct val="20000"/>
                        </a:spcBef>
                        <a:spcAft>
                          <a:spcPct val="0"/>
                        </a:spcAft>
                        <a:defRPr kumimoji="1" sz="2800">
                          <a:solidFill>
                            <a:schemeClr val="tx1"/>
                          </a:solidFill>
                          <a:latin typeface="Arial Narrow" pitchFamily="34" charset="0"/>
                        </a:defRPr>
                      </a:lvl7pPr>
                      <a:lvl8pPr eaLnBrk="0" fontAlgn="base" hangingPunct="0">
                        <a:spcBef>
                          <a:spcPct val="20000"/>
                        </a:spcBef>
                        <a:spcAft>
                          <a:spcPct val="0"/>
                        </a:spcAft>
                        <a:defRPr kumimoji="1" sz="2800">
                          <a:solidFill>
                            <a:schemeClr val="tx1"/>
                          </a:solidFill>
                          <a:latin typeface="Arial Narrow" pitchFamily="34" charset="0"/>
                        </a:defRPr>
                      </a:lvl8pPr>
                      <a:lvl9pPr eaLnBrk="0" fontAlgn="base" hangingPunct="0">
                        <a:spcBef>
                          <a:spcPct val="20000"/>
                        </a:spcBef>
                        <a:spcAft>
                          <a:spcPct val="0"/>
                        </a:spcAft>
                        <a:defRPr kumimoji="1" sz="2800">
                          <a:solidFill>
                            <a:schemeClr val="tx1"/>
                          </a:solidFill>
                          <a:latin typeface="Arial Narrow"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en-US" sz="3200" b="0" i="0" u="none" strike="noStrike" cap="none" normalizeH="0" baseline="0">
                          <a:ln>
                            <a:noFill/>
                          </a:ln>
                          <a:solidFill>
                            <a:schemeClr val="tx1"/>
                          </a:solidFill>
                          <a:effectLst/>
                          <a:latin typeface="Arial Narrow" pitchFamily="34" charset="0"/>
                        </a:rPr>
                        <a:t>0</a:t>
                      </a:r>
                    </a:p>
                  </a:txBody>
                  <a:tcPr marT="45710" marB="4571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lvl1pPr algn="l">
                        <a:spcBef>
                          <a:spcPct val="20000"/>
                        </a:spcBef>
                        <a:defRPr kumimoji="1" sz="2800">
                          <a:solidFill>
                            <a:schemeClr val="tx1"/>
                          </a:solidFill>
                          <a:latin typeface="Arial Narrow" pitchFamily="34" charset="0"/>
                        </a:defRPr>
                      </a:lvl1pPr>
                      <a:lvl2pPr algn="l">
                        <a:spcBef>
                          <a:spcPct val="20000"/>
                        </a:spcBef>
                        <a:defRPr kumimoji="1" sz="2800">
                          <a:solidFill>
                            <a:schemeClr val="tx1"/>
                          </a:solidFill>
                          <a:latin typeface="Arial Narrow" pitchFamily="34" charset="0"/>
                        </a:defRPr>
                      </a:lvl2pPr>
                      <a:lvl3pPr algn="l">
                        <a:spcBef>
                          <a:spcPct val="20000"/>
                        </a:spcBef>
                        <a:defRPr kumimoji="1" sz="2800">
                          <a:solidFill>
                            <a:schemeClr val="tx1"/>
                          </a:solidFill>
                          <a:latin typeface="Arial Narrow" pitchFamily="34" charset="0"/>
                        </a:defRPr>
                      </a:lvl3pPr>
                      <a:lvl4pPr algn="l">
                        <a:spcBef>
                          <a:spcPct val="20000"/>
                        </a:spcBef>
                        <a:defRPr kumimoji="1" sz="2800">
                          <a:solidFill>
                            <a:schemeClr val="tx1"/>
                          </a:solidFill>
                          <a:latin typeface="Arial Narrow" pitchFamily="34" charset="0"/>
                        </a:defRPr>
                      </a:lvl4pPr>
                      <a:lvl5pPr algn="l">
                        <a:spcBef>
                          <a:spcPct val="20000"/>
                        </a:spcBef>
                        <a:defRPr kumimoji="1" sz="2800">
                          <a:solidFill>
                            <a:schemeClr val="tx1"/>
                          </a:solidFill>
                          <a:latin typeface="Arial Narrow" pitchFamily="34" charset="0"/>
                        </a:defRPr>
                      </a:lvl5pPr>
                      <a:lvl6pPr eaLnBrk="0" fontAlgn="base" hangingPunct="0">
                        <a:spcBef>
                          <a:spcPct val="20000"/>
                        </a:spcBef>
                        <a:spcAft>
                          <a:spcPct val="0"/>
                        </a:spcAft>
                        <a:defRPr kumimoji="1" sz="2800">
                          <a:solidFill>
                            <a:schemeClr val="tx1"/>
                          </a:solidFill>
                          <a:latin typeface="Arial Narrow" pitchFamily="34" charset="0"/>
                        </a:defRPr>
                      </a:lvl6pPr>
                      <a:lvl7pPr eaLnBrk="0" fontAlgn="base" hangingPunct="0">
                        <a:spcBef>
                          <a:spcPct val="20000"/>
                        </a:spcBef>
                        <a:spcAft>
                          <a:spcPct val="0"/>
                        </a:spcAft>
                        <a:defRPr kumimoji="1" sz="2800">
                          <a:solidFill>
                            <a:schemeClr val="tx1"/>
                          </a:solidFill>
                          <a:latin typeface="Arial Narrow" pitchFamily="34" charset="0"/>
                        </a:defRPr>
                      </a:lvl7pPr>
                      <a:lvl8pPr eaLnBrk="0" fontAlgn="base" hangingPunct="0">
                        <a:spcBef>
                          <a:spcPct val="20000"/>
                        </a:spcBef>
                        <a:spcAft>
                          <a:spcPct val="0"/>
                        </a:spcAft>
                        <a:defRPr kumimoji="1" sz="2800">
                          <a:solidFill>
                            <a:schemeClr val="tx1"/>
                          </a:solidFill>
                          <a:latin typeface="Arial Narrow" pitchFamily="34" charset="0"/>
                        </a:defRPr>
                      </a:lvl8pPr>
                      <a:lvl9pPr eaLnBrk="0" fontAlgn="base" hangingPunct="0">
                        <a:spcBef>
                          <a:spcPct val="20000"/>
                        </a:spcBef>
                        <a:spcAft>
                          <a:spcPct val="0"/>
                        </a:spcAft>
                        <a:defRPr kumimoji="1" sz="2800">
                          <a:solidFill>
                            <a:schemeClr val="tx1"/>
                          </a:solidFill>
                          <a:latin typeface="Arial Narrow"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en-US" sz="3200" b="0" i="0" u="none" strike="noStrike" cap="none" normalizeH="0" baseline="0">
                          <a:ln>
                            <a:noFill/>
                          </a:ln>
                          <a:solidFill>
                            <a:schemeClr val="tx1"/>
                          </a:solidFill>
                          <a:effectLst/>
                          <a:latin typeface="Arial Narrow" pitchFamily="34" charset="0"/>
                        </a:rPr>
                        <a:t>0</a:t>
                      </a:r>
                    </a:p>
                  </a:txBody>
                  <a:tcPr marT="45710" marB="4571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lvl1pPr algn="l">
                        <a:spcBef>
                          <a:spcPct val="20000"/>
                        </a:spcBef>
                        <a:defRPr kumimoji="1" sz="2800">
                          <a:solidFill>
                            <a:schemeClr val="tx1"/>
                          </a:solidFill>
                          <a:latin typeface="Arial Narrow" pitchFamily="34" charset="0"/>
                        </a:defRPr>
                      </a:lvl1pPr>
                      <a:lvl2pPr algn="l">
                        <a:spcBef>
                          <a:spcPct val="20000"/>
                        </a:spcBef>
                        <a:defRPr kumimoji="1" sz="2800">
                          <a:solidFill>
                            <a:schemeClr val="tx1"/>
                          </a:solidFill>
                          <a:latin typeface="Arial Narrow" pitchFamily="34" charset="0"/>
                        </a:defRPr>
                      </a:lvl2pPr>
                      <a:lvl3pPr algn="l">
                        <a:spcBef>
                          <a:spcPct val="20000"/>
                        </a:spcBef>
                        <a:defRPr kumimoji="1" sz="2800">
                          <a:solidFill>
                            <a:schemeClr val="tx1"/>
                          </a:solidFill>
                          <a:latin typeface="Arial Narrow" pitchFamily="34" charset="0"/>
                        </a:defRPr>
                      </a:lvl3pPr>
                      <a:lvl4pPr algn="l">
                        <a:spcBef>
                          <a:spcPct val="20000"/>
                        </a:spcBef>
                        <a:defRPr kumimoji="1" sz="2800">
                          <a:solidFill>
                            <a:schemeClr val="tx1"/>
                          </a:solidFill>
                          <a:latin typeface="Arial Narrow" pitchFamily="34" charset="0"/>
                        </a:defRPr>
                      </a:lvl4pPr>
                      <a:lvl5pPr algn="l">
                        <a:spcBef>
                          <a:spcPct val="20000"/>
                        </a:spcBef>
                        <a:defRPr kumimoji="1" sz="2800">
                          <a:solidFill>
                            <a:schemeClr val="tx1"/>
                          </a:solidFill>
                          <a:latin typeface="Arial Narrow" pitchFamily="34" charset="0"/>
                        </a:defRPr>
                      </a:lvl5pPr>
                      <a:lvl6pPr eaLnBrk="0" fontAlgn="base" hangingPunct="0">
                        <a:spcBef>
                          <a:spcPct val="20000"/>
                        </a:spcBef>
                        <a:spcAft>
                          <a:spcPct val="0"/>
                        </a:spcAft>
                        <a:defRPr kumimoji="1" sz="2800">
                          <a:solidFill>
                            <a:schemeClr val="tx1"/>
                          </a:solidFill>
                          <a:latin typeface="Arial Narrow" pitchFamily="34" charset="0"/>
                        </a:defRPr>
                      </a:lvl6pPr>
                      <a:lvl7pPr eaLnBrk="0" fontAlgn="base" hangingPunct="0">
                        <a:spcBef>
                          <a:spcPct val="20000"/>
                        </a:spcBef>
                        <a:spcAft>
                          <a:spcPct val="0"/>
                        </a:spcAft>
                        <a:defRPr kumimoji="1" sz="2800">
                          <a:solidFill>
                            <a:schemeClr val="tx1"/>
                          </a:solidFill>
                          <a:latin typeface="Arial Narrow" pitchFamily="34" charset="0"/>
                        </a:defRPr>
                      </a:lvl7pPr>
                      <a:lvl8pPr eaLnBrk="0" fontAlgn="base" hangingPunct="0">
                        <a:spcBef>
                          <a:spcPct val="20000"/>
                        </a:spcBef>
                        <a:spcAft>
                          <a:spcPct val="0"/>
                        </a:spcAft>
                        <a:defRPr kumimoji="1" sz="2800">
                          <a:solidFill>
                            <a:schemeClr val="tx1"/>
                          </a:solidFill>
                          <a:latin typeface="Arial Narrow" pitchFamily="34" charset="0"/>
                        </a:defRPr>
                      </a:lvl8pPr>
                      <a:lvl9pPr eaLnBrk="0" fontAlgn="base" hangingPunct="0">
                        <a:spcBef>
                          <a:spcPct val="20000"/>
                        </a:spcBef>
                        <a:spcAft>
                          <a:spcPct val="0"/>
                        </a:spcAft>
                        <a:defRPr kumimoji="1" sz="2800">
                          <a:solidFill>
                            <a:schemeClr val="tx1"/>
                          </a:solidFill>
                          <a:latin typeface="Arial Narrow"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en-US" sz="3200" b="0" i="0" u="none" strike="noStrike" cap="none" normalizeH="0" baseline="0">
                          <a:ln>
                            <a:noFill/>
                          </a:ln>
                          <a:solidFill>
                            <a:schemeClr val="tx1"/>
                          </a:solidFill>
                          <a:effectLst/>
                          <a:latin typeface="Arial Narrow" pitchFamily="34" charset="0"/>
                        </a:rPr>
                        <a:t>0</a:t>
                      </a:r>
                    </a:p>
                  </a:txBody>
                  <a:tcPr marT="45710" marB="4571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extLst>
                  <a:ext uri="{0D108BD9-81ED-4DB2-BD59-A6C34878D82A}">
                    <a16:rowId xmlns:a16="http://schemas.microsoft.com/office/drawing/2014/main" val="10001"/>
                  </a:ext>
                </a:extLst>
              </a:tr>
              <a:tr h="590423">
                <a:tc>
                  <a:txBody>
                    <a:bodyPr/>
                    <a:lstStyle>
                      <a:lvl1pPr algn="l">
                        <a:spcBef>
                          <a:spcPct val="20000"/>
                        </a:spcBef>
                        <a:defRPr kumimoji="1" sz="2800">
                          <a:solidFill>
                            <a:schemeClr val="tx1"/>
                          </a:solidFill>
                          <a:latin typeface="Arial Narrow" pitchFamily="34" charset="0"/>
                        </a:defRPr>
                      </a:lvl1pPr>
                      <a:lvl2pPr algn="l">
                        <a:spcBef>
                          <a:spcPct val="20000"/>
                        </a:spcBef>
                        <a:defRPr kumimoji="1" sz="2800">
                          <a:solidFill>
                            <a:schemeClr val="tx1"/>
                          </a:solidFill>
                          <a:latin typeface="Arial Narrow" pitchFamily="34" charset="0"/>
                        </a:defRPr>
                      </a:lvl2pPr>
                      <a:lvl3pPr algn="l">
                        <a:spcBef>
                          <a:spcPct val="20000"/>
                        </a:spcBef>
                        <a:defRPr kumimoji="1" sz="2800">
                          <a:solidFill>
                            <a:schemeClr val="tx1"/>
                          </a:solidFill>
                          <a:latin typeface="Arial Narrow" pitchFamily="34" charset="0"/>
                        </a:defRPr>
                      </a:lvl3pPr>
                      <a:lvl4pPr algn="l">
                        <a:spcBef>
                          <a:spcPct val="20000"/>
                        </a:spcBef>
                        <a:defRPr kumimoji="1" sz="2800">
                          <a:solidFill>
                            <a:schemeClr val="tx1"/>
                          </a:solidFill>
                          <a:latin typeface="Arial Narrow" pitchFamily="34" charset="0"/>
                        </a:defRPr>
                      </a:lvl4pPr>
                      <a:lvl5pPr algn="l">
                        <a:spcBef>
                          <a:spcPct val="20000"/>
                        </a:spcBef>
                        <a:defRPr kumimoji="1" sz="2800">
                          <a:solidFill>
                            <a:schemeClr val="tx1"/>
                          </a:solidFill>
                          <a:latin typeface="Arial Narrow" pitchFamily="34" charset="0"/>
                        </a:defRPr>
                      </a:lvl5pPr>
                      <a:lvl6pPr eaLnBrk="0" fontAlgn="base" hangingPunct="0">
                        <a:spcBef>
                          <a:spcPct val="20000"/>
                        </a:spcBef>
                        <a:spcAft>
                          <a:spcPct val="0"/>
                        </a:spcAft>
                        <a:defRPr kumimoji="1" sz="2800">
                          <a:solidFill>
                            <a:schemeClr val="tx1"/>
                          </a:solidFill>
                          <a:latin typeface="Arial Narrow" pitchFamily="34" charset="0"/>
                        </a:defRPr>
                      </a:lvl6pPr>
                      <a:lvl7pPr eaLnBrk="0" fontAlgn="base" hangingPunct="0">
                        <a:spcBef>
                          <a:spcPct val="20000"/>
                        </a:spcBef>
                        <a:spcAft>
                          <a:spcPct val="0"/>
                        </a:spcAft>
                        <a:defRPr kumimoji="1" sz="2800">
                          <a:solidFill>
                            <a:schemeClr val="tx1"/>
                          </a:solidFill>
                          <a:latin typeface="Arial Narrow" pitchFamily="34" charset="0"/>
                        </a:defRPr>
                      </a:lvl7pPr>
                      <a:lvl8pPr eaLnBrk="0" fontAlgn="base" hangingPunct="0">
                        <a:spcBef>
                          <a:spcPct val="20000"/>
                        </a:spcBef>
                        <a:spcAft>
                          <a:spcPct val="0"/>
                        </a:spcAft>
                        <a:defRPr kumimoji="1" sz="2800">
                          <a:solidFill>
                            <a:schemeClr val="tx1"/>
                          </a:solidFill>
                          <a:latin typeface="Arial Narrow" pitchFamily="34" charset="0"/>
                        </a:defRPr>
                      </a:lvl8pPr>
                      <a:lvl9pPr eaLnBrk="0" fontAlgn="base" hangingPunct="0">
                        <a:spcBef>
                          <a:spcPct val="20000"/>
                        </a:spcBef>
                        <a:spcAft>
                          <a:spcPct val="0"/>
                        </a:spcAft>
                        <a:defRPr kumimoji="1" sz="2800">
                          <a:solidFill>
                            <a:schemeClr val="tx1"/>
                          </a:solidFill>
                          <a:latin typeface="Arial Narrow"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en-US" sz="3200" b="0" i="0" u="none" strike="noStrike" cap="none" normalizeH="0" baseline="0">
                          <a:ln>
                            <a:noFill/>
                          </a:ln>
                          <a:solidFill>
                            <a:schemeClr val="tx1"/>
                          </a:solidFill>
                          <a:effectLst/>
                          <a:latin typeface="Arial Narrow" pitchFamily="34" charset="0"/>
                        </a:rPr>
                        <a:t>0</a:t>
                      </a:r>
                    </a:p>
                  </a:txBody>
                  <a:tcPr marT="45710" marB="4571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lvl1pPr algn="l">
                        <a:spcBef>
                          <a:spcPct val="20000"/>
                        </a:spcBef>
                        <a:defRPr kumimoji="1" sz="2800">
                          <a:solidFill>
                            <a:schemeClr val="tx1"/>
                          </a:solidFill>
                          <a:latin typeface="Arial Narrow" pitchFamily="34" charset="0"/>
                        </a:defRPr>
                      </a:lvl1pPr>
                      <a:lvl2pPr algn="l">
                        <a:spcBef>
                          <a:spcPct val="20000"/>
                        </a:spcBef>
                        <a:defRPr kumimoji="1" sz="2800">
                          <a:solidFill>
                            <a:schemeClr val="tx1"/>
                          </a:solidFill>
                          <a:latin typeface="Arial Narrow" pitchFamily="34" charset="0"/>
                        </a:defRPr>
                      </a:lvl2pPr>
                      <a:lvl3pPr algn="l">
                        <a:spcBef>
                          <a:spcPct val="20000"/>
                        </a:spcBef>
                        <a:defRPr kumimoji="1" sz="2800">
                          <a:solidFill>
                            <a:schemeClr val="tx1"/>
                          </a:solidFill>
                          <a:latin typeface="Arial Narrow" pitchFamily="34" charset="0"/>
                        </a:defRPr>
                      </a:lvl3pPr>
                      <a:lvl4pPr algn="l">
                        <a:spcBef>
                          <a:spcPct val="20000"/>
                        </a:spcBef>
                        <a:defRPr kumimoji="1" sz="2800">
                          <a:solidFill>
                            <a:schemeClr val="tx1"/>
                          </a:solidFill>
                          <a:latin typeface="Arial Narrow" pitchFamily="34" charset="0"/>
                        </a:defRPr>
                      </a:lvl4pPr>
                      <a:lvl5pPr algn="l">
                        <a:spcBef>
                          <a:spcPct val="20000"/>
                        </a:spcBef>
                        <a:defRPr kumimoji="1" sz="2800">
                          <a:solidFill>
                            <a:schemeClr val="tx1"/>
                          </a:solidFill>
                          <a:latin typeface="Arial Narrow" pitchFamily="34" charset="0"/>
                        </a:defRPr>
                      </a:lvl5pPr>
                      <a:lvl6pPr eaLnBrk="0" fontAlgn="base" hangingPunct="0">
                        <a:spcBef>
                          <a:spcPct val="20000"/>
                        </a:spcBef>
                        <a:spcAft>
                          <a:spcPct val="0"/>
                        </a:spcAft>
                        <a:defRPr kumimoji="1" sz="2800">
                          <a:solidFill>
                            <a:schemeClr val="tx1"/>
                          </a:solidFill>
                          <a:latin typeface="Arial Narrow" pitchFamily="34" charset="0"/>
                        </a:defRPr>
                      </a:lvl6pPr>
                      <a:lvl7pPr eaLnBrk="0" fontAlgn="base" hangingPunct="0">
                        <a:spcBef>
                          <a:spcPct val="20000"/>
                        </a:spcBef>
                        <a:spcAft>
                          <a:spcPct val="0"/>
                        </a:spcAft>
                        <a:defRPr kumimoji="1" sz="2800">
                          <a:solidFill>
                            <a:schemeClr val="tx1"/>
                          </a:solidFill>
                          <a:latin typeface="Arial Narrow" pitchFamily="34" charset="0"/>
                        </a:defRPr>
                      </a:lvl7pPr>
                      <a:lvl8pPr eaLnBrk="0" fontAlgn="base" hangingPunct="0">
                        <a:spcBef>
                          <a:spcPct val="20000"/>
                        </a:spcBef>
                        <a:spcAft>
                          <a:spcPct val="0"/>
                        </a:spcAft>
                        <a:defRPr kumimoji="1" sz="2800">
                          <a:solidFill>
                            <a:schemeClr val="tx1"/>
                          </a:solidFill>
                          <a:latin typeface="Arial Narrow" pitchFamily="34" charset="0"/>
                        </a:defRPr>
                      </a:lvl8pPr>
                      <a:lvl9pPr eaLnBrk="0" fontAlgn="base" hangingPunct="0">
                        <a:spcBef>
                          <a:spcPct val="20000"/>
                        </a:spcBef>
                        <a:spcAft>
                          <a:spcPct val="0"/>
                        </a:spcAft>
                        <a:defRPr kumimoji="1" sz="2800">
                          <a:solidFill>
                            <a:schemeClr val="tx1"/>
                          </a:solidFill>
                          <a:latin typeface="Arial Narrow"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en-US" sz="3200" b="0" i="0" u="none" strike="noStrike" cap="none" normalizeH="0" baseline="0">
                          <a:ln>
                            <a:noFill/>
                          </a:ln>
                          <a:solidFill>
                            <a:schemeClr val="tx1"/>
                          </a:solidFill>
                          <a:effectLst/>
                          <a:latin typeface="Arial Narrow" pitchFamily="34" charset="0"/>
                        </a:rPr>
                        <a:t>1</a:t>
                      </a:r>
                    </a:p>
                  </a:txBody>
                  <a:tcPr marT="45710" marB="4571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lvl1pPr algn="l">
                        <a:spcBef>
                          <a:spcPct val="20000"/>
                        </a:spcBef>
                        <a:defRPr kumimoji="1" sz="2800">
                          <a:solidFill>
                            <a:schemeClr val="tx1"/>
                          </a:solidFill>
                          <a:latin typeface="Arial Narrow" pitchFamily="34" charset="0"/>
                        </a:defRPr>
                      </a:lvl1pPr>
                      <a:lvl2pPr algn="l">
                        <a:spcBef>
                          <a:spcPct val="20000"/>
                        </a:spcBef>
                        <a:defRPr kumimoji="1" sz="2800">
                          <a:solidFill>
                            <a:schemeClr val="tx1"/>
                          </a:solidFill>
                          <a:latin typeface="Arial Narrow" pitchFamily="34" charset="0"/>
                        </a:defRPr>
                      </a:lvl2pPr>
                      <a:lvl3pPr algn="l">
                        <a:spcBef>
                          <a:spcPct val="20000"/>
                        </a:spcBef>
                        <a:defRPr kumimoji="1" sz="2800">
                          <a:solidFill>
                            <a:schemeClr val="tx1"/>
                          </a:solidFill>
                          <a:latin typeface="Arial Narrow" pitchFamily="34" charset="0"/>
                        </a:defRPr>
                      </a:lvl3pPr>
                      <a:lvl4pPr algn="l">
                        <a:spcBef>
                          <a:spcPct val="20000"/>
                        </a:spcBef>
                        <a:defRPr kumimoji="1" sz="2800">
                          <a:solidFill>
                            <a:schemeClr val="tx1"/>
                          </a:solidFill>
                          <a:latin typeface="Arial Narrow" pitchFamily="34" charset="0"/>
                        </a:defRPr>
                      </a:lvl4pPr>
                      <a:lvl5pPr algn="l">
                        <a:spcBef>
                          <a:spcPct val="20000"/>
                        </a:spcBef>
                        <a:defRPr kumimoji="1" sz="2800">
                          <a:solidFill>
                            <a:schemeClr val="tx1"/>
                          </a:solidFill>
                          <a:latin typeface="Arial Narrow" pitchFamily="34" charset="0"/>
                        </a:defRPr>
                      </a:lvl5pPr>
                      <a:lvl6pPr eaLnBrk="0" fontAlgn="base" hangingPunct="0">
                        <a:spcBef>
                          <a:spcPct val="20000"/>
                        </a:spcBef>
                        <a:spcAft>
                          <a:spcPct val="0"/>
                        </a:spcAft>
                        <a:defRPr kumimoji="1" sz="2800">
                          <a:solidFill>
                            <a:schemeClr val="tx1"/>
                          </a:solidFill>
                          <a:latin typeface="Arial Narrow" pitchFamily="34" charset="0"/>
                        </a:defRPr>
                      </a:lvl6pPr>
                      <a:lvl7pPr eaLnBrk="0" fontAlgn="base" hangingPunct="0">
                        <a:spcBef>
                          <a:spcPct val="20000"/>
                        </a:spcBef>
                        <a:spcAft>
                          <a:spcPct val="0"/>
                        </a:spcAft>
                        <a:defRPr kumimoji="1" sz="2800">
                          <a:solidFill>
                            <a:schemeClr val="tx1"/>
                          </a:solidFill>
                          <a:latin typeface="Arial Narrow" pitchFamily="34" charset="0"/>
                        </a:defRPr>
                      </a:lvl7pPr>
                      <a:lvl8pPr eaLnBrk="0" fontAlgn="base" hangingPunct="0">
                        <a:spcBef>
                          <a:spcPct val="20000"/>
                        </a:spcBef>
                        <a:spcAft>
                          <a:spcPct val="0"/>
                        </a:spcAft>
                        <a:defRPr kumimoji="1" sz="2800">
                          <a:solidFill>
                            <a:schemeClr val="tx1"/>
                          </a:solidFill>
                          <a:latin typeface="Arial Narrow" pitchFamily="34" charset="0"/>
                        </a:defRPr>
                      </a:lvl8pPr>
                      <a:lvl9pPr eaLnBrk="0" fontAlgn="base" hangingPunct="0">
                        <a:spcBef>
                          <a:spcPct val="20000"/>
                        </a:spcBef>
                        <a:spcAft>
                          <a:spcPct val="0"/>
                        </a:spcAft>
                        <a:defRPr kumimoji="1" sz="2800">
                          <a:solidFill>
                            <a:schemeClr val="tx1"/>
                          </a:solidFill>
                          <a:latin typeface="Arial Narrow"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en-US" sz="3200" b="0" i="0" u="none" strike="noStrike" cap="none" normalizeH="0" baseline="0">
                          <a:ln>
                            <a:noFill/>
                          </a:ln>
                          <a:solidFill>
                            <a:schemeClr val="tx1"/>
                          </a:solidFill>
                          <a:effectLst/>
                          <a:latin typeface="Arial Narrow" pitchFamily="34" charset="0"/>
                        </a:rPr>
                        <a:t>1</a:t>
                      </a:r>
                    </a:p>
                  </a:txBody>
                  <a:tcPr marT="45710" marB="4571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extLst>
                  <a:ext uri="{0D108BD9-81ED-4DB2-BD59-A6C34878D82A}">
                    <a16:rowId xmlns:a16="http://schemas.microsoft.com/office/drawing/2014/main" val="10002"/>
                  </a:ext>
                </a:extLst>
              </a:tr>
              <a:tr h="578995">
                <a:tc>
                  <a:txBody>
                    <a:bodyPr/>
                    <a:lstStyle>
                      <a:lvl1pPr algn="l">
                        <a:spcBef>
                          <a:spcPct val="20000"/>
                        </a:spcBef>
                        <a:defRPr kumimoji="1" sz="2800">
                          <a:solidFill>
                            <a:schemeClr val="tx1"/>
                          </a:solidFill>
                          <a:latin typeface="Arial Narrow" pitchFamily="34" charset="0"/>
                        </a:defRPr>
                      </a:lvl1pPr>
                      <a:lvl2pPr algn="l">
                        <a:spcBef>
                          <a:spcPct val="20000"/>
                        </a:spcBef>
                        <a:defRPr kumimoji="1" sz="2800">
                          <a:solidFill>
                            <a:schemeClr val="tx1"/>
                          </a:solidFill>
                          <a:latin typeface="Arial Narrow" pitchFamily="34" charset="0"/>
                        </a:defRPr>
                      </a:lvl2pPr>
                      <a:lvl3pPr algn="l">
                        <a:spcBef>
                          <a:spcPct val="20000"/>
                        </a:spcBef>
                        <a:defRPr kumimoji="1" sz="2800">
                          <a:solidFill>
                            <a:schemeClr val="tx1"/>
                          </a:solidFill>
                          <a:latin typeface="Arial Narrow" pitchFamily="34" charset="0"/>
                        </a:defRPr>
                      </a:lvl3pPr>
                      <a:lvl4pPr algn="l">
                        <a:spcBef>
                          <a:spcPct val="20000"/>
                        </a:spcBef>
                        <a:defRPr kumimoji="1" sz="2800">
                          <a:solidFill>
                            <a:schemeClr val="tx1"/>
                          </a:solidFill>
                          <a:latin typeface="Arial Narrow" pitchFamily="34" charset="0"/>
                        </a:defRPr>
                      </a:lvl4pPr>
                      <a:lvl5pPr algn="l">
                        <a:spcBef>
                          <a:spcPct val="20000"/>
                        </a:spcBef>
                        <a:defRPr kumimoji="1" sz="2800">
                          <a:solidFill>
                            <a:schemeClr val="tx1"/>
                          </a:solidFill>
                          <a:latin typeface="Arial Narrow" pitchFamily="34" charset="0"/>
                        </a:defRPr>
                      </a:lvl5pPr>
                      <a:lvl6pPr eaLnBrk="0" fontAlgn="base" hangingPunct="0">
                        <a:spcBef>
                          <a:spcPct val="20000"/>
                        </a:spcBef>
                        <a:spcAft>
                          <a:spcPct val="0"/>
                        </a:spcAft>
                        <a:defRPr kumimoji="1" sz="2800">
                          <a:solidFill>
                            <a:schemeClr val="tx1"/>
                          </a:solidFill>
                          <a:latin typeface="Arial Narrow" pitchFamily="34" charset="0"/>
                        </a:defRPr>
                      </a:lvl6pPr>
                      <a:lvl7pPr eaLnBrk="0" fontAlgn="base" hangingPunct="0">
                        <a:spcBef>
                          <a:spcPct val="20000"/>
                        </a:spcBef>
                        <a:spcAft>
                          <a:spcPct val="0"/>
                        </a:spcAft>
                        <a:defRPr kumimoji="1" sz="2800">
                          <a:solidFill>
                            <a:schemeClr val="tx1"/>
                          </a:solidFill>
                          <a:latin typeface="Arial Narrow" pitchFamily="34" charset="0"/>
                        </a:defRPr>
                      </a:lvl7pPr>
                      <a:lvl8pPr eaLnBrk="0" fontAlgn="base" hangingPunct="0">
                        <a:spcBef>
                          <a:spcPct val="20000"/>
                        </a:spcBef>
                        <a:spcAft>
                          <a:spcPct val="0"/>
                        </a:spcAft>
                        <a:defRPr kumimoji="1" sz="2800">
                          <a:solidFill>
                            <a:schemeClr val="tx1"/>
                          </a:solidFill>
                          <a:latin typeface="Arial Narrow" pitchFamily="34" charset="0"/>
                        </a:defRPr>
                      </a:lvl8pPr>
                      <a:lvl9pPr eaLnBrk="0" fontAlgn="base" hangingPunct="0">
                        <a:spcBef>
                          <a:spcPct val="20000"/>
                        </a:spcBef>
                        <a:spcAft>
                          <a:spcPct val="0"/>
                        </a:spcAft>
                        <a:defRPr kumimoji="1" sz="2800">
                          <a:solidFill>
                            <a:schemeClr val="tx1"/>
                          </a:solidFill>
                          <a:latin typeface="Arial Narrow"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en-US" sz="3200" b="0" i="0" u="none" strike="noStrike" cap="none" normalizeH="0" baseline="0">
                          <a:ln>
                            <a:noFill/>
                          </a:ln>
                          <a:solidFill>
                            <a:schemeClr val="tx1"/>
                          </a:solidFill>
                          <a:effectLst/>
                          <a:latin typeface="Arial Narrow" pitchFamily="34" charset="0"/>
                        </a:rPr>
                        <a:t>1</a:t>
                      </a:r>
                    </a:p>
                  </a:txBody>
                  <a:tcPr marT="45710" marB="4571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lvl1pPr algn="l">
                        <a:spcBef>
                          <a:spcPct val="20000"/>
                        </a:spcBef>
                        <a:defRPr kumimoji="1" sz="2800">
                          <a:solidFill>
                            <a:schemeClr val="tx1"/>
                          </a:solidFill>
                          <a:latin typeface="Arial Narrow" pitchFamily="34" charset="0"/>
                        </a:defRPr>
                      </a:lvl1pPr>
                      <a:lvl2pPr algn="l">
                        <a:spcBef>
                          <a:spcPct val="20000"/>
                        </a:spcBef>
                        <a:defRPr kumimoji="1" sz="2800">
                          <a:solidFill>
                            <a:schemeClr val="tx1"/>
                          </a:solidFill>
                          <a:latin typeface="Arial Narrow" pitchFamily="34" charset="0"/>
                        </a:defRPr>
                      </a:lvl2pPr>
                      <a:lvl3pPr algn="l">
                        <a:spcBef>
                          <a:spcPct val="20000"/>
                        </a:spcBef>
                        <a:defRPr kumimoji="1" sz="2800">
                          <a:solidFill>
                            <a:schemeClr val="tx1"/>
                          </a:solidFill>
                          <a:latin typeface="Arial Narrow" pitchFamily="34" charset="0"/>
                        </a:defRPr>
                      </a:lvl3pPr>
                      <a:lvl4pPr algn="l">
                        <a:spcBef>
                          <a:spcPct val="20000"/>
                        </a:spcBef>
                        <a:defRPr kumimoji="1" sz="2800">
                          <a:solidFill>
                            <a:schemeClr val="tx1"/>
                          </a:solidFill>
                          <a:latin typeface="Arial Narrow" pitchFamily="34" charset="0"/>
                        </a:defRPr>
                      </a:lvl4pPr>
                      <a:lvl5pPr algn="l">
                        <a:spcBef>
                          <a:spcPct val="20000"/>
                        </a:spcBef>
                        <a:defRPr kumimoji="1" sz="2800">
                          <a:solidFill>
                            <a:schemeClr val="tx1"/>
                          </a:solidFill>
                          <a:latin typeface="Arial Narrow" pitchFamily="34" charset="0"/>
                        </a:defRPr>
                      </a:lvl5pPr>
                      <a:lvl6pPr eaLnBrk="0" fontAlgn="base" hangingPunct="0">
                        <a:spcBef>
                          <a:spcPct val="20000"/>
                        </a:spcBef>
                        <a:spcAft>
                          <a:spcPct val="0"/>
                        </a:spcAft>
                        <a:defRPr kumimoji="1" sz="2800">
                          <a:solidFill>
                            <a:schemeClr val="tx1"/>
                          </a:solidFill>
                          <a:latin typeface="Arial Narrow" pitchFamily="34" charset="0"/>
                        </a:defRPr>
                      </a:lvl6pPr>
                      <a:lvl7pPr eaLnBrk="0" fontAlgn="base" hangingPunct="0">
                        <a:spcBef>
                          <a:spcPct val="20000"/>
                        </a:spcBef>
                        <a:spcAft>
                          <a:spcPct val="0"/>
                        </a:spcAft>
                        <a:defRPr kumimoji="1" sz="2800">
                          <a:solidFill>
                            <a:schemeClr val="tx1"/>
                          </a:solidFill>
                          <a:latin typeface="Arial Narrow" pitchFamily="34" charset="0"/>
                        </a:defRPr>
                      </a:lvl7pPr>
                      <a:lvl8pPr eaLnBrk="0" fontAlgn="base" hangingPunct="0">
                        <a:spcBef>
                          <a:spcPct val="20000"/>
                        </a:spcBef>
                        <a:spcAft>
                          <a:spcPct val="0"/>
                        </a:spcAft>
                        <a:defRPr kumimoji="1" sz="2800">
                          <a:solidFill>
                            <a:schemeClr val="tx1"/>
                          </a:solidFill>
                          <a:latin typeface="Arial Narrow" pitchFamily="34" charset="0"/>
                        </a:defRPr>
                      </a:lvl8pPr>
                      <a:lvl9pPr eaLnBrk="0" fontAlgn="base" hangingPunct="0">
                        <a:spcBef>
                          <a:spcPct val="20000"/>
                        </a:spcBef>
                        <a:spcAft>
                          <a:spcPct val="0"/>
                        </a:spcAft>
                        <a:defRPr kumimoji="1" sz="2800">
                          <a:solidFill>
                            <a:schemeClr val="tx1"/>
                          </a:solidFill>
                          <a:latin typeface="Arial Narrow"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en-US" sz="3200" b="0" i="0" u="none" strike="noStrike" cap="none" normalizeH="0" baseline="0">
                          <a:ln>
                            <a:noFill/>
                          </a:ln>
                          <a:solidFill>
                            <a:schemeClr val="tx1"/>
                          </a:solidFill>
                          <a:effectLst/>
                          <a:latin typeface="Arial Narrow" pitchFamily="34" charset="0"/>
                        </a:rPr>
                        <a:t>0</a:t>
                      </a:r>
                    </a:p>
                  </a:txBody>
                  <a:tcPr marT="45710" marB="4571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lvl1pPr algn="l">
                        <a:spcBef>
                          <a:spcPct val="20000"/>
                        </a:spcBef>
                        <a:defRPr kumimoji="1" sz="2800">
                          <a:solidFill>
                            <a:schemeClr val="tx1"/>
                          </a:solidFill>
                          <a:latin typeface="Arial Narrow" pitchFamily="34" charset="0"/>
                        </a:defRPr>
                      </a:lvl1pPr>
                      <a:lvl2pPr algn="l">
                        <a:spcBef>
                          <a:spcPct val="20000"/>
                        </a:spcBef>
                        <a:defRPr kumimoji="1" sz="2800">
                          <a:solidFill>
                            <a:schemeClr val="tx1"/>
                          </a:solidFill>
                          <a:latin typeface="Arial Narrow" pitchFamily="34" charset="0"/>
                        </a:defRPr>
                      </a:lvl2pPr>
                      <a:lvl3pPr algn="l">
                        <a:spcBef>
                          <a:spcPct val="20000"/>
                        </a:spcBef>
                        <a:defRPr kumimoji="1" sz="2800">
                          <a:solidFill>
                            <a:schemeClr val="tx1"/>
                          </a:solidFill>
                          <a:latin typeface="Arial Narrow" pitchFamily="34" charset="0"/>
                        </a:defRPr>
                      </a:lvl3pPr>
                      <a:lvl4pPr algn="l">
                        <a:spcBef>
                          <a:spcPct val="20000"/>
                        </a:spcBef>
                        <a:defRPr kumimoji="1" sz="2800">
                          <a:solidFill>
                            <a:schemeClr val="tx1"/>
                          </a:solidFill>
                          <a:latin typeface="Arial Narrow" pitchFamily="34" charset="0"/>
                        </a:defRPr>
                      </a:lvl4pPr>
                      <a:lvl5pPr algn="l">
                        <a:spcBef>
                          <a:spcPct val="20000"/>
                        </a:spcBef>
                        <a:defRPr kumimoji="1" sz="2800">
                          <a:solidFill>
                            <a:schemeClr val="tx1"/>
                          </a:solidFill>
                          <a:latin typeface="Arial Narrow" pitchFamily="34" charset="0"/>
                        </a:defRPr>
                      </a:lvl5pPr>
                      <a:lvl6pPr eaLnBrk="0" fontAlgn="base" hangingPunct="0">
                        <a:spcBef>
                          <a:spcPct val="20000"/>
                        </a:spcBef>
                        <a:spcAft>
                          <a:spcPct val="0"/>
                        </a:spcAft>
                        <a:defRPr kumimoji="1" sz="2800">
                          <a:solidFill>
                            <a:schemeClr val="tx1"/>
                          </a:solidFill>
                          <a:latin typeface="Arial Narrow" pitchFamily="34" charset="0"/>
                        </a:defRPr>
                      </a:lvl6pPr>
                      <a:lvl7pPr eaLnBrk="0" fontAlgn="base" hangingPunct="0">
                        <a:spcBef>
                          <a:spcPct val="20000"/>
                        </a:spcBef>
                        <a:spcAft>
                          <a:spcPct val="0"/>
                        </a:spcAft>
                        <a:defRPr kumimoji="1" sz="2800">
                          <a:solidFill>
                            <a:schemeClr val="tx1"/>
                          </a:solidFill>
                          <a:latin typeface="Arial Narrow" pitchFamily="34" charset="0"/>
                        </a:defRPr>
                      </a:lvl7pPr>
                      <a:lvl8pPr eaLnBrk="0" fontAlgn="base" hangingPunct="0">
                        <a:spcBef>
                          <a:spcPct val="20000"/>
                        </a:spcBef>
                        <a:spcAft>
                          <a:spcPct val="0"/>
                        </a:spcAft>
                        <a:defRPr kumimoji="1" sz="2800">
                          <a:solidFill>
                            <a:schemeClr val="tx1"/>
                          </a:solidFill>
                          <a:latin typeface="Arial Narrow" pitchFamily="34" charset="0"/>
                        </a:defRPr>
                      </a:lvl8pPr>
                      <a:lvl9pPr eaLnBrk="0" fontAlgn="base" hangingPunct="0">
                        <a:spcBef>
                          <a:spcPct val="20000"/>
                        </a:spcBef>
                        <a:spcAft>
                          <a:spcPct val="0"/>
                        </a:spcAft>
                        <a:defRPr kumimoji="1" sz="2800">
                          <a:solidFill>
                            <a:schemeClr val="tx1"/>
                          </a:solidFill>
                          <a:latin typeface="Arial Narrow"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en-US" sz="3200" b="0" i="0" u="none" strike="noStrike" cap="none" normalizeH="0" baseline="0">
                          <a:ln>
                            <a:noFill/>
                          </a:ln>
                          <a:solidFill>
                            <a:schemeClr val="tx1"/>
                          </a:solidFill>
                          <a:effectLst/>
                          <a:latin typeface="Arial Narrow" pitchFamily="34" charset="0"/>
                        </a:rPr>
                        <a:t>1</a:t>
                      </a:r>
                    </a:p>
                  </a:txBody>
                  <a:tcPr marT="45710" marB="4571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extLst>
                  <a:ext uri="{0D108BD9-81ED-4DB2-BD59-A6C34878D82A}">
                    <a16:rowId xmlns:a16="http://schemas.microsoft.com/office/drawing/2014/main" val="10003"/>
                  </a:ext>
                </a:extLst>
              </a:tr>
              <a:tr h="630102">
                <a:tc>
                  <a:txBody>
                    <a:bodyPr/>
                    <a:lstStyle>
                      <a:lvl1pPr algn="l">
                        <a:spcBef>
                          <a:spcPct val="20000"/>
                        </a:spcBef>
                        <a:defRPr kumimoji="1" sz="2800">
                          <a:solidFill>
                            <a:schemeClr val="tx1"/>
                          </a:solidFill>
                          <a:latin typeface="Arial Narrow" pitchFamily="34" charset="0"/>
                        </a:defRPr>
                      </a:lvl1pPr>
                      <a:lvl2pPr algn="l">
                        <a:spcBef>
                          <a:spcPct val="20000"/>
                        </a:spcBef>
                        <a:defRPr kumimoji="1" sz="2800">
                          <a:solidFill>
                            <a:schemeClr val="tx1"/>
                          </a:solidFill>
                          <a:latin typeface="Arial Narrow" pitchFamily="34" charset="0"/>
                        </a:defRPr>
                      </a:lvl2pPr>
                      <a:lvl3pPr algn="l">
                        <a:spcBef>
                          <a:spcPct val="20000"/>
                        </a:spcBef>
                        <a:defRPr kumimoji="1" sz="2800">
                          <a:solidFill>
                            <a:schemeClr val="tx1"/>
                          </a:solidFill>
                          <a:latin typeface="Arial Narrow" pitchFamily="34" charset="0"/>
                        </a:defRPr>
                      </a:lvl3pPr>
                      <a:lvl4pPr algn="l">
                        <a:spcBef>
                          <a:spcPct val="20000"/>
                        </a:spcBef>
                        <a:defRPr kumimoji="1" sz="2800">
                          <a:solidFill>
                            <a:schemeClr val="tx1"/>
                          </a:solidFill>
                          <a:latin typeface="Arial Narrow" pitchFamily="34" charset="0"/>
                        </a:defRPr>
                      </a:lvl4pPr>
                      <a:lvl5pPr algn="l">
                        <a:spcBef>
                          <a:spcPct val="20000"/>
                        </a:spcBef>
                        <a:defRPr kumimoji="1" sz="2800">
                          <a:solidFill>
                            <a:schemeClr val="tx1"/>
                          </a:solidFill>
                          <a:latin typeface="Arial Narrow" pitchFamily="34" charset="0"/>
                        </a:defRPr>
                      </a:lvl5pPr>
                      <a:lvl6pPr eaLnBrk="0" fontAlgn="base" hangingPunct="0">
                        <a:spcBef>
                          <a:spcPct val="20000"/>
                        </a:spcBef>
                        <a:spcAft>
                          <a:spcPct val="0"/>
                        </a:spcAft>
                        <a:defRPr kumimoji="1" sz="2800">
                          <a:solidFill>
                            <a:schemeClr val="tx1"/>
                          </a:solidFill>
                          <a:latin typeface="Arial Narrow" pitchFamily="34" charset="0"/>
                        </a:defRPr>
                      </a:lvl6pPr>
                      <a:lvl7pPr eaLnBrk="0" fontAlgn="base" hangingPunct="0">
                        <a:spcBef>
                          <a:spcPct val="20000"/>
                        </a:spcBef>
                        <a:spcAft>
                          <a:spcPct val="0"/>
                        </a:spcAft>
                        <a:defRPr kumimoji="1" sz="2800">
                          <a:solidFill>
                            <a:schemeClr val="tx1"/>
                          </a:solidFill>
                          <a:latin typeface="Arial Narrow" pitchFamily="34" charset="0"/>
                        </a:defRPr>
                      </a:lvl7pPr>
                      <a:lvl8pPr eaLnBrk="0" fontAlgn="base" hangingPunct="0">
                        <a:spcBef>
                          <a:spcPct val="20000"/>
                        </a:spcBef>
                        <a:spcAft>
                          <a:spcPct val="0"/>
                        </a:spcAft>
                        <a:defRPr kumimoji="1" sz="2800">
                          <a:solidFill>
                            <a:schemeClr val="tx1"/>
                          </a:solidFill>
                          <a:latin typeface="Arial Narrow" pitchFamily="34" charset="0"/>
                        </a:defRPr>
                      </a:lvl8pPr>
                      <a:lvl9pPr eaLnBrk="0" fontAlgn="base" hangingPunct="0">
                        <a:spcBef>
                          <a:spcPct val="20000"/>
                        </a:spcBef>
                        <a:spcAft>
                          <a:spcPct val="0"/>
                        </a:spcAft>
                        <a:defRPr kumimoji="1" sz="2800">
                          <a:solidFill>
                            <a:schemeClr val="tx1"/>
                          </a:solidFill>
                          <a:latin typeface="Arial Narrow"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en-US" sz="3200" b="0" i="0" u="none" strike="noStrike" cap="none" normalizeH="0" baseline="0">
                          <a:ln>
                            <a:noFill/>
                          </a:ln>
                          <a:solidFill>
                            <a:schemeClr val="tx1"/>
                          </a:solidFill>
                          <a:effectLst/>
                          <a:latin typeface="Arial Narrow" pitchFamily="34" charset="0"/>
                        </a:rPr>
                        <a:t>1</a:t>
                      </a:r>
                    </a:p>
                  </a:txBody>
                  <a:tcPr marT="45710" marB="4571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lvl1pPr algn="l">
                        <a:spcBef>
                          <a:spcPct val="20000"/>
                        </a:spcBef>
                        <a:defRPr kumimoji="1" sz="2800">
                          <a:solidFill>
                            <a:schemeClr val="tx1"/>
                          </a:solidFill>
                          <a:latin typeface="Arial Narrow" pitchFamily="34" charset="0"/>
                        </a:defRPr>
                      </a:lvl1pPr>
                      <a:lvl2pPr algn="l">
                        <a:spcBef>
                          <a:spcPct val="20000"/>
                        </a:spcBef>
                        <a:defRPr kumimoji="1" sz="2800">
                          <a:solidFill>
                            <a:schemeClr val="tx1"/>
                          </a:solidFill>
                          <a:latin typeface="Arial Narrow" pitchFamily="34" charset="0"/>
                        </a:defRPr>
                      </a:lvl2pPr>
                      <a:lvl3pPr algn="l">
                        <a:spcBef>
                          <a:spcPct val="20000"/>
                        </a:spcBef>
                        <a:defRPr kumimoji="1" sz="2800">
                          <a:solidFill>
                            <a:schemeClr val="tx1"/>
                          </a:solidFill>
                          <a:latin typeface="Arial Narrow" pitchFamily="34" charset="0"/>
                        </a:defRPr>
                      </a:lvl3pPr>
                      <a:lvl4pPr algn="l">
                        <a:spcBef>
                          <a:spcPct val="20000"/>
                        </a:spcBef>
                        <a:defRPr kumimoji="1" sz="2800">
                          <a:solidFill>
                            <a:schemeClr val="tx1"/>
                          </a:solidFill>
                          <a:latin typeface="Arial Narrow" pitchFamily="34" charset="0"/>
                        </a:defRPr>
                      </a:lvl4pPr>
                      <a:lvl5pPr algn="l">
                        <a:spcBef>
                          <a:spcPct val="20000"/>
                        </a:spcBef>
                        <a:defRPr kumimoji="1" sz="2800">
                          <a:solidFill>
                            <a:schemeClr val="tx1"/>
                          </a:solidFill>
                          <a:latin typeface="Arial Narrow" pitchFamily="34" charset="0"/>
                        </a:defRPr>
                      </a:lvl5pPr>
                      <a:lvl6pPr eaLnBrk="0" fontAlgn="base" hangingPunct="0">
                        <a:spcBef>
                          <a:spcPct val="20000"/>
                        </a:spcBef>
                        <a:spcAft>
                          <a:spcPct val="0"/>
                        </a:spcAft>
                        <a:defRPr kumimoji="1" sz="2800">
                          <a:solidFill>
                            <a:schemeClr val="tx1"/>
                          </a:solidFill>
                          <a:latin typeface="Arial Narrow" pitchFamily="34" charset="0"/>
                        </a:defRPr>
                      </a:lvl6pPr>
                      <a:lvl7pPr eaLnBrk="0" fontAlgn="base" hangingPunct="0">
                        <a:spcBef>
                          <a:spcPct val="20000"/>
                        </a:spcBef>
                        <a:spcAft>
                          <a:spcPct val="0"/>
                        </a:spcAft>
                        <a:defRPr kumimoji="1" sz="2800">
                          <a:solidFill>
                            <a:schemeClr val="tx1"/>
                          </a:solidFill>
                          <a:latin typeface="Arial Narrow" pitchFamily="34" charset="0"/>
                        </a:defRPr>
                      </a:lvl7pPr>
                      <a:lvl8pPr eaLnBrk="0" fontAlgn="base" hangingPunct="0">
                        <a:spcBef>
                          <a:spcPct val="20000"/>
                        </a:spcBef>
                        <a:spcAft>
                          <a:spcPct val="0"/>
                        </a:spcAft>
                        <a:defRPr kumimoji="1" sz="2800">
                          <a:solidFill>
                            <a:schemeClr val="tx1"/>
                          </a:solidFill>
                          <a:latin typeface="Arial Narrow" pitchFamily="34" charset="0"/>
                        </a:defRPr>
                      </a:lvl8pPr>
                      <a:lvl9pPr eaLnBrk="0" fontAlgn="base" hangingPunct="0">
                        <a:spcBef>
                          <a:spcPct val="20000"/>
                        </a:spcBef>
                        <a:spcAft>
                          <a:spcPct val="0"/>
                        </a:spcAft>
                        <a:defRPr kumimoji="1" sz="2800">
                          <a:solidFill>
                            <a:schemeClr val="tx1"/>
                          </a:solidFill>
                          <a:latin typeface="Arial Narrow"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en-US" sz="3200" b="0" i="0" u="none" strike="noStrike" cap="none" normalizeH="0" baseline="0">
                          <a:ln>
                            <a:noFill/>
                          </a:ln>
                          <a:solidFill>
                            <a:schemeClr val="tx1"/>
                          </a:solidFill>
                          <a:effectLst/>
                          <a:latin typeface="Arial Narrow" pitchFamily="34" charset="0"/>
                        </a:rPr>
                        <a:t>1</a:t>
                      </a:r>
                    </a:p>
                  </a:txBody>
                  <a:tcPr marT="45710" marB="4571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lvl1pPr algn="l">
                        <a:spcBef>
                          <a:spcPct val="20000"/>
                        </a:spcBef>
                        <a:defRPr kumimoji="1" sz="2800">
                          <a:solidFill>
                            <a:schemeClr val="tx1"/>
                          </a:solidFill>
                          <a:latin typeface="Arial Narrow" pitchFamily="34" charset="0"/>
                        </a:defRPr>
                      </a:lvl1pPr>
                      <a:lvl2pPr algn="l">
                        <a:spcBef>
                          <a:spcPct val="20000"/>
                        </a:spcBef>
                        <a:defRPr kumimoji="1" sz="2800">
                          <a:solidFill>
                            <a:schemeClr val="tx1"/>
                          </a:solidFill>
                          <a:latin typeface="Arial Narrow" pitchFamily="34" charset="0"/>
                        </a:defRPr>
                      </a:lvl2pPr>
                      <a:lvl3pPr algn="l">
                        <a:spcBef>
                          <a:spcPct val="20000"/>
                        </a:spcBef>
                        <a:defRPr kumimoji="1" sz="2800">
                          <a:solidFill>
                            <a:schemeClr val="tx1"/>
                          </a:solidFill>
                          <a:latin typeface="Arial Narrow" pitchFamily="34" charset="0"/>
                        </a:defRPr>
                      </a:lvl3pPr>
                      <a:lvl4pPr algn="l">
                        <a:spcBef>
                          <a:spcPct val="20000"/>
                        </a:spcBef>
                        <a:defRPr kumimoji="1" sz="2800">
                          <a:solidFill>
                            <a:schemeClr val="tx1"/>
                          </a:solidFill>
                          <a:latin typeface="Arial Narrow" pitchFamily="34" charset="0"/>
                        </a:defRPr>
                      </a:lvl4pPr>
                      <a:lvl5pPr algn="l">
                        <a:spcBef>
                          <a:spcPct val="20000"/>
                        </a:spcBef>
                        <a:defRPr kumimoji="1" sz="2800">
                          <a:solidFill>
                            <a:schemeClr val="tx1"/>
                          </a:solidFill>
                          <a:latin typeface="Arial Narrow" pitchFamily="34" charset="0"/>
                        </a:defRPr>
                      </a:lvl5pPr>
                      <a:lvl6pPr eaLnBrk="0" fontAlgn="base" hangingPunct="0">
                        <a:spcBef>
                          <a:spcPct val="20000"/>
                        </a:spcBef>
                        <a:spcAft>
                          <a:spcPct val="0"/>
                        </a:spcAft>
                        <a:defRPr kumimoji="1" sz="2800">
                          <a:solidFill>
                            <a:schemeClr val="tx1"/>
                          </a:solidFill>
                          <a:latin typeface="Arial Narrow" pitchFamily="34" charset="0"/>
                        </a:defRPr>
                      </a:lvl6pPr>
                      <a:lvl7pPr eaLnBrk="0" fontAlgn="base" hangingPunct="0">
                        <a:spcBef>
                          <a:spcPct val="20000"/>
                        </a:spcBef>
                        <a:spcAft>
                          <a:spcPct val="0"/>
                        </a:spcAft>
                        <a:defRPr kumimoji="1" sz="2800">
                          <a:solidFill>
                            <a:schemeClr val="tx1"/>
                          </a:solidFill>
                          <a:latin typeface="Arial Narrow" pitchFamily="34" charset="0"/>
                        </a:defRPr>
                      </a:lvl7pPr>
                      <a:lvl8pPr eaLnBrk="0" fontAlgn="base" hangingPunct="0">
                        <a:spcBef>
                          <a:spcPct val="20000"/>
                        </a:spcBef>
                        <a:spcAft>
                          <a:spcPct val="0"/>
                        </a:spcAft>
                        <a:defRPr kumimoji="1" sz="2800">
                          <a:solidFill>
                            <a:schemeClr val="tx1"/>
                          </a:solidFill>
                          <a:latin typeface="Arial Narrow" pitchFamily="34" charset="0"/>
                        </a:defRPr>
                      </a:lvl8pPr>
                      <a:lvl9pPr eaLnBrk="0" fontAlgn="base" hangingPunct="0">
                        <a:spcBef>
                          <a:spcPct val="20000"/>
                        </a:spcBef>
                        <a:spcAft>
                          <a:spcPct val="0"/>
                        </a:spcAft>
                        <a:defRPr kumimoji="1" sz="2800">
                          <a:solidFill>
                            <a:schemeClr val="tx1"/>
                          </a:solidFill>
                          <a:latin typeface="Arial Narrow"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en-US" sz="3200" b="0" i="0" u="none" strike="noStrike" cap="none" normalizeH="0" baseline="0">
                          <a:ln>
                            <a:noFill/>
                          </a:ln>
                          <a:solidFill>
                            <a:schemeClr val="tx1"/>
                          </a:solidFill>
                          <a:effectLst/>
                          <a:latin typeface="Arial Narrow" pitchFamily="34" charset="0"/>
                        </a:rPr>
                        <a:t>0</a:t>
                      </a:r>
                    </a:p>
                  </a:txBody>
                  <a:tcPr marT="45710" marB="4571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accent1"/>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944420433"/>
      </p:ext>
    </p:extLst>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1C9596EA-8832-1D28-54D4-02A18F28CE78}"/>
              </a:ext>
            </a:extLst>
          </p:cNvPr>
          <p:cNvSpPr>
            <a:spLocks noGrp="1" noChangeArrowheads="1"/>
          </p:cNvSpPr>
          <p:nvPr>
            <p:ph type="title"/>
          </p:nvPr>
        </p:nvSpPr>
        <p:spPr/>
        <p:txBody>
          <a:bodyPr/>
          <a:lstStyle/>
          <a:p>
            <a:r>
              <a:rPr lang="en-US" altLang="en-US" dirty="0">
                <a:solidFill>
                  <a:srgbClr val="C00000"/>
                </a:solidFill>
              </a:rPr>
              <a:t>Recovering from a disk failure</a:t>
            </a:r>
          </a:p>
        </p:txBody>
      </p:sp>
      <p:sp>
        <p:nvSpPr>
          <p:cNvPr id="14339" name="Rectangle 3">
            <a:extLst>
              <a:ext uri="{FF2B5EF4-FFF2-40B4-BE49-F238E27FC236}">
                <a16:creationId xmlns:a16="http://schemas.microsoft.com/office/drawing/2014/main" id="{44F744F7-A2AF-3318-17E2-A169CA8DBAD5}"/>
              </a:ext>
            </a:extLst>
          </p:cNvPr>
          <p:cNvSpPr>
            <a:spLocks noGrp="1" noChangeArrowheads="1"/>
          </p:cNvSpPr>
          <p:nvPr>
            <p:ph type="body" sz="half" idx="1"/>
          </p:nvPr>
        </p:nvSpPr>
        <p:spPr>
          <a:xfrm>
            <a:off x="685800" y="1347257"/>
            <a:ext cx="8059738" cy="915988"/>
          </a:xfrm>
        </p:spPr>
        <p:txBody>
          <a:bodyPr/>
          <a:lstStyle/>
          <a:p>
            <a:r>
              <a:rPr lang="en-US" altLang="en-US" dirty="0"/>
              <a:t>Small RAID level 3 array with data disks D0 and D1 and  parity disk P can tolerate failure of either D0 or D1</a:t>
            </a:r>
          </a:p>
        </p:txBody>
      </p:sp>
      <p:graphicFrame>
        <p:nvGraphicFramePr>
          <p:cNvPr id="89278" name="Group 190">
            <a:extLst>
              <a:ext uri="{FF2B5EF4-FFF2-40B4-BE49-F238E27FC236}">
                <a16:creationId xmlns:a16="http://schemas.microsoft.com/office/drawing/2014/main" id="{5209F2AA-7280-F80E-E2FF-4350F972219A}"/>
              </a:ext>
            </a:extLst>
          </p:cNvPr>
          <p:cNvGraphicFramePr>
            <a:graphicFrameLocks noGrp="1"/>
          </p:cNvGraphicFramePr>
          <p:nvPr>
            <p:ph sz="quarter" idx="2"/>
            <p:extLst>
              <p:ext uri="{D42A27DB-BD31-4B8C-83A1-F6EECF244321}">
                <p14:modId xmlns:p14="http://schemas.microsoft.com/office/powerpoint/2010/main" val="770552468"/>
              </p:ext>
            </p:extLst>
          </p:nvPr>
        </p:nvGraphicFramePr>
        <p:xfrm>
          <a:off x="1066800" y="2667000"/>
          <a:ext cx="3111500" cy="2713035"/>
        </p:xfrm>
        <a:graphic>
          <a:graphicData uri="http://schemas.openxmlformats.org/drawingml/2006/table">
            <a:tbl>
              <a:tblPr/>
              <a:tblGrid>
                <a:gridCol w="982662">
                  <a:extLst>
                    <a:ext uri="{9D8B030D-6E8A-4147-A177-3AD203B41FA5}">
                      <a16:colId xmlns:a16="http://schemas.microsoft.com/office/drawing/2014/main" val="20000"/>
                    </a:ext>
                  </a:extLst>
                </a:gridCol>
                <a:gridCol w="1065213">
                  <a:extLst>
                    <a:ext uri="{9D8B030D-6E8A-4147-A177-3AD203B41FA5}">
                      <a16:colId xmlns:a16="http://schemas.microsoft.com/office/drawing/2014/main" val="20001"/>
                    </a:ext>
                  </a:extLst>
                </a:gridCol>
                <a:gridCol w="1063625">
                  <a:extLst>
                    <a:ext uri="{9D8B030D-6E8A-4147-A177-3AD203B41FA5}">
                      <a16:colId xmlns:a16="http://schemas.microsoft.com/office/drawing/2014/main" val="20002"/>
                    </a:ext>
                  </a:extLst>
                </a:gridCol>
              </a:tblGrid>
              <a:tr h="542607">
                <a:tc>
                  <a:txBody>
                    <a:bodyPr/>
                    <a:lstStyle>
                      <a:lvl1pPr algn="l">
                        <a:spcBef>
                          <a:spcPct val="20000"/>
                        </a:spcBef>
                        <a:defRPr kumimoji="1" sz="2800">
                          <a:solidFill>
                            <a:schemeClr val="tx1"/>
                          </a:solidFill>
                          <a:latin typeface="Arial Narrow" pitchFamily="34" charset="0"/>
                        </a:defRPr>
                      </a:lvl1pPr>
                      <a:lvl2pPr algn="l">
                        <a:spcBef>
                          <a:spcPct val="20000"/>
                        </a:spcBef>
                        <a:defRPr kumimoji="1" sz="2800">
                          <a:solidFill>
                            <a:schemeClr val="tx1"/>
                          </a:solidFill>
                          <a:latin typeface="Arial Narrow" pitchFamily="34" charset="0"/>
                        </a:defRPr>
                      </a:lvl2pPr>
                      <a:lvl3pPr algn="l">
                        <a:spcBef>
                          <a:spcPct val="20000"/>
                        </a:spcBef>
                        <a:defRPr kumimoji="1" sz="2800">
                          <a:solidFill>
                            <a:schemeClr val="tx1"/>
                          </a:solidFill>
                          <a:latin typeface="Arial Narrow" pitchFamily="34" charset="0"/>
                        </a:defRPr>
                      </a:lvl3pPr>
                      <a:lvl4pPr algn="l">
                        <a:spcBef>
                          <a:spcPct val="20000"/>
                        </a:spcBef>
                        <a:defRPr kumimoji="1" sz="2800">
                          <a:solidFill>
                            <a:schemeClr val="tx1"/>
                          </a:solidFill>
                          <a:latin typeface="Arial Narrow" pitchFamily="34" charset="0"/>
                        </a:defRPr>
                      </a:lvl4pPr>
                      <a:lvl5pPr algn="l">
                        <a:spcBef>
                          <a:spcPct val="20000"/>
                        </a:spcBef>
                        <a:defRPr kumimoji="1" sz="2800">
                          <a:solidFill>
                            <a:schemeClr val="tx1"/>
                          </a:solidFill>
                          <a:latin typeface="Arial Narrow" pitchFamily="34" charset="0"/>
                        </a:defRPr>
                      </a:lvl5pPr>
                      <a:lvl6pPr eaLnBrk="0" fontAlgn="base" hangingPunct="0">
                        <a:spcBef>
                          <a:spcPct val="20000"/>
                        </a:spcBef>
                        <a:spcAft>
                          <a:spcPct val="0"/>
                        </a:spcAft>
                        <a:defRPr kumimoji="1" sz="2800">
                          <a:solidFill>
                            <a:schemeClr val="tx1"/>
                          </a:solidFill>
                          <a:latin typeface="Arial Narrow" pitchFamily="34" charset="0"/>
                        </a:defRPr>
                      </a:lvl6pPr>
                      <a:lvl7pPr eaLnBrk="0" fontAlgn="base" hangingPunct="0">
                        <a:spcBef>
                          <a:spcPct val="20000"/>
                        </a:spcBef>
                        <a:spcAft>
                          <a:spcPct val="0"/>
                        </a:spcAft>
                        <a:defRPr kumimoji="1" sz="2800">
                          <a:solidFill>
                            <a:schemeClr val="tx1"/>
                          </a:solidFill>
                          <a:latin typeface="Arial Narrow" pitchFamily="34" charset="0"/>
                        </a:defRPr>
                      </a:lvl7pPr>
                      <a:lvl8pPr eaLnBrk="0" fontAlgn="base" hangingPunct="0">
                        <a:spcBef>
                          <a:spcPct val="20000"/>
                        </a:spcBef>
                        <a:spcAft>
                          <a:spcPct val="0"/>
                        </a:spcAft>
                        <a:defRPr kumimoji="1" sz="2800">
                          <a:solidFill>
                            <a:schemeClr val="tx1"/>
                          </a:solidFill>
                          <a:latin typeface="Arial Narrow" pitchFamily="34" charset="0"/>
                        </a:defRPr>
                      </a:lvl8pPr>
                      <a:lvl9pPr eaLnBrk="0" fontAlgn="base" hangingPunct="0">
                        <a:spcBef>
                          <a:spcPct val="20000"/>
                        </a:spcBef>
                        <a:spcAft>
                          <a:spcPct val="0"/>
                        </a:spcAft>
                        <a:defRPr kumimoji="1" sz="2800">
                          <a:solidFill>
                            <a:schemeClr val="tx1"/>
                          </a:solidFill>
                          <a:latin typeface="Arial Narrow"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en-US" sz="3200" b="0" i="0" u="none" strike="noStrike" cap="none" normalizeH="0" baseline="0">
                          <a:ln>
                            <a:noFill/>
                          </a:ln>
                          <a:solidFill>
                            <a:schemeClr val="tx1"/>
                          </a:solidFill>
                          <a:effectLst/>
                          <a:latin typeface="Arial Narrow" pitchFamily="34" charset="0"/>
                        </a:rPr>
                        <a:t>D0</a:t>
                      </a:r>
                    </a:p>
                  </a:txBody>
                  <a:tcPr marT="27435" marB="27435"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lvl1pPr algn="l">
                        <a:spcBef>
                          <a:spcPct val="20000"/>
                        </a:spcBef>
                        <a:defRPr kumimoji="1" sz="2800">
                          <a:solidFill>
                            <a:schemeClr val="tx1"/>
                          </a:solidFill>
                          <a:latin typeface="Arial Narrow" pitchFamily="34" charset="0"/>
                        </a:defRPr>
                      </a:lvl1pPr>
                      <a:lvl2pPr algn="l">
                        <a:spcBef>
                          <a:spcPct val="20000"/>
                        </a:spcBef>
                        <a:defRPr kumimoji="1" sz="2800">
                          <a:solidFill>
                            <a:schemeClr val="tx1"/>
                          </a:solidFill>
                          <a:latin typeface="Arial Narrow" pitchFamily="34" charset="0"/>
                        </a:defRPr>
                      </a:lvl2pPr>
                      <a:lvl3pPr algn="l">
                        <a:spcBef>
                          <a:spcPct val="20000"/>
                        </a:spcBef>
                        <a:defRPr kumimoji="1" sz="2800">
                          <a:solidFill>
                            <a:schemeClr val="tx1"/>
                          </a:solidFill>
                          <a:latin typeface="Arial Narrow" pitchFamily="34" charset="0"/>
                        </a:defRPr>
                      </a:lvl3pPr>
                      <a:lvl4pPr algn="l">
                        <a:spcBef>
                          <a:spcPct val="20000"/>
                        </a:spcBef>
                        <a:defRPr kumimoji="1" sz="2800">
                          <a:solidFill>
                            <a:schemeClr val="tx1"/>
                          </a:solidFill>
                          <a:latin typeface="Arial Narrow" pitchFamily="34" charset="0"/>
                        </a:defRPr>
                      </a:lvl4pPr>
                      <a:lvl5pPr algn="l">
                        <a:spcBef>
                          <a:spcPct val="20000"/>
                        </a:spcBef>
                        <a:defRPr kumimoji="1" sz="2800">
                          <a:solidFill>
                            <a:schemeClr val="tx1"/>
                          </a:solidFill>
                          <a:latin typeface="Arial Narrow" pitchFamily="34" charset="0"/>
                        </a:defRPr>
                      </a:lvl5pPr>
                      <a:lvl6pPr eaLnBrk="0" fontAlgn="base" hangingPunct="0">
                        <a:spcBef>
                          <a:spcPct val="20000"/>
                        </a:spcBef>
                        <a:spcAft>
                          <a:spcPct val="0"/>
                        </a:spcAft>
                        <a:defRPr kumimoji="1" sz="2800">
                          <a:solidFill>
                            <a:schemeClr val="tx1"/>
                          </a:solidFill>
                          <a:latin typeface="Arial Narrow" pitchFamily="34" charset="0"/>
                        </a:defRPr>
                      </a:lvl6pPr>
                      <a:lvl7pPr eaLnBrk="0" fontAlgn="base" hangingPunct="0">
                        <a:spcBef>
                          <a:spcPct val="20000"/>
                        </a:spcBef>
                        <a:spcAft>
                          <a:spcPct val="0"/>
                        </a:spcAft>
                        <a:defRPr kumimoji="1" sz="2800">
                          <a:solidFill>
                            <a:schemeClr val="tx1"/>
                          </a:solidFill>
                          <a:latin typeface="Arial Narrow" pitchFamily="34" charset="0"/>
                        </a:defRPr>
                      </a:lvl7pPr>
                      <a:lvl8pPr eaLnBrk="0" fontAlgn="base" hangingPunct="0">
                        <a:spcBef>
                          <a:spcPct val="20000"/>
                        </a:spcBef>
                        <a:spcAft>
                          <a:spcPct val="0"/>
                        </a:spcAft>
                        <a:defRPr kumimoji="1" sz="2800">
                          <a:solidFill>
                            <a:schemeClr val="tx1"/>
                          </a:solidFill>
                          <a:latin typeface="Arial Narrow" pitchFamily="34" charset="0"/>
                        </a:defRPr>
                      </a:lvl8pPr>
                      <a:lvl9pPr eaLnBrk="0" fontAlgn="base" hangingPunct="0">
                        <a:spcBef>
                          <a:spcPct val="20000"/>
                        </a:spcBef>
                        <a:spcAft>
                          <a:spcPct val="0"/>
                        </a:spcAft>
                        <a:defRPr kumimoji="1" sz="2800">
                          <a:solidFill>
                            <a:schemeClr val="tx1"/>
                          </a:solidFill>
                          <a:latin typeface="Arial Narrow"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en-US" sz="3200" b="0" i="0" u="none" strike="noStrike" cap="none" normalizeH="0" baseline="0">
                          <a:ln>
                            <a:noFill/>
                          </a:ln>
                          <a:solidFill>
                            <a:schemeClr val="tx1"/>
                          </a:solidFill>
                          <a:effectLst/>
                          <a:latin typeface="Arial Narrow" pitchFamily="34" charset="0"/>
                        </a:rPr>
                        <a:t>D1</a:t>
                      </a:r>
                    </a:p>
                  </a:txBody>
                  <a:tcPr marT="27435" marB="27435"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lvl1pPr algn="l">
                        <a:spcBef>
                          <a:spcPct val="20000"/>
                        </a:spcBef>
                        <a:defRPr kumimoji="1" sz="2800">
                          <a:solidFill>
                            <a:schemeClr val="tx1"/>
                          </a:solidFill>
                          <a:latin typeface="Arial Narrow" pitchFamily="34" charset="0"/>
                        </a:defRPr>
                      </a:lvl1pPr>
                      <a:lvl2pPr algn="l">
                        <a:spcBef>
                          <a:spcPct val="20000"/>
                        </a:spcBef>
                        <a:defRPr kumimoji="1" sz="2800">
                          <a:solidFill>
                            <a:schemeClr val="tx1"/>
                          </a:solidFill>
                          <a:latin typeface="Arial Narrow" pitchFamily="34" charset="0"/>
                        </a:defRPr>
                      </a:lvl2pPr>
                      <a:lvl3pPr algn="l">
                        <a:spcBef>
                          <a:spcPct val="20000"/>
                        </a:spcBef>
                        <a:defRPr kumimoji="1" sz="2800">
                          <a:solidFill>
                            <a:schemeClr val="tx1"/>
                          </a:solidFill>
                          <a:latin typeface="Arial Narrow" pitchFamily="34" charset="0"/>
                        </a:defRPr>
                      </a:lvl3pPr>
                      <a:lvl4pPr algn="l">
                        <a:spcBef>
                          <a:spcPct val="20000"/>
                        </a:spcBef>
                        <a:defRPr kumimoji="1" sz="2800">
                          <a:solidFill>
                            <a:schemeClr val="tx1"/>
                          </a:solidFill>
                          <a:latin typeface="Arial Narrow" pitchFamily="34" charset="0"/>
                        </a:defRPr>
                      </a:lvl4pPr>
                      <a:lvl5pPr algn="l">
                        <a:spcBef>
                          <a:spcPct val="20000"/>
                        </a:spcBef>
                        <a:defRPr kumimoji="1" sz="2800">
                          <a:solidFill>
                            <a:schemeClr val="tx1"/>
                          </a:solidFill>
                          <a:latin typeface="Arial Narrow" pitchFamily="34" charset="0"/>
                        </a:defRPr>
                      </a:lvl5pPr>
                      <a:lvl6pPr eaLnBrk="0" fontAlgn="base" hangingPunct="0">
                        <a:spcBef>
                          <a:spcPct val="20000"/>
                        </a:spcBef>
                        <a:spcAft>
                          <a:spcPct val="0"/>
                        </a:spcAft>
                        <a:defRPr kumimoji="1" sz="2800">
                          <a:solidFill>
                            <a:schemeClr val="tx1"/>
                          </a:solidFill>
                          <a:latin typeface="Arial Narrow" pitchFamily="34" charset="0"/>
                        </a:defRPr>
                      </a:lvl6pPr>
                      <a:lvl7pPr eaLnBrk="0" fontAlgn="base" hangingPunct="0">
                        <a:spcBef>
                          <a:spcPct val="20000"/>
                        </a:spcBef>
                        <a:spcAft>
                          <a:spcPct val="0"/>
                        </a:spcAft>
                        <a:defRPr kumimoji="1" sz="2800">
                          <a:solidFill>
                            <a:schemeClr val="tx1"/>
                          </a:solidFill>
                          <a:latin typeface="Arial Narrow" pitchFamily="34" charset="0"/>
                        </a:defRPr>
                      </a:lvl7pPr>
                      <a:lvl8pPr eaLnBrk="0" fontAlgn="base" hangingPunct="0">
                        <a:spcBef>
                          <a:spcPct val="20000"/>
                        </a:spcBef>
                        <a:spcAft>
                          <a:spcPct val="0"/>
                        </a:spcAft>
                        <a:defRPr kumimoji="1" sz="2800">
                          <a:solidFill>
                            <a:schemeClr val="tx1"/>
                          </a:solidFill>
                          <a:latin typeface="Arial Narrow" pitchFamily="34" charset="0"/>
                        </a:defRPr>
                      </a:lvl8pPr>
                      <a:lvl9pPr eaLnBrk="0" fontAlgn="base" hangingPunct="0">
                        <a:spcBef>
                          <a:spcPct val="20000"/>
                        </a:spcBef>
                        <a:spcAft>
                          <a:spcPct val="0"/>
                        </a:spcAft>
                        <a:defRPr kumimoji="1" sz="2800">
                          <a:solidFill>
                            <a:schemeClr val="tx1"/>
                          </a:solidFill>
                          <a:latin typeface="Arial Narrow"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en-US" sz="3200" b="0" i="0" u="none" strike="noStrike" cap="none" normalizeH="0" baseline="0">
                          <a:ln>
                            <a:noFill/>
                          </a:ln>
                          <a:solidFill>
                            <a:schemeClr val="tx1"/>
                          </a:solidFill>
                          <a:effectLst/>
                          <a:latin typeface="Arial Narrow" pitchFamily="34" charset="0"/>
                        </a:rPr>
                        <a:t>P</a:t>
                      </a:r>
                      <a:endParaRPr kumimoji="1" lang="en-US" altLang="en-US" sz="3200" b="1" i="0" u="none" strike="noStrike" cap="none" normalizeH="0" baseline="0">
                        <a:ln>
                          <a:noFill/>
                        </a:ln>
                        <a:solidFill>
                          <a:schemeClr val="tx1"/>
                        </a:solidFill>
                        <a:effectLst/>
                        <a:latin typeface="Symbol" pitchFamily="18" charset="2"/>
                      </a:endParaRPr>
                    </a:p>
                  </a:txBody>
                  <a:tcPr marT="27435" marB="27435"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extLst>
                  <a:ext uri="{0D108BD9-81ED-4DB2-BD59-A6C34878D82A}">
                    <a16:rowId xmlns:a16="http://schemas.microsoft.com/office/drawing/2014/main" val="10000"/>
                  </a:ext>
                </a:extLst>
              </a:tr>
              <a:tr h="542607">
                <a:tc>
                  <a:txBody>
                    <a:bodyPr/>
                    <a:lstStyle>
                      <a:lvl1pPr algn="l">
                        <a:spcBef>
                          <a:spcPct val="20000"/>
                        </a:spcBef>
                        <a:defRPr kumimoji="1" sz="2800">
                          <a:solidFill>
                            <a:schemeClr val="tx1"/>
                          </a:solidFill>
                          <a:latin typeface="Arial Narrow" pitchFamily="34" charset="0"/>
                        </a:defRPr>
                      </a:lvl1pPr>
                      <a:lvl2pPr algn="l">
                        <a:spcBef>
                          <a:spcPct val="20000"/>
                        </a:spcBef>
                        <a:defRPr kumimoji="1" sz="2800">
                          <a:solidFill>
                            <a:schemeClr val="tx1"/>
                          </a:solidFill>
                          <a:latin typeface="Arial Narrow" pitchFamily="34" charset="0"/>
                        </a:defRPr>
                      </a:lvl2pPr>
                      <a:lvl3pPr algn="l">
                        <a:spcBef>
                          <a:spcPct val="20000"/>
                        </a:spcBef>
                        <a:defRPr kumimoji="1" sz="2800">
                          <a:solidFill>
                            <a:schemeClr val="tx1"/>
                          </a:solidFill>
                          <a:latin typeface="Arial Narrow" pitchFamily="34" charset="0"/>
                        </a:defRPr>
                      </a:lvl3pPr>
                      <a:lvl4pPr algn="l">
                        <a:spcBef>
                          <a:spcPct val="20000"/>
                        </a:spcBef>
                        <a:defRPr kumimoji="1" sz="2800">
                          <a:solidFill>
                            <a:schemeClr val="tx1"/>
                          </a:solidFill>
                          <a:latin typeface="Arial Narrow" pitchFamily="34" charset="0"/>
                        </a:defRPr>
                      </a:lvl4pPr>
                      <a:lvl5pPr algn="l">
                        <a:spcBef>
                          <a:spcPct val="20000"/>
                        </a:spcBef>
                        <a:defRPr kumimoji="1" sz="2800">
                          <a:solidFill>
                            <a:schemeClr val="tx1"/>
                          </a:solidFill>
                          <a:latin typeface="Arial Narrow" pitchFamily="34" charset="0"/>
                        </a:defRPr>
                      </a:lvl5pPr>
                      <a:lvl6pPr eaLnBrk="0" fontAlgn="base" hangingPunct="0">
                        <a:spcBef>
                          <a:spcPct val="20000"/>
                        </a:spcBef>
                        <a:spcAft>
                          <a:spcPct val="0"/>
                        </a:spcAft>
                        <a:defRPr kumimoji="1" sz="2800">
                          <a:solidFill>
                            <a:schemeClr val="tx1"/>
                          </a:solidFill>
                          <a:latin typeface="Arial Narrow" pitchFamily="34" charset="0"/>
                        </a:defRPr>
                      </a:lvl6pPr>
                      <a:lvl7pPr eaLnBrk="0" fontAlgn="base" hangingPunct="0">
                        <a:spcBef>
                          <a:spcPct val="20000"/>
                        </a:spcBef>
                        <a:spcAft>
                          <a:spcPct val="0"/>
                        </a:spcAft>
                        <a:defRPr kumimoji="1" sz="2800">
                          <a:solidFill>
                            <a:schemeClr val="tx1"/>
                          </a:solidFill>
                          <a:latin typeface="Arial Narrow" pitchFamily="34" charset="0"/>
                        </a:defRPr>
                      </a:lvl7pPr>
                      <a:lvl8pPr eaLnBrk="0" fontAlgn="base" hangingPunct="0">
                        <a:spcBef>
                          <a:spcPct val="20000"/>
                        </a:spcBef>
                        <a:spcAft>
                          <a:spcPct val="0"/>
                        </a:spcAft>
                        <a:defRPr kumimoji="1" sz="2800">
                          <a:solidFill>
                            <a:schemeClr val="tx1"/>
                          </a:solidFill>
                          <a:latin typeface="Arial Narrow" pitchFamily="34" charset="0"/>
                        </a:defRPr>
                      </a:lvl8pPr>
                      <a:lvl9pPr eaLnBrk="0" fontAlgn="base" hangingPunct="0">
                        <a:spcBef>
                          <a:spcPct val="20000"/>
                        </a:spcBef>
                        <a:spcAft>
                          <a:spcPct val="0"/>
                        </a:spcAft>
                        <a:defRPr kumimoji="1" sz="2800">
                          <a:solidFill>
                            <a:schemeClr val="tx1"/>
                          </a:solidFill>
                          <a:latin typeface="Arial Narrow"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en-US" sz="3200" b="0" i="0" u="none" strike="noStrike" cap="none" normalizeH="0" baseline="0">
                          <a:ln>
                            <a:noFill/>
                          </a:ln>
                          <a:solidFill>
                            <a:schemeClr val="tx1"/>
                          </a:solidFill>
                          <a:effectLst/>
                          <a:latin typeface="Arial Narrow" pitchFamily="34" charset="0"/>
                        </a:rPr>
                        <a:t>0</a:t>
                      </a:r>
                    </a:p>
                  </a:txBody>
                  <a:tcPr marT="27435" marB="27435"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lvl1pPr algn="l">
                        <a:spcBef>
                          <a:spcPct val="20000"/>
                        </a:spcBef>
                        <a:defRPr kumimoji="1" sz="2800">
                          <a:solidFill>
                            <a:schemeClr val="tx1"/>
                          </a:solidFill>
                          <a:latin typeface="Arial Narrow" pitchFamily="34" charset="0"/>
                        </a:defRPr>
                      </a:lvl1pPr>
                      <a:lvl2pPr algn="l">
                        <a:spcBef>
                          <a:spcPct val="20000"/>
                        </a:spcBef>
                        <a:defRPr kumimoji="1" sz="2800">
                          <a:solidFill>
                            <a:schemeClr val="tx1"/>
                          </a:solidFill>
                          <a:latin typeface="Arial Narrow" pitchFamily="34" charset="0"/>
                        </a:defRPr>
                      </a:lvl2pPr>
                      <a:lvl3pPr algn="l">
                        <a:spcBef>
                          <a:spcPct val="20000"/>
                        </a:spcBef>
                        <a:defRPr kumimoji="1" sz="2800">
                          <a:solidFill>
                            <a:schemeClr val="tx1"/>
                          </a:solidFill>
                          <a:latin typeface="Arial Narrow" pitchFamily="34" charset="0"/>
                        </a:defRPr>
                      </a:lvl3pPr>
                      <a:lvl4pPr algn="l">
                        <a:spcBef>
                          <a:spcPct val="20000"/>
                        </a:spcBef>
                        <a:defRPr kumimoji="1" sz="2800">
                          <a:solidFill>
                            <a:schemeClr val="tx1"/>
                          </a:solidFill>
                          <a:latin typeface="Arial Narrow" pitchFamily="34" charset="0"/>
                        </a:defRPr>
                      </a:lvl4pPr>
                      <a:lvl5pPr algn="l">
                        <a:spcBef>
                          <a:spcPct val="20000"/>
                        </a:spcBef>
                        <a:defRPr kumimoji="1" sz="2800">
                          <a:solidFill>
                            <a:schemeClr val="tx1"/>
                          </a:solidFill>
                          <a:latin typeface="Arial Narrow" pitchFamily="34" charset="0"/>
                        </a:defRPr>
                      </a:lvl5pPr>
                      <a:lvl6pPr eaLnBrk="0" fontAlgn="base" hangingPunct="0">
                        <a:spcBef>
                          <a:spcPct val="20000"/>
                        </a:spcBef>
                        <a:spcAft>
                          <a:spcPct val="0"/>
                        </a:spcAft>
                        <a:defRPr kumimoji="1" sz="2800">
                          <a:solidFill>
                            <a:schemeClr val="tx1"/>
                          </a:solidFill>
                          <a:latin typeface="Arial Narrow" pitchFamily="34" charset="0"/>
                        </a:defRPr>
                      </a:lvl6pPr>
                      <a:lvl7pPr eaLnBrk="0" fontAlgn="base" hangingPunct="0">
                        <a:spcBef>
                          <a:spcPct val="20000"/>
                        </a:spcBef>
                        <a:spcAft>
                          <a:spcPct val="0"/>
                        </a:spcAft>
                        <a:defRPr kumimoji="1" sz="2800">
                          <a:solidFill>
                            <a:schemeClr val="tx1"/>
                          </a:solidFill>
                          <a:latin typeface="Arial Narrow" pitchFamily="34" charset="0"/>
                        </a:defRPr>
                      </a:lvl7pPr>
                      <a:lvl8pPr eaLnBrk="0" fontAlgn="base" hangingPunct="0">
                        <a:spcBef>
                          <a:spcPct val="20000"/>
                        </a:spcBef>
                        <a:spcAft>
                          <a:spcPct val="0"/>
                        </a:spcAft>
                        <a:defRPr kumimoji="1" sz="2800">
                          <a:solidFill>
                            <a:schemeClr val="tx1"/>
                          </a:solidFill>
                          <a:latin typeface="Arial Narrow" pitchFamily="34" charset="0"/>
                        </a:defRPr>
                      </a:lvl8pPr>
                      <a:lvl9pPr eaLnBrk="0" fontAlgn="base" hangingPunct="0">
                        <a:spcBef>
                          <a:spcPct val="20000"/>
                        </a:spcBef>
                        <a:spcAft>
                          <a:spcPct val="0"/>
                        </a:spcAft>
                        <a:defRPr kumimoji="1" sz="2800">
                          <a:solidFill>
                            <a:schemeClr val="tx1"/>
                          </a:solidFill>
                          <a:latin typeface="Arial Narrow"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en-US" sz="3200" b="0" i="0" u="none" strike="noStrike" cap="none" normalizeH="0" baseline="0">
                          <a:ln>
                            <a:noFill/>
                          </a:ln>
                          <a:solidFill>
                            <a:schemeClr val="tx1"/>
                          </a:solidFill>
                          <a:effectLst/>
                          <a:latin typeface="Arial Narrow" pitchFamily="34" charset="0"/>
                        </a:rPr>
                        <a:t>0</a:t>
                      </a:r>
                    </a:p>
                  </a:txBody>
                  <a:tcPr marT="27435" marB="27435"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lvl1pPr algn="l">
                        <a:spcBef>
                          <a:spcPct val="20000"/>
                        </a:spcBef>
                        <a:defRPr kumimoji="1" sz="2800">
                          <a:solidFill>
                            <a:schemeClr val="tx1"/>
                          </a:solidFill>
                          <a:latin typeface="Arial Narrow" pitchFamily="34" charset="0"/>
                        </a:defRPr>
                      </a:lvl1pPr>
                      <a:lvl2pPr algn="l">
                        <a:spcBef>
                          <a:spcPct val="20000"/>
                        </a:spcBef>
                        <a:defRPr kumimoji="1" sz="2800">
                          <a:solidFill>
                            <a:schemeClr val="tx1"/>
                          </a:solidFill>
                          <a:latin typeface="Arial Narrow" pitchFamily="34" charset="0"/>
                        </a:defRPr>
                      </a:lvl2pPr>
                      <a:lvl3pPr algn="l">
                        <a:spcBef>
                          <a:spcPct val="20000"/>
                        </a:spcBef>
                        <a:defRPr kumimoji="1" sz="2800">
                          <a:solidFill>
                            <a:schemeClr val="tx1"/>
                          </a:solidFill>
                          <a:latin typeface="Arial Narrow" pitchFamily="34" charset="0"/>
                        </a:defRPr>
                      </a:lvl3pPr>
                      <a:lvl4pPr algn="l">
                        <a:spcBef>
                          <a:spcPct val="20000"/>
                        </a:spcBef>
                        <a:defRPr kumimoji="1" sz="2800">
                          <a:solidFill>
                            <a:schemeClr val="tx1"/>
                          </a:solidFill>
                          <a:latin typeface="Arial Narrow" pitchFamily="34" charset="0"/>
                        </a:defRPr>
                      </a:lvl4pPr>
                      <a:lvl5pPr algn="l">
                        <a:spcBef>
                          <a:spcPct val="20000"/>
                        </a:spcBef>
                        <a:defRPr kumimoji="1" sz="2800">
                          <a:solidFill>
                            <a:schemeClr val="tx1"/>
                          </a:solidFill>
                          <a:latin typeface="Arial Narrow" pitchFamily="34" charset="0"/>
                        </a:defRPr>
                      </a:lvl5pPr>
                      <a:lvl6pPr eaLnBrk="0" fontAlgn="base" hangingPunct="0">
                        <a:spcBef>
                          <a:spcPct val="20000"/>
                        </a:spcBef>
                        <a:spcAft>
                          <a:spcPct val="0"/>
                        </a:spcAft>
                        <a:defRPr kumimoji="1" sz="2800">
                          <a:solidFill>
                            <a:schemeClr val="tx1"/>
                          </a:solidFill>
                          <a:latin typeface="Arial Narrow" pitchFamily="34" charset="0"/>
                        </a:defRPr>
                      </a:lvl6pPr>
                      <a:lvl7pPr eaLnBrk="0" fontAlgn="base" hangingPunct="0">
                        <a:spcBef>
                          <a:spcPct val="20000"/>
                        </a:spcBef>
                        <a:spcAft>
                          <a:spcPct val="0"/>
                        </a:spcAft>
                        <a:defRPr kumimoji="1" sz="2800">
                          <a:solidFill>
                            <a:schemeClr val="tx1"/>
                          </a:solidFill>
                          <a:latin typeface="Arial Narrow" pitchFamily="34" charset="0"/>
                        </a:defRPr>
                      </a:lvl7pPr>
                      <a:lvl8pPr eaLnBrk="0" fontAlgn="base" hangingPunct="0">
                        <a:spcBef>
                          <a:spcPct val="20000"/>
                        </a:spcBef>
                        <a:spcAft>
                          <a:spcPct val="0"/>
                        </a:spcAft>
                        <a:defRPr kumimoji="1" sz="2800">
                          <a:solidFill>
                            <a:schemeClr val="tx1"/>
                          </a:solidFill>
                          <a:latin typeface="Arial Narrow" pitchFamily="34" charset="0"/>
                        </a:defRPr>
                      </a:lvl8pPr>
                      <a:lvl9pPr eaLnBrk="0" fontAlgn="base" hangingPunct="0">
                        <a:spcBef>
                          <a:spcPct val="20000"/>
                        </a:spcBef>
                        <a:spcAft>
                          <a:spcPct val="0"/>
                        </a:spcAft>
                        <a:defRPr kumimoji="1" sz="2800">
                          <a:solidFill>
                            <a:schemeClr val="tx1"/>
                          </a:solidFill>
                          <a:latin typeface="Arial Narrow"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en-US" sz="3200" b="0" i="0" u="none" strike="noStrike" cap="none" normalizeH="0" baseline="0">
                          <a:ln>
                            <a:noFill/>
                          </a:ln>
                          <a:solidFill>
                            <a:schemeClr val="tx1"/>
                          </a:solidFill>
                          <a:effectLst/>
                          <a:latin typeface="Arial Narrow" pitchFamily="34" charset="0"/>
                        </a:rPr>
                        <a:t>0</a:t>
                      </a:r>
                    </a:p>
                  </a:txBody>
                  <a:tcPr marT="27435" marB="27435"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extLst>
                  <a:ext uri="{0D108BD9-81ED-4DB2-BD59-A6C34878D82A}">
                    <a16:rowId xmlns:a16="http://schemas.microsoft.com/office/drawing/2014/main" val="10001"/>
                  </a:ext>
                </a:extLst>
              </a:tr>
              <a:tr h="542607">
                <a:tc>
                  <a:txBody>
                    <a:bodyPr/>
                    <a:lstStyle>
                      <a:lvl1pPr algn="l">
                        <a:spcBef>
                          <a:spcPct val="20000"/>
                        </a:spcBef>
                        <a:defRPr kumimoji="1" sz="2800">
                          <a:solidFill>
                            <a:schemeClr val="tx1"/>
                          </a:solidFill>
                          <a:latin typeface="Arial Narrow" pitchFamily="34" charset="0"/>
                        </a:defRPr>
                      </a:lvl1pPr>
                      <a:lvl2pPr algn="l">
                        <a:spcBef>
                          <a:spcPct val="20000"/>
                        </a:spcBef>
                        <a:defRPr kumimoji="1" sz="2800">
                          <a:solidFill>
                            <a:schemeClr val="tx1"/>
                          </a:solidFill>
                          <a:latin typeface="Arial Narrow" pitchFamily="34" charset="0"/>
                        </a:defRPr>
                      </a:lvl2pPr>
                      <a:lvl3pPr algn="l">
                        <a:spcBef>
                          <a:spcPct val="20000"/>
                        </a:spcBef>
                        <a:defRPr kumimoji="1" sz="2800">
                          <a:solidFill>
                            <a:schemeClr val="tx1"/>
                          </a:solidFill>
                          <a:latin typeface="Arial Narrow" pitchFamily="34" charset="0"/>
                        </a:defRPr>
                      </a:lvl3pPr>
                      <a:lvl4pPr algn="l">
                        <a:spcBef>
                          <a:spcPct val="20000"/>
                        </a:spcBef>
                        <a:defRPr kumimoji="1" sz="2800">
                          <a:solidFill>
                            <a:schemeClr val="tx1"/>
                          </a:solidFill>
                          <a:latin typeface="Arial Narrow" pitchFamily="34" charset="0"/>
                        </a:defRPr>
                      </a:lvl4pPr>
                      <a:lvl5pPr algn="l">
                        <a:spcBef>
                          <a:spcPct val="20000"/>
                        </a:spcBef>
                        <a:defRPr kumimoji="1" sz="2800">
                          <a:solidFill>
                            <a:schemeClr val="tx1"/>
                          </a:solidFill>
                          <a:latin typeface="Arial Narrow" pitchFamily="34" charset="0"/>
                        </a:defRPr>
                      </a:lvl5pPr>
                      <a:lvl6pPr eaLnBrk="0" fontAlgn="base" hangingPunct="0">
                        <a:spcBef>
                          <a:spcPct val="20000"/>
                        </a:spcBef>
                        <a:spcAft>
                          <a:spcPct val="0"/>
                        </a:spcAft>
                        <a:defRPr kumimoji="1" sz="2800">
                          <a:solidFill>
                            <a:schemeClr val="tx1"/>
                          </a:solidFill>
                          <a:latin typeface="Arial Narrow" pitchFamily="34" charset="0"/>
                        </a:defRPr>
                      </a:lvl6pPr>
                      <a:lvl7pPr eaLnBrk="0" fontAlgn="base" hangingPunct="0">
                        <a:spcBef>
                          <a:spcPct val="20000"/>
                        </a:spcBef>
                        <a:spcAft>
                          <a:spcPct val="0"/>
                        </a:spcAft>
                        <a:defRPr kumimoji="1" sz="2800">
                          <a:solidFill>
                            <a:schemeClr val="tx1"/>
                          </a:solidFill>
                          <a:latin typeface="Arial Narrow" pitchFamily="34" charset="0"/>
                        </a:defRPr>
                      </a:lvl7pPr>
                      <a:lvl8pPr eaLnBrk="0" fontAlgn="base" hangingPunct="0">
                        <a:spcBef>
                          <a:spcPct val="20000"/>
                        </a:spcBef>
                        <a:spcAft>
                          <a:spcPct val="0"/>
                        </a:spcAft>
                        <a:defRPr kumimoji="1" sz="2800">
                          <a:solidFill>
                            <a:schemeClr val="tx1"/>
                          </a:solidFill>
                          <a:latin typeface="Arial Narrow" pitchFamily="34" charset="0"/>
                        </a:defRPr>
                      </a:lvl8pPr>
                      <a:lvl9pPr eaLnBrk="0" fontAlgn="base" hangingPunct="0">
                        <a:spcBef>
                          <a:spcPct val="20000"/>
                        </a:spcBef>
                        <a:spcAft>
                          <a:spcPct val="0"/>
                        </a:spcAft>
                        <a:defRPr kumimoji="1" sz="2800">
                          <a:solidFill>
                            <a:schemeClr val="tx1"/>
                          </a:solidFill>
                          <a:latin typeface="Arial Narrow"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en-US" sz="3200" b="0" i="0" u="none" strike="noStrike" cap="none" normalizeH="0" baseline="0">
                          <a:ln>
                            <a:noFill/>
                          </a:ln>
                          <a:solidFill>
                            <a:schemeClr val="tx1"/>
                          </a:solidFill>
                          <a:effectLst/>
                          <a:latin typeface="Arial Narrow" pitchFamily="34" charset="0"/>
                        </a:rPr>
                        <a:t>0</a:t>
                      </a:r>
                    </a:p>
                  </a:txBody>
                  <a:tcPr marT="27435" marB="27435"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lvl1pPr algn="l">
                        <a:spcBef>
                          <a:spcPct val="20000"/>
                        </a:spcBef>
                        <a:defRPr kumimoji="1" sz="2800">
                          <a:solidFill>
                            <a:schemeClr val="tx1"/>
                          </a:solidFill>
                          <a:latin typeface="Arial Narrow" pitchFamily="34" charset="0"/>
                        </a:defRPr>
                      </a:lvl1pPr>
                      <a:lvl2pPr algn="l">
                        <a:spcBef>
                          <a:spcPct val="20000"/>
                        </a:spcBef>
                        <a:defRPr kumimoji="1" sz="2800">
                          <a:solidFill>
                            <a:schemeClr val="tx1"/>
                          </a:solidFill>
                          <a:latin typeface="Arial Narrow" pitchFamily="34" charset="0"/>
                        </a:defRPr>
                      </a:lvl2pPr>
                      <a:lvl3pPr algn="l">
                        <a:spcBef>
                          <a:spcPct val="20000"/>
                        </a:spcBef>
                        <a:defRPr kumimoji="1" sz="2800">
                          <a:solidFill>
                            <a:schemeClr val="tx1"/>
                          </a:solidFill>
                          <a:latin typeface="Arial Narrow" pitchFamily="34" charset="0"/>
                        </a:defRPr>
                      </a:lvl3pPr>
                      <a:lvl4pPr algn="l">
                        <a:spcBef>
                          <a:spcPct val="20000"/>
                        </a:spcBef>
                        <a:defRPr kumimoji="1" sz="2800">
                          <a:solidFill>
                            <a:schemeClr val="tx1"/>
                          </a:solidFill>
                          <a:latin typeface="Arial Narrow" pitchFamily="34" charset="0"/>
                        </a:defRPr>
                      </a:lvl4pPr>
                      <a:lvl5pPr algn="l">
                        <a:spcBef>
                          <a:spcPct val="20000"/>
                        </a:spcBef>
                        <a:defRPr kumimoji="1" sz="2800">
                          <a:solidFill>
                            <a:schemeClr val="tx1"/>
                          </a:solidFill>
                          <a:latin typeface="Arial Narrow" pitchFamily="34" charset="0"/>
                        </a:defRPr>
                      </a:lvl5pPr>
                      <a:lvl6pPr eaLnBrk="0" fontAlgn="base" hangingPunct="0">
                        <a:spcBef>
                          <a:spcPct val="20000"/>
                        </a:spcBef>
                        <a:spcAft>
                          <a:spcPct val="0"/>
                        </a:spcAft>
                        <a:defRPr kumimoji="1" sz="2800">
                          <a:solidFill>
                            <a:schemeClr val="tx1"/>
                          </a:solidFill>
                          <a:latin typeface="Arial Narrow" pitchFamily="34" charset="0"/>
                        </a:defRPr>
                      </a:lvl6pPr>
                      <a:lvl7pPr eaLnBrk="0" fontAlgn="base" hangingPunct="0">
                        <a:spcBef>
                          <a:spcPct val="20000"/>
                        </a:spcBef>
                        <a:spcAft>
                          <a:spcPct val="0"/>
                        </a:spcAft>
                        <a:defRPr kumimoji="1" sz="2800">
                          <a:solidFill>
                            <a:schemeClr val="tx1"/>
                          </a:solidFill>
                          <a:latin typeface="Arial Narrow" pitchFamily="34" charset="0"/>
                        </a:defRPr>
                      </a:lvl7pPr>
                      <a:lvl8pPr eaLnBrk="0" fontAlgn="base" hangingPunct="0">
                        <a:spcBef>
                          <a:spcPct val="20000"/>
                        </a:spcBef>
                        <a:spcAft>
                          <a:spcPct val="0"/>
                        </a:spcAft>
                        <a:defRPr kumimoji="1" sz="2800">
                          <a:solidFill>
                            <a:schemeClr val="tx1"/>
                          </a:solidFill>
                          <a:latin typeface="Arial Narrow" pitchFamily="34" charset="0"/>
                        </a:defRPr>
                      </a:lvl8pPr>
                      <a:lvl9pPr eaLnBrk="0" fontAlgn="base" hangingPunct="0">
                        <a:spcBef>
                          <a:spcPct val="20000"/>
                        </a:spcBef>
                        <a:spcAft>
                          <a:spcPct val="0"/>
                        </a:spcAft>
                        <a:defRPr kumimoji="1" sz="2800">
                          <a:solidFill>
                            <a:schemeClr val="tx1"/>
                          </a:solidFill>
                          <a:latin typeface="Arial Narrow"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en-US" sz="3200" b="0" i="0" u="none" strike="noStrike" cap="none" normalizeH="0" baseline="0">
                          <a:ln>
                            <a:noFill/>
                          </a:ln>
                          <a:solidFill>
                            <a:schemeClr val="tx1"/>
                          </a:solidFill>
                          <a:effectLst/>
                          <a:latin typeface="Arial Narrow" pitchFamily="34" charset="0"/>
                        </a:rPr>
                        <a:t>1</a:t>
                      </a:r>
                    </a:p>
                  </a:txBody>
                  <a:tcPr marT="27435" marB="27435"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lvl1pPr algn="l">
                        <a:spcBef>
                          <a:spcPct val="20000"/>
                        </a:spcBef>
                        <a:defRPr kumimoji="1" sz="2800">
                          <a:solidFill>
                            <a:schemeClr val="tx1"/>
                          </a:solidFill>
                          <a:latin typeface="Arial Narrow" pitchFamily="34" charset="0"/>
                        </a:defRPr>
                      </a:lvl1pPr>
                      <a:lvl2pPr algn="l">
                        <a:spcBef>
                          <a:spcPct val="20000"/>
                        </a:spcBef>
                        <a:defRPr kumimoji="1" sz="2800">
                          <a:solidFill>
                            <a:schemeClr val="tx1"/>
                          </a:solidFill>
                          <a:latin typeface="Arial Narrow" pitchFamily="34" charset="0"/>
                        </a:defRPr>
                      </a:lvl2pPr>
                      <a:lvl3pPr algn="l">
                        <a:spcBef>
                          <a:spcPct val="20000"/>
                        </a:spcBef>
                        <a:defRPr kumimoji="1" sz="2800">
                          <a:solidFill>
                            <a:schemeClr val="tx1"/>
                          </a:solidFill>
                          <a:latin typeface="Arial Narrow" pitchFamily="34" charset="0"/>
                        </a:defRPr>
                      </a:lvl3pPr>
                      <a:lvl4pPr algn="l">
                        <a:spcBef>
                          <a:spcPct val="20000"/>
                        </a:spcBef>
                        <a:defRPr kumimoji="1" sz="2800">
                          <a:solidFill>
                            <a:schemeClr val="tx1"/>
                          </a:solidFill>
                          <a:latin typeface="Arial Narrow" pitchFamily="34" charset="0"/>
                        </a:defRPr>
                      </a:lvl4pPr>
                      <a:lvl5pPr algn="l">
                        <a:spcBef>
                          <a:spcPct val="20000"/>
                        </a:spcBef>
                        <a:defRPr kumimoji="1" sz="2800">
                          <a:solidFill>
                            <a:schemeClr val="tx1"/>
                          </a:solidFill>
                          <a:latin typeface="Arial Narrow" pitchFamily="34" charset="0"/>
                        </a:defRPr>
                      </a:lvl5pPr>
                      <a:lvl6pPr eaLnBrk="0" fontAlgn="base" hangingPunct="0">
                        <a:spcBef>
                          <a:spcPct val="20000"/>
                        </a:spcBef>
                        <a:spcAft>
                          <a:spcPct val="0"/>
                        </a:spcAft>
                        <a:defRPr kumimoji="1" sz="2800">
                          <a:solidFill>
                            <a:schemeClr val="tx1"/>
                          </a:solidFill>
                          <a:latin typeface="Arial Narrow" pitchFamily="34" charset="0"/>
                        </a:defRPr>
                      </a:lvl6pPr>
                      <a:lvl7pPr eaLnBrk="0" fontAlgn="base" hangingPunct="0">
                        <a:spcBef>
                          <a:spcPct val="20000"/>
                        </a:spcBef>
                        <a:spcAft>
                          <a:spcPct val="0"/>
                        </a:spcAft>
                        <a:defRPr kumimoji="1" sz="2800">
                          <a:solidFill>
                            <a:schemeClr val="tx1"/>
                          </a:solidFill>
                          <a:latin typeface="Arial Narrow" pitchFamily="34" charset="0"/>
                        </a:defRPr>
                      </a:lvl7pPr>
                      <a:lvl8pPr eaLnBrk="0" fontAlgn="base" hangingPunct="0">
                        <a:spcBef>
                          <a:spcPct val="20000"/>
                        </a:spcBef>
                        <a:spcAft>
                          <a:spcPct val="0"/>
                        </a:spcAft>
                        <a:defRPr kumimoji="1" sz="2800">
                          <a:solidFill>
                            <a:schemeClr val="tx1"/>
                          </a:solidFill>
                          <a:latin typeface="Arial Narrow" pitchFamily="34" charset="0"/>
                        </a:defRPr>
                      </a:lvl8pPr>
                      <a:lvl9pPr eaLnBrk="0" fontAlgn="base" hangingPunct="0">
                        <a:spcBef>
                          <a:spcPct val="20000"/>
                        </a:spcBef>
                        <a:spcAft>
                          <a:spcPct val="0"/>
                        </a:spcAft>
                        <a:defRPr kumimoji="1" sz="2800">
                          <a:solidFill>
                            <a:schemeClr val="tx1"/>
                          </a:solidFill>
                          <a:latin typeface="Arial Narrow"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en-US" sz="3200" b="0" i="0" u="none" strike="noStrike" cap="none" normalizeH="0" baseline="0">
                          <a:ln>
                            <a:noFill/>
                          </a:ln>
                          <a:solidFill>
                            <a:schemeClr val="tx1"/>
                          </a:solidFill>
                          <a:effectLst/>
                          <a:latin typeface="Arial Narrow" pitchFamily="34" charset="0"/>
                        </a:rPr>
                        <a:t>1</a:t>
                      </a:r>
                    </a:p>
                  </a:txBody>
                  <a:tcPr marT="27435" marB="27435"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extLst>
                  <a:ext uri="{0D108BD9-81ED-4DB2-BD59-A6C34878D82A}">
                    <a16:rowId xmlns:a16="http://schemas.microsoft.com/office/drawing/2014/main" val="10002"/>
                  </a:ext>
                </a:extLst>
              </a:tr>
              <a:tr h="542607">
                <a:tc>
                  <a:txBody>
                    <a:bodyPr/>
                    <a:lstStyle>
                      <a:lvl1pPr algn="l">
                        <a:spcBef>
                          <a:spcPct val="20000"/>
                        </a:spcBef>
                        <a:defRPr kumimoji="1" sz="2800">
                          <a:solidFill>
                            <a:schemeClr val="tx1"/>
                          </a:solidFill>
                          <a:latin typeface="Arial Narrow" pitchFamily="34" charset="0"/>
                        </a:defRPr>
                      </a:lvl1pPr>
                      <a:lvl2pPr algn="l">
                        <a:spcBef>
                          <a:spcPct val="20000"/>
                        </a:spcBef>
                        <a:defRPr kumimoji="1" sz="2800">
                          <a:solidFill>
                            <a:schemeClr val="tx1"/>
                          </a:solidFill>
                          <a:latin typeface="Arial Narrow" pitchFamily="34" charset="0"/>
                        </a:defRPr>
                      </a:lvl2pPr>
                      <a:lvl3pPr algn="l">
                        <a:spcBef>
                          <a:spcPct val="20000"/>
                        </a:spcBef>
                        <a:defRPr kumimoji="1" sz="2800">
                          <a:solidFill>
                            <a:schemeClr val="tx1"/>
                          </a:solidFill>
                          <a:latin typeface="Arial Narrow" pitchFamily="34" charset="0"/>
                        </a:defRPr>
                      </a:lvl3pPr>
                      <a:lvl4pPr algn="l">
                        <a:spcBef>
                          <a:spcPct val="20000"/>
                        </a:spcBef>
                        <a:defRPr kumimoji="1" sz="2800">
                          <a:solidFill>
                            <a:schemeClr val="tx1"/>
                          </a:solidFill>
                          <a:latin typeface="Arial Narrow" pitchFamily="34" charset="0"/>
                        </a:defRPr>
                      </a:lvl4pPr>
                      <a:lvl5pPr algn="l">
                        <a:spcBef>
                          <a:spcPct val="20000"/>
                        </a:spcBef>
                        <a:defRPr kumimoji="1" sz="2800">
                          <a:solidFill>
                            <a:schemeClr val="tx1"/>
                          </a:solidFill>
                          <a:latin typeface="Arial Narrow" pitchFamily="34" charset="0"/>
                        </a:defRPr>
                      </a:lvl5pPr>
                      <a:lvl6pPr eaLnBrk="0" fontAlgn="base" hangingPunct="0">
                        <a:spcBef>
                          <a:spcPct val="20000"/>
                        </a:spcBef>
                        <a:spcAft>
                          <a:spcPct val="0"/>
                        </a:spcAft>
                        <a:defRPr kumimoji="1" sz="2800">
                          <a:solidFill>
                            <a:schemeClr val="tx1"/>
                          </a:solidFill>
                          <a:latin typeface="Arial Narrow" pitchFamily="34" charset="0"/>
                        </a:defRPr>
                      </a:lvl6pPr>
                      <a:lvl7pPr eaLnBrk="0" fontAlgn="base" hangingPunct="0">
                        <a:spcBef>
                          <a:spcPct val="20000"/>
                        </a:spcBef>
                        <a:spcAft>
                          <a:spcPct val="0"/>
                        </a:spcAft>
                        <a:defRPr kumimoji="1" sz="2800">
                          <a:solidFill>
                            <a:schemeClr val="tx1"/>
                          </a:solidFill>
                          <a:latin typeface="Arial Narrow" pitchFamily="34" charset="0"/>
                        </a:defRPr>
                      </a:lvl7pPr>
                      <a:lvl8pPr eaLnBrk="0" fontAlgn="base" hangingPunct="0">
                        <a:spcBef>
                          <a:spcPct val="20000"/>
                        </a:spcBef>
                        <a:spcAft>
                          <a:spcPct val="0"/>
                        </a:spcAft>
                        <a:defRPr kumimoji="1" sz="2800">
                          <a:solidFill>
                            <a:schemeClr val="tx1"/>
                          </a:solidFill>
                          <a:latin typeface="Arial Narrow" pitchFamily="34" charset="0"/>
                        </a:defRPr>
                      </a:lvl8pPr>
                      <a:lvl9pPr eaLnBrk="0" fontAlgn="base" hangingPunct="0">
                        <a:spcBef>
                          <a:spcPct val="20000"/>
                        </a:spcBef>
                        <a:spcAft>
                          <a:spcPct val="0"/>
                        </a:spcAft>
                        <a:defRPr kumimoji="1" sz="2800">
                          <a:solidFill>
                            <a:schemeClr val="tx1"/>
                          </a:solidFill>
                          <a:latin typeface="Arial Narrow"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en-US" sz="3200" b="0" i="0" u="none" strike="noStrike" cap="none" normalizeH="0" baseline="0">
                          <a:ln>
                            <a:noFill/>
                          </a:ln>
                          <a:solidFill>
                            <a:schemeClr val="tx1"/>
                          </a:solidFill>
                          <a:effectLst/>
                          <a:latin typeface="Arial Narrow" pitchFamily="34" charset="0"/>
                        </a:rPr>
                        <a:t>1</a:t>
                      </a:r>
                    </a:p>
                  </a:txBody>
                  <a:tcPr marT="27435" marB="27435"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lvl1pPr algn="l">
                        <a:spcBef>
                          <a:spcPct val="20000"/>
                        </a:spcBef>
                        <a:defRPr kumimoji="1" sz="2800">
                          <a:solidFill>
                            <a:schemeClr val="tx1"/>
                          </a:solidFill>
                          <a:latin typeface="Arial Narrow" pitchFamily="34" charset="0"/>
                        </a:defRPr>
                      </a:lvl1pPr>
                      <a:lvl2pPr algn="l">
                        <a:spcBef>
                          <a:spcPct val="20000"/>
                        </a:spcBef>
                        <a:defRPr kumimoji="1" sz="2800">
                          <a:solidFill>
                            <a:schemeClr val="tx1"/>
                          </a:solidFill>
                          <a:latin typeface="Arial Narrow" pitchFamily="34" charset="0"/>
                        </a:defRPr>
                      </a:lvl2pPr>
                      <a:lvl3pPr algn="l">
                        <a:spcBef>
                          <a:spcPct val="20000"/>
                        </a:spcBef>
                        <a:defRPr kumimoji="1" sz="2800">
                          <a:solidFill>
                            <a:schemeClr val="tx1"/>
                          </a:solidFill>
                          <a:latin typeface="Arial Narrow" pitchFamily="34" charset="0"/>
                        </a:defRPr>
                      </a:lvl3pPr>
                      <a:lvl4pPr algn="l">
                        <a:spcBef>
                          <a:spcPct val="20000"/>
                        </a:spcBef>
                        <a:defRPr kumimoji="1" sz="2800">
                          <a:solidFill>
                            <a:schemeClr val="tx1"/>
                          </a:solidFill>
                          <a:latin typeface="Arial Narrow" pitchFamily="34" charset="0"/>
                        </a:defRPr>
                      </a:lvl4pPr>
                      <a:lvl5pPr algn="l">
                        <a:spcBef>
                          <a:spcPct val="20000"/>
                        </a:spcBef>
                        <a:defRPr kumimoji="1" sz="2800">
                          <a:solidFill>
                            <a:schemeClr val="tx1"/>
                          </a:solidFill>
                          <a:latin typeface="Arial Narrow" pitchFamily="34" charset="0"/>
                        </a:defRPr>
                      </a:lvl5pPr>
                      <a:lvl6pPr eaLnBrk="0" fontAlgn="base" hangingPunct="0">
                        <a:spcBef>
                          <a:spcPct val="20000"/>
                        </a:spcBef>
                        <a:spcAft>
                          <a:spcPct val="0"/>
                        </a:spcAft>
                        <a:defRPr kumimoji="1" sz="2800">
                          <a:solidFill>
                            <a:schemeClr val="tx1"/>
                          </a:solidFill>
                          <a:latin typeface="Arial Narrow" pitchFamily="34" charset="0"/>
                        </a:defRPr>
                      </a:lvl6pPr>
                      <a:lvl7pPr eaLnBrk="0" fontAlgn="base" hangingPunct="0">
                        <a:spcBef>
                          <a:spcPct val="20000"/>
                        </a:spcBef>
                        <a:spcAft>
                          <a:spcPct val="0"/>
                        </a:spcAft>
                        <a:defRPr kumimoji="1" sz="2800">
                          <a:solidFill>
                            <a:schemeClr val="tx1"/>
                          </a:solidFill>
                          <a:latin typeface="Arial Narrow" pitchFamily="34" charset="0"/>
                        </a:defRPr>
                      </a:lvl7pPr>
                      <a:lvl8pPr eaLnBrk="0" fontAlgn="base" hangingPunct="0">
                        <a:spcBef>
                          <a:spcPct val="20000"/>
                        </a:spcBef>
                        <a:spcAft>
                          <a:spcPct val="0"/>
                        </a:spcAft>
                        <a:defRPr kumimoji="1" sz="2800">
                          <a:solidFill>
                            <a:schemeClr val="tx1"/>
                          </a:solidFill>
                          <a:latin typeface="Arial Narrow" pitchFamily="34" charset="0"/>
                        </a:defRPr>
                      </a:lvl8pPr>
                      <a:lvl9pPr eaLnBrk="0" fontAlgn="base" hangingPunct="0">
                        <a:spcBef>
                          <a:spcPct val="20000"/>
                        </a:spcBef>
                        <a:spcAft>
                          <a:spcPct val="0"/>
                        </a:spcAft>
                        <a:defRPr kumimoji="1" sz="2800">
                          <a:solidFill>
                            <a:schemeClr val="tx1"/>
                          </a:solidFill>
                          <a:latin typeface="Arial Narrow"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en-US" sz="3200" b="0" i="0" u="none" strike="noStrike" cap="none" normalizeH="0" baseline="0">
                          <a:ln>
                            <a:noFill/>
                          </a:ln>
                          <a:solidFill>
                            <a:schemeClr val="tx1"/>
                          </a:solidFill>
                          <a:effectLst/>
                          <a:latin typeface="Arial Narrow" pitchFamily="34" charset="0"/>
                        </a:rPr>
                        <a:t>0</a:t>
                      </a:r>
                    </a:p>
                  </a:txBody>
                  <a:tcPr marT="27435" marB="27435"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lvl1pPr algn="l">
                        <a:spcBef>
                          <a:spcPct val="20000"/>
                        </a:spcBef>
                        <a:defRPr kumimoji="1" sz="2800">
                          <a:solidFill>
                            <a:schemeClr val="tx1"/>
                          </a:solidFill>
                          <a:latin typeface="Arial Narrow" pitchFamily="34" charset="0"/>
                        </a:defRPr>
                      </a:lvl1pPr>
                      <a:lvl2pPr algn="l">
                        <a:spcBef>
                          <a:spcPct val="20000"/>
                        </a:spcBef>
                        <a:defRPr kumimoji="1" sz="2800">
                          <a:solidFill>
                            <a:schemeClr val="tx1"/>
                          </a:solidFill>
                          <a:latin typeface="Arial Narrow" pitchFamily="34" charset="0"/>
                        </a:defRPr>
                      </a:lvl2pPr>
                      <a:lvl3pPr algn="l">
                        <a:spcBef>
                          <a:spcPct val="20000"/>
                        </a:spcBef>
                        <a:defRPr kumimoji="1" sz="2800">
                          <a:solidFill>
                            <a:schemeClr val="tx1"/>
                          </a:solidFill>
                          <a:latin typeface="Arial Narrow" pitchFamily="34" charset="0"/>
                        </a:defRPr>
                      </a:lvl3pPr>
                      <a:lvl4pPr algn="l">
                        <a:spcBef>
                          <a:spcPct val="20000"/>
                        </a:spcBef>
                        <a:defRPr kumimoji="1" sz="2800">
                          <a:solidFill>
                            <a:schemeClr val="tx1"/>
                          </a:solidFill>
                          <a:latin typeface="Arial Narrow" pitchFamily="34" charset="0"/>
                        </a:defRPr>
                      </a:lvl4pPr>
                      <a:lvl5pPr algn="l">
                        <a:spcBef>
                          <a:spcPct val="20000"/>
                        </a:spcBef>
                        <a:defRPr kumimoji="1" sz="2800">
                          <a:solidFill>
                            <a:schemeClr val="tx1"/>
                          </a:solidFill>
                          <a:latin typeface="Arial Narrow" pitchFamily="34" charset="0"/>
                        </a:defRPr>
                      </a:lvl5pPr>
                      <a:lvl6pPr eaLnBrk="0" fontAlgn="base" hangingPunct="0">
                        <a:spcBef>
                          <a:spcPct val="20000"/>
                        </a:spcBef>
                        <a:spcAft>
                          <a:spcPct val="0"/>
                        </a:spcAft>
                        <a:defRPr kumimoji="1" sz="2800">
                          <a:solidFill>
                            <a:schemeClr val="tx1"/>
                          </a:solidFill>
                          <a:latin typeface="Arial Narrow" pitchFamily="34" charset="0"/>
                        </a:defRPr>
                      </a:lvl6pPr>
                      <a:lvl7pPr eaLnBrk="0" fontAlgn="base" hangingPunct="0">
                        <a:spcBef>
                          <a:spcPct val="20000"/>
                        </a:spcBef>
                        <a:spcAft>
                          <a:spcPct val="0"/>
                        </a:spcAft>
                        <a:defRPr kumimoji="1" sz="2800">
                          <a:solidFill>
                            <a:schemeClr val="tx1"/>
                          </a:solidFill>
                          <a:latin typeface="Arial Narrow" pitchFamily="34" charset="0"/>
                        </a:defRPr>
                      </a:lvl7pPr>
                      <a:lvl8pPr eaLnBrk="0" fontAlgn="base" hangingPunct="0">
                        <a:spcBef>
                          <a:spcPct val="20000"/>
                        </a:spcBef>
                        <a:spcAft>
                          <a:spcPct val="0"/>
                        </a:spcAft>
                        <a:defRPr kumimoji="1" sz="2800">
                          <a:solidFill>
                            <a:schemeClr val="tx1"/>
                          </a:solidFill>
                          <a:latin typeface="Arial Narrow" pitchFamily="34" charset="0"/>
                        </a:defRPr>
                      </a:lvl8pPr>
                      <a:lvl9pPr eaLnBrk="0" fontAlgn="base" hangingPunct="0">
                        <a:spcBef>
                          <a:spcPct val="20000"/>
                        </a:spcBef>
                        <a:spcAft>
                          <a:spcPct val="0"/>
                        </a:spcAft>
                        <a:defRPr kumimoji="1" sz="2800">
                          <a:solidFill>
                            <a:schemeClr val="tx1"/>
                          </a:solidFill>
                          <a:latin typeface="Arial Narrow"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en-US" sz="3200" b="0" i="0" u="none" strike="noStrike" cap="none" normalizeH="0" baseline="0">
                          <a:ln>
                            <a:noFill/>
                          </a:ln>
                          <a:solidFill>
                            <a:schemeClr val="tx1"/>
                          </a:solidFill>
                          <a:effectLst/>
                          <a:latin typeface="Arial Narrow" pitchFamily="34" charset="0"/>
                        </a:rPr>
                        <a:t>1</a:t>
                      </a:r>
                    </a:p>
                  </a:txBody>
                  <a:tcPr marT="27435" marB="27435"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extLst>
                  <a:ext uri="{0D108BD9-81ED-4DB2-BD59-A6C34878D82A}">
                    <a16:rowId xmlns:a16="http://schemas.microsoft.com/office/drawing/2014/main" val="10003"/>
                  </a:ext>
                </a:extLst>
              </a:tr>
              <a:tr h="542607">
                <a:tc>
                  <a:txBody>
                    <a:bodyPr/>
                    <a:lstStyle>
                      <a:lvl1pPr algn="l">
                        <a:spcBef>
                          <a:spcPct val="20000"/>
                        </a:spcBef>
                        <a:defRPr kumimoji="1" sz="2800">
                          <a:solidFill>
                            <a:schemeClr val="tx1"/>
                          </a:solidFill>
                          <a:latin typeface="Arial Narrow" pitchFamily="34" charset="0"/>
                        </a:defRPr>
                      </a:lvl1pPr>
                      <a:lvl2pPr algn="l">
                        <a:spcBef>
                          <a:spcPct val="20000"/>
                        </a:spcBef>
                        <a:defRPr kumimoji="1" sz="2800">
                          <a:solidFill>
                            <a:schemeClr val="tx1"/>
                          </a:solidFill>
                          <a:latin typeface="Arial Narrow" pitchFamily="34" charset="0"/>
                        </a:defRPr>
                      </a:lvl2pPr>
                      <a:lvl3pPr algn="l">
                        <a:spcBef>
                          <a:spcPct val="20000"/>
                        </a:spcBef>
                        <a:defRPr kumimoji="1" sz="2800">
                          <a:solidFill>
                            <a:schemeClr val="tx1"/>
                          </a:solidFill>
                          <a:latin typeface="Arial Narrow" pitchFamily="34" charset="0"/>
                        </a:defRPr>
                      </a:lvl3pPr>
                      <a:lvl4pPr algn="l">
                        <a:spcBef>
                          <a:spcPct val="20000"/>
                        </a:spcBef>
                        <a:defRPr kumimoji="1" sz="2800">
                          <a:solidFill>
                            <a:schemeClr val="tx1"/>
                          </a:solidFill>
                          <a:latin typeface="Arial Narrow" pitchFamily="34" charset="0"/>
                        </a:defRPr>
                      </a:lvl4pPr>
                      <a:lvl5pPr algn="l">
                        <a:spcBef>
                          <a:spcPct val="20000"/>
                        </a:spcBef>
                        <a:defRPr kumimoji="1" sz="2800">
                          <a:solidFill>
                            <a:schemeClr val="tx1"/>
                          </a:solidFill>
                          <a:latin typeface="Arial Narrow" pitchFamily="34" charset="0"/>
                        </a:defRPr>
                      </a:lvl5pPr>
                      <a:lvl6pPr eaLnBrk="0" fontAlgn="base" hangingPunct="0">
                        <a:spcBef>
                          <a:spcPct val="20000"/>
                        </a:spcBef>
                        <a:spcAft>
                          <a:spcPct val="0"/>
                        </a:spcAft>
                        <a:defRPr kumimoji="1" sz="2800">
                          <a:solidFill>
                            <a:schemeClr val="tx1"/>
                          </a:solidFill>
                          <a:latin typeface="Arial Narrow" pitchFamily="34" charset="0"/>
                        </a:defRPr>
                      </a:lvl6pPr>
                      <a:lvl7pPr eaLnBrk="0" fontAlgn="base" hangingPunct="0">
                        <a:spcBef>
                          <a:spcPct val="20000"/>
                        </a:spcBef>
                        <a:spcAft>
                          <a:spcPct val="0"/>
                        </a:spcAft>
                        <a:defRPr kumimoji="1" sz="2800">
                          <a:solidFill>
                            <a:schemeClr val="tx1"/>
                          </a:solidFill>
                          <a:latin typeface="Arial Narrow" pitchFamily="34" charset="0"/>
                        </a:defRPr>
                      </a:lvl7pPr>
                      <a:lvl8pPr eaLnBrk="0" fontAlgn="base" hangingPunct="0">
                        <a:spcBef>
                          <a:spcPct val="20000"/>
                        </a:spcBef>
                        <a:spcAft>
                          <a:spcPct val="0"/>
                        </a:spcAft>
                        <a:defRPr kumimoji="1" sz="2800">
                          <a:solidFill>
                            <a:schemeClr val="tx1"/>
                          </a:solidFill>
                          <a:latin typeface="Arial Narrow" pitchFamily="34" charset="0"/>
                        </a:defRPr>
                      </a:lvl8pPr>
                      <a:lvl9pPr eaLnBrk="0" fontAlgn="base" hangingPunct="0">
                        <a:spcBef>
                          <a:spcPct val="20000"/>
                        </a:spcBef>
                        <a:spcAft>
                          <a:spcPct val="0"/>
                        </a:spcAft>
                        <a:defRPr kumimoji="1" sz="2800">
                          <a:solidFill>
                            <a:schemeClr val="tx1"/>
                          </a:solidFill>
                          <a:latin typeface="Arial Narrow"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en-US" sz="3200" b="0" i="0" u="none" strike="noStrike" cap="none" normalizeH="0" baseline="0">
                          <a:ln>
                            <a:noFill/>
                          </a:ln>
                          <a:solidFill>
                            <a:schemeClr val="tx1"/>
                          </a:solidFill>
                          <a:effectLst/>
                          <a:latin typeface="Arial Narrow" pitchFamily="34" charset="0"/>
                        </a:rPr>
                        <a:t>1</a:t>
                      </a:r>
                    </a:p>
                  </a:txBody>
                  <a:tcPr marT="27435" marB="27435"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lvl1pPr algn="l">
                        <a:spcBef>
                          <a:spcPct val="20000"/>
                        </a:spcBef>
                        <a:defRPr kumimoji="1" sz="2800">
                          <a:solidFill>
                            <a:schemeClr val="tx1"/>
                          </a:solidFill>
                          <a:latin typeface="Arial Narrow" pitchFamily="34" charset="0"/>
                        </a:defRPr>
                      </a:lvl1pPr>
                      <a:lvl2pPr algn="l">
                        <a:spcBef>
                          <a:spcPct val="20000"/>
                        </a:spcBef>
                        <a:defRPr kumimoji="1" sz="2800">
                          <a:solidFill>
                            <a:schemeClr val="tx1"/>
                          </a:solidFill>
                          <a:latin typeface="Arial Narrow" pitchFamily="34" charset="0"/>
                        </a:defRPr>
                      </a:lvl2pPr>
                      <a:lvl3pPr algn="l">
                        <a:spcBef>
                          <a:spcPct val="20000"/>
                        </a:spcBef>
                        <a:defRPr kumimoji="1" sz="2800">
                          <a:solidFill>
                            <a:schemeClr val="tx1"/>
                          </a:solidFill>
                          <a:latin typeface="Arial Narrow" pitchFamily="34" charset="0"/>
                        </a:defRPr>
                      </a:lvl3pPr>
                      <a:lvl4pPr algn="l">
                        <a:spcBef>
                          <a:spcPct val="20000"/>
                        </a:spcBef>
                        <a:defRPr kumimoji="1" sz="2800">
                          <a:solidFill>
                            <a:schemeClr val="tx1"/>
                          </a:solidFill>
                          <a:latin typeface="Arial Narrow" pitchFamily="34" charset="0"/>
                        </a:defRPr>
                      </a:lvl4pPr>
                      <a:lvl5pPr algn="l">
                        <a:spcBef>
                          <a:spcPct val="20000"/>
                        </a:spcBef>
                        <a:defRPr kumimoji="1" sz="2800">
                          <a:solidFill>
                            <a:schemeClr val="tx1"/>
                          </a:solidFill>
                          <a:latin typeface="Arial Narrow" pitchFamily="34" charset="0"/>
                        </a:defRPr>
                      </a:lvl5pPr>
                      <a:lvl6pPr eaLnBrk="0" fontAlgn="base" hangingPunct="0">
                        <a:spcBef>
                          <a:spcPct val="20000"/>
                        </a:spcBef>
                        <a:spcAft>
                          <a:spcPct val="0"/>
                        </a:spcAft>
                        <a:defRPr kumimoji="1" sz="2800">
                          <a:solidFill>
                            <a:schemeClr val="tx1"/>
                          </a:solidFill>
                          <a:latin typeface="Arial Narrow" pitchFamily="34" charset="0"/>
                        </a:defRPr>
                      </a:lvl6pPr>
                      <a:lvl7pPr eaLnBrk="0" fontAlgn="base" hangingPunct="0">
                        <a:spcBef>
                          <a:spcPct val="20000"/>
                        </a:spcBef>
                        <a:spcAft>
                          <a:spcPct val="0"/>
                        </a:spcAft>
                        <a:defRPr kumimoji="1" sz="2800">
                          <a:solidFill>
                            <a:schemeClr val="tx1"/>
                          </a:solidFill>
                          <a:latin typeface="Arial Narrow" pitchFamily="34" charset="0"/>
                        </a:defRPr>
                      </a:lvl7pPr>
                      <a:lvl8pPr eaLnBrk="0" fontAlgn="base" hangingPunct="0">
                        <a:spcBef>
                          <a:spcPct val="20000"/>
                        </a:spcBef>
                        <a:spcAft>
                          <a:spcPct val="0"/>
                        </a:spcAft>
                        <a:defRPr kumimoji="1" sz="2800">
                          <a:solidFill>
                            <a:schemeClr val="tx1"/>
                          </a:solidFill>
                          <a:latin typeface="Arial Narrow" pitchFamily="34" charset="0"/>
                        </a:defRPr>
                      </a:lvl8pPr>
                      <a:lvl9pPr eaLnBrk="0" fontAlgn="base" hangingPunct="0">
                        <a:spcBef>
                          <a:spcPct val="20000"/>
                        </a:spcBef>
                        <a:spcAft>
                          <a:spcPct val="0"/>
                        </a:spcAft>
                        <a:defRPr kumimoji="1" sz="2800">
                          <a:solidFill>
                            <a:schemeClr val="tx1"/>
                          </a:solidFill>
                          <a:latin typeface="Arial Narrow"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en-US" sz="3200" b="0" i="0" u="none" strike="noStrike" cap="none" normalizeH="0" baseline="0">
                          <a:ln>
                            <a:noFill/>
                          </a:ln>
                          <a:solidFill>
                            <a:schemeClr val="tx1"/>
                          </a:solidFill>
                          <a:effectLst/>
                          <a:latin typeface="Arial Narrow" pitchFamily="34" charset="0"/>
                        </a:rPr>
                        <a:t>1</a:t>
                      </a:r>
                    </a:p>
                  </a:txBody>
                  <a:tcPr marT="27435" marB="27435"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lvl1pPr algn="l">
                        <a:spcBef>
                          <a:spcPct val="20000"/>
                        </a:spcBef>
                        <a:defRPr kumimoji="1" sz="2800">
                          <a:solidFill>
                            <a:schemeClr val="tx1"/>
                          </a:solidFill>
                          <a:latin typeface="Arial Narrow" pitchFamily="34" charset="0"/>
                        </a:defRPr>
                      </a:lvl1pPr>
                      <a:lvl2pPr algn="l">
                        <a:spcBef>
                          <a:spcPct val="20000"/>
                        </a:spcBef>
                        <a:defRPr kumimoji="1" sz="2800">
                          <a:solidFill>
                            <a:schemeClr val="tx1"/>
                          </a:solidFill>
                          <a:latin typeface="Arial Narrow" pitchFamily="34" charset="0"/>
                        </a:defRPr>
                      </a:lvl2pPr>
                      <a:lvl3pPr algn="l">
                        <a:spcBef>
                          <a:spcPct val="20000"/>
                        </a:spcBef>
                        <a:defRPr kumimoji="1" sz="2800">
                          <a:solidFill>
                            <a:schemeClr val="tx1"/>
                          </a:solidFill>
                          <a:latin typeface="Arial Narrow" pitchFamily="34" charset="0"/>
                        </a:defRPr>
                      </a:lvl3pPr>
                      <a:lvl4pPr algn="l">
                        <a:spcBef>
                          <a:spcPct val="20000"/>
                        </a:spcBef>
                        <a:defRPr kumimoji="1" sz="2800">
                          <a:solidFill>
                            <a:schemeClr val="tx1"/>
                          </a:solidFill>
                          <a:latin typeface="Arial Narrow" pitchFamily="34" charset="0"/>
                        </a:defRPr>
                      </a:lvl4pPr>
                      <a:lvl5pPr algn="l">
                        <a:spcBef>
                          <a:spcPct val="20000"/>
                        </a:spcBef>
                        <a:defRPr kumimoji="1" sz="2800">
                          <a:solidFill>
                            <a:schemeClr val="tx1"/>
                          </a:solidFill>
                          <a:latin typeface="Arial Narrow" pitchFamily="34" charset="0"/>
                        </a:defRPr>
                      </a:lvl5pPr>
                      <a:lvl6pPr eaLnBrk="0" fontAlgn="base" hangingPunct="0">
                        <a:spcBef>
                          <a:spcPct val="20000"/>
                        </a:spcBef>
                        <a:spcAft>
                          <a:spcPct val="0"/>
                        </a:spcAft>
                        <a:defRPr kumimoji="1" sz="2800">
                          <a:solidFill>
                            <a:schemeClr val="tx1"/>
                          </a:solidFill>
                          <a:latin typeface="Arial Narrow" pitchFamily="34" charset="0"/>
                        </a:defRPr>
                      </a:lvl6pPr>
                      <a:lvl7pPr eaLnBrk="0" fontAlgn="base" hangingPunct="0">
                        <a:spcBef>
                          <a:spcPct val="20000"/>
                        </a:spcBef>
                        <a:spcAft>
                          <a:spcPct val="0"/>
                        </a:spcAft>
                        <a:defRPr kumimoji="1" sz="2800">
                          <a:solidFill>
                            <a:schemeClr val="tx1"/>
                          </a:solidFill>
                          <a:latin typeface="Arial Narrow" pitchFamily="34" charset="0"/>
                        </a:defRPr>
                      </a:lvl7pPr>
                      <a:lvl8pPr eaLnBrk="0" fontAlgn="base" hangingPunct="0">
                        <a:spcBef>
                          <a:spcPct val="20000"/>
                        </a:spcBef>
                        <a:spcAft>
                          <a:spcPct val="0"/>
                        </a:spcAft>
                        <a:defRPr kumimoji="1" sz="2800">
                          <a:solidFill>
                            <a:schemeClr val="tx1"/>
                          </a:solidFill>
                          <a:latin typeface="Arial Narrow" pitchFamily="34" charset="0"/>
                        </a:defRPr>
                      </a:lvl8pPr>
                      <a:lvl9pPr eaLnBrk="0" fontAlgn="base" hangingPunct="0">
                        <a:spcBef>
                          <a:spcPct val="20000"/>
                        </a:spcBef>
                        <a:spcAft>
                          <a:spcPct val="0"/>
                        </a:spcAft>
                        <a:defRPr kumimoji="1" sz="2800">
                          <a:solidFill>
                            <a:schemeClr val="tx1"/>
                          </a:solidFill>
                          <a:latin typeface="Arial Narrow"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en-US" sz="3200" b="0" i="0" u="none" strike="noStrike" cap="none" normalizeH="0" baseline="0" dirty="0">
                          <a:ln>
                            <a:noFill/>
                          </a:ln>
                          <a:solidFill>
                            <a:schemeClr val="tx1"/>
                          </a:solidFill>
                          <a:effectLst/>
                          <a:latin typeface="Arial Narrow" pitchFamily="34" charset="0"/>
                        </a:rPr>
                        <a:t>0</a:t>
                      </a:r>
                    </a:p>
                  </a:txBody>
                  <a:tcPr marT="27435" marB="27435"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accent1"/>
                    </a:solidFill>
                  </a:tcPr>
                </a:tc>
                <a:extLst>
                  <a:ext uri="{0D108BD9-81ED-4DB2-BD59-A6C34878D82A}">
                    <a16:rowId xmlns:a16="http://schemas.microsoft.com/office/drawing/2014/main" val="10004"/>
                  </a:ext>
                </a:extLst>
              </a:tr>
            </a:tbl>
          </a:graphicData>
        </a:graphic>
      </p:graphicFrame>
      <p:graphicFrame>
        <p:nvGraphicFramePr>
          <p:cNvPr id="89280" name="Group 192">
            <a:extLst>
              <a:ext uri="{FF2B5EF4-FFF2-40B4-BE49-F238E27FC236}">
                <a16:creationId xmlns:a16="http://schemas.microsoft.com/office/drawing/2014/main" id="{B4A2F56E-D89C-87EE-86DE-CBB3EA437BF4}"/>
              </a:ext>
            </a:extLst>
          </p:cNvPr>
          <p:cNvGraphicFramePr>
            <a:graphicFrameLocks noGrp="1"/>
          </p:cNvGraphicFramePr>
          <p:nvPr>
            <p:ph sz="quarter" idx="3"/>
            <p:extLst>
              <p:ext uri="{D42A27DB-BD31-4B8C-83A1-F6EECF244321}">
                <p14:modId xmlns:p14="http://schemas.microsoft.com/office/powerpoint/2010/main" val="510473555"/>
              </p:ext>
            </p:extLst>
          </p:nvPr>
        </p:nvGraphicFramePr>
        <p:xfrm>
          <a:off x="4419600" y="2667000"/>
          <a:ext cx="4173538" cy="2713035"/>
        </p:xfrm>
        <a:graphic>
          <a:graphicData uri="http://schemas.openxmlformats.org/drawingml/2006/table">
            <a:tbl>
              <a:tblPr/>
              <a:tblGrid>
                <a:gridCol w="1897063">
                  <a:extLst>
                    <a:ext uri="{9D8B030D-6E8A-4147-A177-3AD203B41FA5}">
                      <a16:colId xmlns:a16="http://schemas.microsoft.com/office/drawing/2014/main" val="20000"/>
                    </a:ext>
                  </a:extLst>
                </a:gridCol>
                <a:gridCol w="2276475">
                  <a:extLst>
                    <a:ext uri="{9D8B030D-6E8A-4147-A177-3AD203B41FA5}">
                      <a16:colId xmlns:a16="http://schemas.microsoft.com/office/drawing/2014/main" val="20001"/>
                    </a:ext>
                  </a:extLst>
                </a:gridCol>
              </a:tblGrid>
              <a:tr h="542607">
                <a:tc>
                  <a:txBody>
                    <a:bodyPr/>
                    <a:lstStyle>
                      <a:lvl1pPr algn="l">
                        <a:spcBef>
                          <a:spcPct val="20000"/>
                        </a:spcBef>
                        <a:defRPr kumimoji="1" sz="2800">
                          <a:solidFill>
                            <a:schemeClr val="tx1"/>
                          </a:solidFill>
                          <a:latin typeface="Arial Narrow" pitchFamily="34" charset="0"/>
                        </a:defRPr>
                      </a:lvl1pPr>
                      <a:lvl2pPr algn="l">
                        <a:spcBef>
                          <a:spcPct val="20000"/>
                        </a:spcBef>
                        <a:defRPr kumimoji="1" sz="2800">
                          <a:solidFill>
                            <a:schemeClr val="tx1"/>
                          </a:solidFill>
                          <a:latin typeface="Arial Narrow" pitchFamily="34" charset="0"/>
                        </a:defRPr>
                      </a:lvl2pPr>
                      <a:lvl3pPr algn="l">
                        <a:spcBef>
                          <a:spcPct val="20000"/>
                        </a:spcBef>
                        <a:defRPr kumimoji="1" sz="2800">
                          <a:solidFill>
                            <a:schemeClr val="tx1"/>
                          </a:solidFill>
                          <a:latin typeface="Arial Narrow" pitchFamily="34" charset="0"/>
                        </a:defRPr>
                      </a:lvl3pPr>
                      <a:lvl4pPr algn="l">
                        <a:spcBef>
                          <a:spcPct val="20000"/>
                        </a:spcBef>
                        <a:defRPr kumimoji="1" sz="2800">
                          <a:solidFill>
                            <a:schemeClr val="tx1"/>
                          </a:solidFill>
                          <a:latin typeface="Arial Narrow" pitchFamily="34" charset="0"/>
                        </a:defRPr>
                      </a:lvl4pPr>
                      <a:lvl5pPr algn="l">
                        <a:spcBef>
                          <a:spcPct val="20000"/>
                        </a:spcBef>
                        <a:defRPr kumimoji="1" sz="2800">
                          <a:solidFill>
                            <a:schemeClr val="tx1"/>
                          </a:solidFill>
                          <a:latin typeface="Arial Narrow" pitchFamily="34" charset="0"/>
                        </a:defRPr>
                      </a:lvl5pPr>
                      <a:lvl6pPr eaLnBrk="0" fontAlgn="base" hangingPunct="0">
                        <a:spcBef>
                          <a:spcPct val="20000"/>
                        </a:spcBef>
                        <a:spcAft>
                          <a:spcPct val="0"/>
                        </a:spcAft>
                        <a:defRPr kumimoji="1" sz="2800">
                          <a:solidFill>
                            <a:schemeClr val="tx1"/>
                          </a:solidFill>
                          <a:latin typeface="Arial Narrow" pitchFamily="34" charset="0"/>
                        </a:defRPr>
                      </a:lvl6pPr>
                      <a:lvl7pPr eaLnBrk="0" fontAlgn="base" hangingPunct="0">
                        <a:spcBef>
                          <a:spcPct val="20000"/>
                        </a:spcBef>
                        <a:spcAft>
                          <a:spcPct val="0"/>
                        </a:spcAft>
                        <a:defRPr kumimoji="1" sz="2800">
                          <a:solidFill>
                            <a:schemeClr val="tx1"/>
                          </a:solidFill>
                          <a:latin typeface="Arial Narrow" pitchFamily="34" charset="0"/>
                        </a:defRPr>
                      </a:lvl7pPr>
                      <a:lvl8pPr eaLnBrk="0" fontAlgn="base" hangingPunct="0">
                        <a:spcBef>
                          <a:spcPct val="20000"/>
                        </a:spcBef>
                        <a:spcAft>
                          <a:spcPct val="0"/>
                        </a:spcAft>
                        <a:defRPr kumimoji="1" sz="2800">
                          <a:solidFill>
                            <a:schemeClr val="tx1"/>
                          </a:solidFill>
                          <a:latin typeface="Arial Narrow" pitchFamily="34" charset="0"/>
                        </a:defRPr>
                      </a:lvl8pPr>
                      <a:lvl9pPr eaLnBrk="0" fontAlgn="base" hangingPunct="0">
                        <a:spcBef>
                          <a:spcPct val="20000"/>
                        </a:spcBef>
                        <a:spcAft>
                          <a:spcPct val="0"/>
                        </a:spcAft>
                        <a:defRPr kumimoji="1" sz="2800">
                          <a:solidFill>
                            <a:schemeClr val="tx1"/>
                          </a:solidFill>
                          <a:latin typeface="Arial Narrow"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en-US" sz="3200" b="0" i="0" u="none" strike="noStrike" cap="none" normalizeH="0" baseline="0" dirty="0">
                          <a:ln>
                            <a:noFill/>
                          </a:ln>
                          <a:solidFill>
                            <a:schemeClr val="tx1"/>
                          </a:solidFill>
                          <a:effectLst/>
                          <a:latin typeface="Arial Narrow" pitchFamily="34" charset="0"/>
                        </a:rPr>
                        <a:t>D1</a:t>
                      </a:r>
                      <a:r>
                        <a:rPr kumimoji="1" lang="en-GB" altLang="en-US" sz="3200" b="1" i="0" u="none" strike="noStrike" cap="none" normalizeH="0" baseline="0" dirty="0">
                          <a:ln>
                            <a:noFill/>
                          </a:ln>
                          <a:solidFill>
                            <a:schemeClr val="tx1"/>
                          </a:solidFill>
                          <a:effectLst/>
                          <a:latin typeface="Symbol" pitchFamily="18" charset="2"/>
                        </a:rPr>
                        <a:t></a:t>
                      </a:r>
                      <a:r>
                        <a:rPr kumimoji="1" lang="en-GB" altLang="en-US" sz="3200" b="0" i="0" u="none" strike="noStrike" cap="none" normalizeH="0" baseline="0" dirty="0">
                          <a:ln>
                            <a:noFill/>
                          </a:ln>
                          <a:solidFill>
                            <a:schemeClr val="tx1"/>
                          </a:solidFill>
                          <a:effectLst/>
                          <a:latin typeface="Arial Narrow" pitchFamily="34" charset="0"/>
                        </a:rPr>
                        <a:t>P=D0</a:t>
                      </a:r>
                      <a:endParaRPr kumimoji="1" lang="en-US" altLang="en-US" sz="3200" b="0" i="0" u="none" strike="noStrike" cap="none" normalizeH="0" baseline="0" dirty="0">
                        <a:ln>
                          <a:noFill/>
                        </a:ln>
                        <a:solidFill>
                          <a:schemeClr val="tx1"/>
                        </a:solidFill>
                        <a:effectLst/>
                        <a:latin typeface="Arial Narrow" pitchFamily="34" charset="0"/>
                      </a:endParaRPr>
                    </a:p>
                  </a:txBody>
                  <a:tcPr marT="27435" marB="27435"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5050"/>
                    </a:solidFill>
                  </a:tcPr>
                </a:tc>
                <a:tc>
                  <a:txBody>
                    <a:bodyPr/>
                    <a:lstStyle>
                      <a:lvl1pPr algn="l">
                        <a:spcBef>
                          <a:spcPct val="20000"/>
                        </a:spcBef>
                        <a:defRPr kumimoji="1" sz="2800">
                          <a:solidFill>
                            <a:schemeClr val="tx1"/>
                          </a:solidFill>
                          <a:latin typeface="Arial Narrow" pitchFamily="34" charset="0"/>
                        </a:defRPr>
                      </a:lvl1pPr>
                      <a:lvl2pPr algn="l">
                        <a:spcBef>
                          <a:spcPct val="20000"/>
                        </a:spcBef>
                        <a:defRPr kumimoji="1" sz="2800">
                          <a:solidFill>
                            <a:schemeClr val="tx1"/>
                          </a:solidFill>
                          <a:latin typeface="Arial Narrow" pitchFamily="34" charset="0"/>
                        </a:defRPr>
                      </a:lvl2pPr>
                      <a:lvl3pPr algn="l">
                        <a:spcBef>
                          <a:spcPct val="20000"/>
                        </a:spcBef>
                        <a:defRPr kumimoji="1" sz="2800">
                          <a:solidFill>
                            <a:schemeClr val="tx1"/>
                          </a:solidFill>
                          <a:latin typeface="Arial Narrow" pitchFamily="34" charset="0"/>
                        </a:defRPr>
                      </a:lvl3pPr>
                      <a:lvl4pPr algn="l">
                        <a:spcBef>
                          <a:spcPct val="20000"/>
                        </a:spcBef>
                        <a:defRPr kumimoji="1" sz="2800">
                          <a:solidFill>
                            <a:schemeClr val="tx1"/>
                          </a:solidFill>
                          <a:latin typeface="Arial Narrow" pitchFamily="34" charset="0"/>
                        </a:defRPr>
                      </a:lvl4pPr>
                      <a:lvl5pPr algn="l">
                        <a:spcBef>
                          <a:spcPct val="20000"/>
                        </a:spcBef>
                        <a:defRPr kumimoji="1" sz="2800">
                          <a:solidFill>
                            <a:schemeClr val="tx1"/>
                          </a:solidFill>
                          <a:latin typeface="Arial Narrow" pitchFamily="34" charset="0"/>
                        </a:defRPr>
                      </a:lvl5pPr>
                      <a:lvl6pPr eaLnBrk="0" fontAlgn="base" hangingPunct="0">
                        <a:spcBef>
                          <a:spcPct val="20000"/>
                        </a:spcBef>
                        <a:spcAft>
                          <a:spcPct val="0"/>
                        </a:spcAft>
                        <a:defRPr kumimoji="1" sz="2800">
                          <a:solidFill>
                            <a:schemeClr val="tx1"/>
                          </a:solidFill>
                          <a:latin typeface="Arial Narrow" pitchFamily="34" charset="0"/>
                        </a:defRPr>
                      </a:lvl6pPr>
                      <a:lvl7pPr eaLnBrk="0" fontAlgn="base" hangingPunct="0">
                        <a:spcBef>
                          <a:spcPct val="20000"/>
                        </a:spcBef>
                        <a:spcAft>
                          <a:spcPct val="0"/>
                        </a:spcAft>
                        <a:defRPr kumimoji="1" sz="2800">
                          <a:solidFill>
                            <a:schemeClr val="tx1"/>
                          </a:solidFill>
                          <a:latin typeface="Arial Narrow" pitchFamily="34" charset="0"/>
                        </a:defRPr>
                      </a:lvl7pPr>
                      <a:lvl8pPr eaLnBrk="0" fontAlgn="base" hangingPunct="0">
                        <a:spcBef>
                          <a:spcPct val="20000"/>
                        </a:spcBef>
                        <a:spcAft>
                          <a:spcPct val="0"/>
                        </a:spcAft>
                        <a:defRPr kumimoji="1" sz="2800">
                          <a:solidFill>
                            <a:schemeClr val="tx1"/>
                          </a:solidFill>
                          <a:latin typeface="Arial Narrow" pitchFamily="34" charset="0"/>
                        </a:defRPr>
                      </a:lvl8pPr>
                      <a:lvl9pPr eaLnBrk="0" fontAlgn="base" hangingPunct="0">
                        <a:spcBef>
                          <a:spcPct val="20000"/>
                        </a:spcBef>
                        <a:spcAft>
                          <a:spcPct val="0"/>
                        </a:spcAft>
                        <a:defRPr kumimoji="1" sz="2800">
                          <a:solidFill>
                            <a:schemeClr val="tx1"/>
                          </a:solidFill>
                          <a:latin typeface="Arial Narrow"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en-US" sz="3200" b="0" i="0" u="none" strike="noStrike" cap="none" normalizeH="0" baseline="0">
                          <a:ln>
                            <a:noFill/>
                          </a:ln>
                          <a:solidFill>
                            <a:schemeClr val="tx1"/>
                          </a:solidFill>
                          <a:effectLst/>
                          <a:latin typeface="Arial Narrow" pitchFamily="34" charset="0"/>
                        </a:rPr>
                        <a:t>D0</a:t>
                      </a:r>
                      <a:r>
                        <a:rPr kumimoji="1" lang="en-GB" altLang="en-US" sz="3200" b="1" i="0" u="none" strike="noStrike" cap="none" normalizeH="0" baseline="0">
                          <a:ln>
                            <a:noFill/>
                          </a:ln>
                          <a:solidFill>
                            <a:schemeClr val="tx1"/>
                          </a:solidFill>
                          <a:effectLst/>
                          <a:latin typeface="Symbol" pitchFamily="18" charset="2"/>
                        </a:rPr>
                        <a:t></a:t>
                      </a:r>
                      <a:r>
                        <a:rPr kumimoji="1" lang="en-GB" altLang="en-US" sz="3200" b="0" i="0" u="none" strike="noStrike" cap="none" normalizeH="0" baseline="0">
                          <a:ln>
                            <a:noFill/>
                          </a:ln>
                          <a:solidFill>
                            <a:schemeClr val="tx1"/>
                          </a:solidFill>
                          <a:effectLst/>
                          <a:latin typeface="Arial Narrow" pitchFamily="34" charset="0"/>
                        </a:rPr>
                        <a:t>P=D1</a:t>
                      </a:r>
                      <a:endParaRPr kumimoji="1" lang="en-US" altLang="en-US" sz="3200" b="0" i="0" u="none" strike="noStrike" cap="none" normalizeH="0" baseline="0">
                        <a:ln>
                          <a:noFill/>
                        </a:ln>
                        <a:solidFill>
                          <a:schemeClr val="tx1"/>
                        </a:solidFill>
                        <a:effectLst/>
                        <a:latin typeface="Arial Narrow" pitchFamily="34" charset="0"/>
                      </a:endParaRPr>
                    </a:p>
                  </a:txBody>
                  <a:tcPr marT="27435" marB="27435"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5050"/>
                    </a:solidFill>
                  </a:tcPr>
                </a:tc>
                <a:extLst>
                  <a:ext uri="{0D108BD9-81ED-4DB2-BD59-A6C34878D82A}">
                    <a16:rowId xmlns:a16="http://schemas.microsoft.com/office/drawing/2014/main" val="10000"/>
                  </a:ext>
                </a:extLst>
              </a:tr>
              <a:tr h="542607">
                <a:tc>
                  <a:txBody>
                    <a:bodyPr/>
                    <a:lstStyle>
                      <a:lvl1pPr algn="l">
                        <a:spcBef>
                          <a:spcPct val="20000"/>
                        </a:spcBef>
                        <a:defRPr kumimoji="1" sz="2800">
                          <a:solidFill>
                            <a:schemeClr val="tx1"/>
                          </a:solidFill>
                          <a:latin typeface="Arial Narrow" pitchFamily="34" charset="0"/>
                        </a:defRPr>
                      </a:lvl1pPr>
                      <a:lvl2pPr algn="l">
                        <a:spcBef>
                          <a:spcPct val="20000"/>
                        </a:spcBef>
                        <a:defRPr kumimoji="1" sz="2800">
                          <a:solidFill>
                            <a:schemeClr val="tx1"/>
                          </a:solidFill>
                          <a:latin typeface="Arial Narrow" pitchFamily="34" charset="0"/>
                        </a:defRPr>
                      </a:lvl2pPr>
                      <a:lvl3pPr algn="l">
                        <a:spcBef>
                          <a:spcPct val="20000"/>
                        </a:spcBef>
                        <a:defRPr kumimoji="1" sz="2800">
                          <a:solidFill>
                            <a:schemeClr val="tx1"/>
                          </a:solidFill>
                          <a:latin typeface="Arial Narrow" pitchFamily="34" charset="0"/>
                        </a:defRPr>
                      </a:lvl3pPr>
                      <a:lvl4pPr algn="l">
                        <a:spcBef>
                          <a:spcPct val="20000"/>
                        </a:spcBef>
                        <a:defRPr kumimoji="1" sz="2800">
                          <a:solidFill>
                            <a:schemeClr val="tx1"/>
                          </a:solidFill>
                          <a:latin typeface="Arial Narrow" pitchFamily="34" charset="0"/>
                        </a:defRPr>
                      </a:lvl4pPr>
                      <a:lvl5pPr algn="l">
                        <a:spcBef>
                          <a:spcPct val="20000"/>
                        </a:spcBef>
                        <a:defRPr kumimoji="1" sz="2800">
                          <a:solidFill>
                            <a:schemeClr val="tx1"/>
                          </a:solidFill>
                          <a:latin typeface="Arial Narrow" pitchFamily="34" charset="0"/>
                        </a:defRPr>
                      </a:lvl5pPr>
                      <a:lvl6pPr eaLnBrk="0" fontAlgn="base" hangingPunct="0">
                        <a:spcBef>
                          <a:spcPct val="20000"/>
                        </a:spcBef>
                        <a:spcAft>
                          <a:spcPct val="0"/>
                        </a:spcAft>
                        <a:defRPr kumimoji="1" sz="2800">
                          <a:solidFill>
                            <a:schemeClr val="tx1"/>
                          </a:solidFill>
                          <a:latin typeface="Arial Narrow" pitchFamily="34" charset="0"/>
                        </a:defRPr>
                      </a:lvl6pPr>
                      <a:lvl7pPr eaLnBrk="0" fontAlgn="base" hangingPunct="0">
                        <a:spcBef>
                          <a:spcPct val="20000"/>
                        </a:spcBef>
                        <a:spcAft>
                          <a:spcPct val="0"/>
                        </a:spcAft>
                        <a:defRPr kumimoji="1" sz="2800">
                          <a:solidFill>
                            <a:schemeClr val="tx1"/>
                          </a:solidFill>
                          <a:latin typeface="Arial Narrow" pitchFamily="34" charset="0"/>
                        </a:defRPr>
                      </a:lvl7pPr>
                      <a:lvl8pPr eaLnBrk="0" fontAlgn="base" hangingPunct="0">
                        <a:spcBef>
                          <a:spcPct val="20000"/>
                        </a:spcBef>
                        <a:spcAft>
                          <a:spcPct val="0"/>
                        </a:spcAft>
                        <a:defRPr kumimoji="1" sz="2800">
                          <a:solidFill>
                            <a:schemeClr val="tx1"/>
                          </a:solidFill>
                          <a:latin typeface="Arial Narrow" pitchFamily="34" charset="0"/>
                        </a:defRPr>
                      </a:lvl8pPr>
                      <a:lvl9pPr eaLnBrk="0" fontAlgn="base" hangingPunct="0">
                        <a:spcBef>
                          <a:spcPct val="20000"/>
                        </a:spcBef>
                        <a:spcAft>
                          <a:spcPct val="0"/>
                        </a:spcAft>
                        <a:defRPr kumimoji="1" sz="2800">
                          <a:solidFill>
                            <a:schemeClr val="tx1"/>
                          </a:solidFill>
                          <a:latin typeface="Arial Narrow"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en-US" sz="3200" b="0" i="0" u="none" strike="noStrike" cap="none" normalizeH="0" baseline="0">
                          <a:ln>
                            <a:noFill/>
                          </a:ln>
                          <a:solidFill>
                            <a:schemeClr val="tx1"/>
                          </a:solidFill>
                          <a:effectLst/>
                          <a:latin typeface="Arial Narrow" pitchFamily="34" charset="0"/>
                        </a:rPr>
                        <a:t>0</a:t>
                      </a:r>
                    </a:p>
                  </a:txBody>
                  <a:tcPr marT="27435" marB="27435"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5050"/>
                    </a:solidFill>
                  </a:tcPr>
                </a:tc>
                <a:tc>
                  <a:txBody>
                    <a:bodyPr/>
                    <a:lstStyle>
                      <a:lvl1pPr algn="l">
                        <a:spcBef>
                          <a:spcPct val="20000"/>
                        </a:spcBef>
                        <a:defRPr kumimoji="1" sz="2800">
                          <a:solidFill>
                            <a:schemeClr val="tx1"/>
                          </a:solidFill>
                          <a:latin typeface="Arial Narrow" pitchFamily="34" charset="0"/>
                        </a:defRPr>
                      </a:lvl1pPr>
                      <a:lvl2pPr algn="l">
                        <a:spcBef>
                          <a:spcPct val="20000"/>
                        </a:spcBef>
                        <a:defRPr kumimoji="1" sz="2800">
                          <a:solidFill>
                            <a:schemeClr val="tx1"/>
                          </a:solidFill>
                          <a:latin typeface="Arial Narrow" pitchFamily="34" charset="0"/>
                        </a:defRPr>
                      </a:lvl2pPr>
                      <a:lvl3pPr algn="l">
                        <a:spcBef>
                          <a:spcPct val="20000"/>
                        </a:spcBef>
                        <a:defRPr kumimoji="1" sz="2800">
                          <a:solidFill>
                            <a:schemeClr val="tx1"/>
                          </a:solidFill>
                          <a:latin typeface="Arial Narrow" pitchFamily="34" charset="0"/>
                        </a:defRPr>
                      </a:lvl3pPr>
                      <a:lvl4pPr algn="l">
                        <a:spcBef>
                          <a:spcPct val="20000"/>
                        </a:spcBef>
                        <a:defRPr kumimoji="1" sz="2800">
                          <a:solidFill>
                            <a:schemeClr val="tx1"/>
                          </a:solidFill>
                          <a:latin typeface="Arial Narrow" pitchFamily="34" charset="0"/>
                        </a:defRPr>
                      </a:lvl4pPr>
                      <a:lvl5pPr algn="l">
                        <a:spcBef>
                          <a:spcPct val="20000"/>
                        </a:spcBef>
                        <a:defRPr kumimoji="1" sz="2800">
                          <a:solidFill>
                            <a:schemeClr val="tx1"/>
                          </a:solidFill>
                          <a:latin typeface="Arial Narrow" pitchFamily="34" charset="0"/>
                        </a:defRPr>
                      </a:lvl5pPr>
                      <a:lvl6pPr eaLnBrk="0" fontAlgn="base" hangingPunct="0">
                        <a:spcBef>
                          <a:spcPct val="20000"/>
                        </a:spcBef>
                        <a:spcAft>
                          <a:spcPct val="0"/>
                        </a:spcAft>
                        <a:defRPr kumimoji="1" sz="2800">
                          <a:solidFill>
                            <a:schemeClr val="tx1"/>
                          </a:solidFill>
                          <a:latin typeface="Arial Narrow" pitchFamily="34" charset="0"/>
                        </a:defRPr>
                      </a:lvl6pPr>
                      <a:lvl7pPr eaLnBrk="0" fontAlgn="base" hangingPunct="0">
                        <a:spcBef>
                          <a:spcPct val="20000"/>
                        </a:spcBef>
                        <a:spcAft>
                          <a:spcPct val="0"/>
                        </a:spcAft>
                        <a:defRPr kumimoji="1" sz="2800">
                          <a:solidFill>
                            <a:schemeClr val="tx1"/>
                          </a:solidFill>
                          <a:latin typeface="Arial Narrow" pitchFamily="34" charset="0"/>
                        </a:defRPr>
                      </a:lvl7pPr>
                      <a:lvl8pPr eaLnBrk="0" fontAlgn="base" hangingPunct="0">
                        <a:spcBef>
                          <a:spcPct val="20000"/>
                        </a:spcBef>
                        <a:spcAft>
                          <a:spcPct val="0"/>
                        </a:spcAft>
                        <a:defRPr kumimoji="1" sz="2800">
                          <a:solidFill>
                            <a:schemeClr val="tx1"/>
                          </a:solidFill>
                          <a:latin typeface="Arial Narrow" pitchFamily="34" charset="0"/>
                        </a:defRPr>
                      </a:lvl8pPr>
                      <a:lvl9pPr eaLnBrk="0" fontAlgn="base" hangingPunct="0">
                        <a:spcBef>
                          <a:spcPct val="20000"/>
                        </a:spcBef>
                        <a:spcAft>
                          <a:spcPct val="0"/>
                        </a:spcAft>
                        <a:defRPr kumimoji="1" sz="2800">
                          <a:solidFill>
                            <a:schemeClr val="tx1"/>
                          </a:solidFill>
                          <a:latin typeface="Arial Narrow"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en-US" sz="3200" b="0" i="0" u="none" strike="noStrike" cap="none" normalizeH="0" baseline="0">
                          <a:ln>
                            <a:noFill/>
                          </a:ln>
                          <a:solidFill>
                            <a:schemeClr val="tx1"/>
                          </a:solidFill>
                          <a:effectLst/>
                          <a:latin typeface="Arial Narrow" pitchFamily="34" charset="0"/>
                        </a:rPr>
                        <a:t>0</a:t>
                      </a:r>
                    </a:p>
                  </a:txBody>
                  <a:tcPr marT="27435" marB="27435"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5050"/>
                    </a:solidFill>
                  </a:tcPr>
                </a:tc>
                <a:extLst>
                  <a:ext uri="{0D108BD9-81ED-4DB2-BD59-A6C34878D82A}">
                    <a16:rowId xmlns:a16="http://schemas.microsoft.com/office/drawing/2014/main" val="10001"/>
                  </a:ext>
                </a:extLst>
              </a:tr>
              <a:tr h="542607">
                <a:tc>
                  <a:txBody>
                    <a:bodyPr/>
                    <a:lstStyle>
                      <a:lvl1pPr algn="l">
                        <a:spcBef>
                          <a:spcPct val="20000"/>
                        </a:spcBef>
                        <a:defRPr kumimoji="1" sz="2800">
                          <a:solidFill>
                            <a:schemeClr val="tx1"/>
                          </a:solidFill>
                          <a:latin typeface="Arial Narrow" pitchFamily="34" charset="0"/>
                        </a:defRPr>
                      </a:lvl1pPr>
                      <a:lvl2pPr algn="l">
                        <a:spcBef>
                          <a:spcPct val="20000"/>
                        </a:spcBef>
                        <a:defRPr kumimoji="1" sz="2800">
                          <a:solidFill>
                            <a:schemeClr val="tx1"/>
                          </a:solidFill>
                          <a:latin typeface="Arial Narrow" pitchFamily="34" charset="0"/>
                        </a:defRPr>
                      </a:lvl2pPr>
                      <a:lvl3pPr algn="l">
                        <a:spcBef>
                          <a:spcPct val="20000"/>
                        </a:spcBef>
                        <a:defRPr kumimoji="1" sz="2800">
                          <a:solidFill>
                            <a:schemeClr val="tx1"/>
                          </a:solidFill>
                          <a:latin typeface="Arial Narrow" pitchFamily="34" charset="0"/>
                        </a:defRPr>
                      </a:lvl3pPr>
                      <a:lvl4pPr algn="l">
                        <a:spcBef>
                          <a:spcPct val="20000"/>
                        </a:spcBef>
                        <a:defRPr kumimoji="1" sz="2800">
                          <a:solidFill>
                            <a:schemeClr val="tx1"/>
                          </a:solidFill>
                          <a:latin typeface="Arial Narrow" pitchFamily="34" charset="0"/>
                        </a:defRPr>
                      </a:lvl4pPr>
                      <a:lvl5pPr algn="l">
                        <a:spcBef>
                          <a:spcPct val="20000"/>
                        </a:spcBef>
                        <a:defRPr kumimoji="1" sz="2800">
                          <a:solidFill>
                            <a:schemeClr val="tx1"/>
                          </a:solidFill>
                          <a:latin typeface="Arial Narrow" pitchFamily="34" charset="0"/>
                        </a:defRPr>
                      </a:lvl5pPr>
                      <a:lvl6pPr eaLnBrk="0" fontAlgn="base" hangingPunct="0">
                        <a:spcBef>
                          <a:spcPct val="20000"/>
                        </a:spcBef>
                        <a:spcAft>
                          <a:spcPct val="0"/>
                        </a:spcAft>
                        <a:defRPr kumimoji="1" sz="2800">
                          <a:solidFill>
                            <a:schemeClr val="tx1"/>
                          </a:solidFill>
                          <a:latin typeface="Arial Narrow" pitchFamily="34" charset="0"/>
                        </a:defRPr>
                      </a:lvl6pPr>
                      <a:lvl7pPr eaLnBrk="0" fontAlgn="base" hangingPunct="0">
                        <a:spcBef>
                          <a:spcPct val="20000"/>
                        </a:spcBef>
                        <a:spcAft>
                          <a:spcPct val="0"/>
                        </a:spcAft>
                        <a:defRPr kumimoji="1" sz="2800">
                          <a:solidFill>
                            <a:schemeClr val="tx1"/>
                          </a:solidFill>
                          <a:latin typeface="Arial Narrow" pitchFamily="34" charset="0"/>
                        </a:defRPr>
                      </a:lvl7pPr>
                      <a:lvl8pPr eaLnBrk="0" fontAlgn="base" hangingPunct="0">
                        <a:spcBef>
                          <a:spcPct val="20000"/>
                        </a:spcBef>
                        <a:spcAft>
                          <a:spcPct val="0"/>
                        </a:spcAft>
                        <a:defRPr kumimoji="1" sz="2800">
                          <a:solidFill>
                            <a:schemeClr val="tx1"/>
                          </a:solidFill>
                          <a:latin typeface="Arial Narrow" pitchFamily="34" charset="0"/>
                        </a:defRPr>
                      </a:lvl8pPr>
                      <a:lvl9pPr eaLnBrk="0" fontAlgn="base" hangingPunct="0">
                        <a:spcBef>
                          <a:spcPct val="20000"/>
                        </a:spcBef>
                        <a:spcAft>
                          <a:spcPct val="0"/>
                        </a:spcAft>
                        <a:defRPr kumimoji="1" sz="2800">
                          <a:solidFill>
                            <a:schemeClr val="tx1"/>
                          </a:solidFill>
                          <a:latin typeface="Arial Narrow"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en-US" sz="3200" b="0" i="0" u="none" strike="noStrike" cap="none" normalizeH="0" baseline="0">
                          <a:ln>
                            <a:noFill/>
                          </a:ln>
                          <a:solidFill>
                            <a:schemeClr val="tx1"/>
                          </a:solidFill>
                          <a:effectLst/>
                          <a:latin typeface="Arial Narrow" pitchFamily="34" charset="0"/>
                        </a:rPr>
                        <a:t>0</a:t>
                      </a:r>
                    </a:p>
                  </a:txBody>
                  <a:tcPr marT="27435" marB="27435"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5050"/>
                    </a:solidFill>
                  </a:tcPr>
                </a:tc>
                <a:tc>
                  <a:txBody>
                    <a:bodyPr/>
                    <a:lstStyle>
                      <a:lvl1pPr algn="l">
                        <a:spcBef>
                          <a:spcPct val="20000"/>
                        </a:spcBef>
                        <a:defRPr kumimoji="1" sz="2800">
                          <a:solidFill>
                            <a:schemeClr val="tx1"/>
                          </a:solidFill>
                          <a:latin typeface="Arial Narrow" pitchFamily="34" charset="0"/>
                        </a:defRPr>
                      </a:lvl1pPr>
                      <a:lvl2pPr algn="l">
                        <a:spcBef>
                          <a:spcPct val="20000"/>
                        </a:spcBef>
                        <a:defRPr kumimoji="1" sz="2800">
                          <a:solidFill>
                            <a:schemeClr val="tx1"/>
                          </a:solidFill>
                          <a:latin typeface="Arial Narrow" pitchFamily="34" charset="0"/>
                        </a:defRPr>
                      </a:lvl2pPr>
                      <a:lvl3pPr algn="l">
                        <a:spcBef>
                          <a:spcPct val="20000"/>
                        </a:spcBef>
                        <a:defRPr kumimoji="1" sz="2800">
                          <a:solidFill>
                            <a:schemeClr val="tx1"/>
                          </a:solidFill>
                          <a:latin typeface="Arial Narrow" pitchFamily="34" charset="0"/>
                        </a:defRPr>
                      </a:lvl3pPr>
                      <a:lvl4pPr algn="l">
                        <a:spcBef>
                          <a:spcPct val="20000"/>
                        </a:spcBef>
                        <a:defRPr kumimoji="1" sz="2800">
                          <a:solidFill>
                            <a:schemeClr val="tx1"/>
                          </a:solidFill>
                          <a:latin typeface="Arial Narrow" pitchFamily="34" charset="0"/>
                        </a:defRPr>
                      </a:lvl4pPr>
                      <a:lvl5pPr algn="l">
                        <a:spcBef>
                          <a:spcPct val="20000"/>
                        </a:spcBef>
                        <a:defRPr kumimoji="1" sz="2800">
                          <a:solidFill>
                            <a:schemeClr val="tx1"/>
                          </a:solidFill>
                          <a:latin typeface="Arial Narrow" pitchFamily="34" charset="0"/>
                        </a:defRPr>
                      </a:lvl5pPr>
                      <a:lvl6pPr eaLnBrk="0" fontAlgn="base" hangingPunct="0">
                        <a:spcBef>
                          <a:spcPct val="20000"/>
                        </a:spcBef>
                        <a:spcAft>
                          <a:spcPct val="0"/>
                        </a:spcAft>
                        <a:defRPr kumimoji="1" sz="2800">
                          <a:solidFill>
                            <a:schemeClr val="tx1"/>
                          </a:solidFill>
                          <a:latin typeface="Arial Narrow" pitchFamily="34" charset="0"/>
                        </a:defRPr>
                      </a:lvl6pPr>
                      <a:lvl7pPr eaLnBrk="0" fontAlgn="base" hangingPunct="0">
                        <a:spcBef>
                          <a:spcPct val="20000"/>
                        </a:spcBef>
                        <a:spcAft>
                          <a:spcPct val="0"/>
                        </a:spcAft>
                        <a:defRPr kumimoji="1" sz="2800">
                          <a:solidFill>
                            <a:schemeClr val="tx1"/>
                          </a:solidFill>
                          <a:latin typeface="Arial Narrow" pitchFamily="34" charset="0"/>
                        </a:defRPr>
                      </a:lvl7pPr>
                      <a:lvl8pPr eaLnBrk="0" fontAlgn="base" hangingPunct="0">
                        <a:spcBef>
                          <a:spcPct val="20000"/>
                        </a:spcBef>
                        <a:spcAft>
                          <a:spcPct val="0"/>
                        </a:spcAft>
                        <a:defRPr kumimoji="1" sz="2800">
                          <a:solidFill>
                            <a:schemeClr val="tx1"/>
                          </a:solidFill>
                          <a:latin typeface="Arial Narrow" pitchFamily="34" charset="0"/>
                        </a:defRPr>
                      </a:lvl8pPr>
                      <a:lvl9pPr eaLnBrk="0" fontAlgn="base" hangingPunct="0">
                        <a:spcBef>
                          <a:spcPct val="20000"/>
                        </a:spcBef>
                        <a:spcAft>
                          <a:spcPct val="0"/>
                        </a:spcAft>
                        <a:defRPr kumimoji="1" sz="2800">
                          <a:solidFill>
                            <a:schemeClr val="tx1"/>
                          </a:solidFill>
                          <a:latin typeface="Arial Narrow"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en-US" sz="3200" b="0" i="0" u="none" strike="noStrike" cap="none" normalizeH="0" baseline="0">
                          <a:ln>
                            <a:noFill/>
                          </a:ln>
                          <a:solidFill>
                            <a:schemeClr val="tx1"/>
                          </a:solidFill>
                          <a:effectLst/>
                          <a:latin typeface="Arial Narrow" pitchFamily="34" charset="0"/>
                        </a:rPr>
                        <a:t>1</a:t>
                      </a:r>
                    </a:p>
                  </a:txBody>
                  <a:tcPr marT="27435" marB="27435"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5050"/>
                    </a:solidFill>
                  </a:tcPr>
                </a:tc>
                <a:extLst>
                  <a:ext uri="{0D108BD9-81ED-4DB2-BD59-A6C34878D82A}">
                    <a16:rowId xmlns:a16="http://schemas.microsoft.com/office/drawing/2014/main" val="10002"/>
                  </a:ext>
                </a:extLst>
              </a:tr>
              <a:tr h="542607">
                <a:tc>
                  <a:txBody>
                    <a:bodyPr/>
                    <a:lstStyle>
                      <a:lvl1pPr algn="l">
                        <a:spcBef>
                          <a:spcPct val="20000"/>
                        </a:spcBef>
                        <a:defRPr kumimoji="1" sz="2800">
                          <a:solidFill>
                            <a:schemeClr val="tx1"/>
                          </a:solidFill>
                          <a:latin typeface="Arial Narrow" pitchFamily="34" charset="0"/>
                        </a:defRPr>
                      </a:lvl1pPr>
                      <a:lvl2pPr algn="l">
                        <a:spcBef>
                          <a:spcPct val="20000"/>
                        </a:spcBef>
                        <a:defRPr kumimoji="1" sz="2800">
                          <a:solidFill>
                            <a:schemeClr val="tx1"/>
                          </a:solidFill>
                          <a:latin typeface="Arial Narrow" pitchFamily="34" charset="0"/>
                        </a:defRPr>
                      </a:lvl2pPr>
                      <a:lvl3pPr algn="l">
                        <a:spcBef>
                          <a:spcPct val="20000"/>
                        </a:spcBef>
                        <a:defRPr kumimoji="1" sz="2800">
                          <a:solidFill>
                            <a:schemeClr val="tx1"/>
                          </a:solidFill>
                          <a:latin typeface="Arial Narrow" pitchFamily="34" charset="0"/>
                        </a:defRPr>
                      </a:lvl3pPr>
                      <a:lvl4pPr algn="l">
                        <a:spcBef>
                          <a:spcPct val="20000"/>
                        </a:spcBef>
                        <a:defRPr kumimoji="1" sz="2800">
                          <a:solidFill>
                            <a:schemeClr val="tx1"/>
                          </a:solidFill>
                          <a:latin typeface="Arial Narrow" pitchFamily="34" charset="0"/>
                        </a:defRPr>
                      </a:lvl4pPr>
                      <a:lvl5pPr algn="l">
                        <a:spcBef>
                          <a:spcPct val="20000"/>
                        </a:spcBef>
                        <a:defRPr kumimoji="1" sz="2800">
                          <a:solidFill>
                            <a:schemeClr val="tx1"/>
                          </a:solidFill>
                          <a:latin typeface="Arial Narrow" pitchFamily="34" charset="0"/>
                        </a:defRPr>
                      </a:lvl5pPr>
                      <a:lvl6pPr eaLnBrk="0" fontAlgn="base" hangingPunct="0">
                        <a:spcBef>
                          <a:spcPct val="20000"/>
                        </a:spcBef>
                        <a:spcAft>
                          <a:spcPct val="0"/>
                        </a:spcAft>
                        <a:defRPr kumimoji="1" sz="2800">
                          <a:solidFill>
                            <a:schemeClr val="tx1"/>
                          </a:solidFill>
                          <a:latin typeface="Arial Narrow" pitchFamily="34" charset="0"/>
                        </a:defRPr>
                      </a:lvl6pPr>
                      <a:lvl7pPr eaLnBrk="0" fontAlgn="base" hangingPunct="0">
                        <a:spcBef>
                          <a:spcPct val="20000"/>
                        </a:spcBef>
                        <a:spcAft>
                          <a:spcPct val="0"/>
                        </a:spcAft>
                        <a:defRPr kumimoji="1" sz="2800">
                          <a:solidFill>
                            <a:schemeClr val="tx1"/>
                          </a:solidFill>
                          <a:latin typeface="Arial Narrow" pitchFamily="34" charset="0"/>
                        </a:defRPr>
                      </a:lvl7pPr>
                      <a:lvl8pPr eaLnBrk="0" fontAlgn="base" hangingPunct="0">
                        <a:spcBef>
                          <a:spcPct val="20000"/>
                        </a:spcBef>
                        <a:spcAft>
                          <a:spcPct val="0"/>
                        </a:spcAft>
                        <a:defRPr kumimoji="1" sz="2800">
                          <a:solidFill>
                            <a:schemeClr val="tx1"/>
                          </a:solidFill>
                          <a:latin typeface="Arial Narrow" pitchFamily="34" charset="0"/>
                        </a:defRPr>
                      </a:lvl8pPr>
                      <a:lvl9pPr eaLnBrk="0" fontAlgn="base" hangingPunct="0">
                        <a:spcBef>
                          <a:spcPct val="20000"/>
                        </a:spcBef>
                        <a:spcAft>
                          <a:spcPct val="0"/>
                        </a:spcAft>
                        <a:defRPr kumimoji="1" sz="2800">
                          <a:solidFill>
                            <a:schemeClr val="tx1"/>
                          </a:solidFill>
                          <a:latin typeface="Arial Narrow"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en-US" sz="3200" b="0" i="0" u="none" strike="noStrike" cap="none" normalizeH="0" baseline="0">
                          <a:ln>
                            <a:noFill/>
                          </a:ln>
                          <a:solidFill>
                            <a:schemeClr val="tx1"/>
                          </a:solidFill>
                          <a:effectLst/>
                          <a:latin typeface="Arial Narrow" pitchFamily="34" charset="0"/>
                        </a:rPr>
                        <a:t>1</a:t>
                      </a:r>
                    </a:p>
                  </a:txBody>
                  <a:tcPr marT="27435" marB="27435"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5050"/>
                    </a:solidFill>
                  </a:tcPr>
                </a:tc>
                <a:tc>
                  <a:txBody>
                    <a:bodyPr/>
                    <a:lstStyle>
                      <a:lvl1pPr algn="l">
                        <a:spcBef>
                          <a:spcPct val="20000"/>
                        </a:spcBef>
                        <a:defRPr kumimoji="1" sz="2800">
                          <a:solidFill>
                            <a:schemeClr val="tx1"/>
                          </a:solidFill>
                          <a:latin typeface="Arial Narrow" pitchFamily="34" charset="0"/>
                        </a:defRPr>
                      </a:lvl1pPr>
                      <a:lvl2pPr algn="l">
                        <a:spcBef>
                          <a:spcPct val="20000"/>
                        </a:spcBef>
                        <a:defRPr kumimoji="1" sz="2800">
                          <a:solidFill>
                            <a:schemeClr val="tx1"/>
                          </a:solidFill>
                          <a:latin typeface="Arial Narrow" pitchFamily="34" charset="0"/>
                        </a:defRPr>
                      </a:lvl2pPr>
                      <a:lvl3pPr algn="l">
                        <a:spcBef>
                          <a:spcPct val="20000"/>
                        </a:spcBef>
                        <a:defRPr kumimoji="1" sz="2800">
                          <a:solidFill>
                            <a:schemeClr val="tx1"/>
                          </a:solidFill>
                          <a:latin typeface="Arial Narrow" pitchFamily="34" charset="0"/>
                        </a:defRPr>
                      </a:lvl3pPr>
                      <a:lvl4pPr algn="l">
                        <a:spcBef>
                          <a:spcPct val="20000"/>
                        </a:spcBef>
                        <a:defRPr kumimoji="1" sz="2800">
                          <a:solidFill>
                            <a:schemeClr val="tx1"/>
                          </a:solidFill>
                          <a:latin typeface="Arial Narrow" pitchFamily="34" charset="0"/>
                        </a:defRPr>
                      </a:lvl4pPr>
                      <a:lvl5pPr algn="l">
                        <a:spcBef>
                          <a:spcPct val="20000"/>
                        </a:spcBef>
                        <a:defRPr kumimoji="1" sz="2800">
                          <a:solidFill>
                            <a:schemeClr val="tx1"/>
                          </a:solidFill>
                          <a:latin typeface="Arial Narrow" pitchFamily="34" charset="0"/>
                        </a:defRPr>
                      </a:lvl5pPr>
                      <a:lvl6pPr eaLnBrk="0" fontAlgn="base" hangingPunct="0">
                        <a:spcBef>
                          <a:spcPct val="20000"/>
                        </a:spcBef>
                        <a:spcAft>
                          <a:spcPct val="0"/>
                        </a:spcAft>
                        <a:defRPr kumimoji="1" sz="2800">
                          <a:solidFill>
                            <a:schemeClr val="tx1"/>
                          </a:solidFill>
                          <a:latin typeface="Arial Narrow" pitchFamily="34" charset="0"/>
                        </a:defRPr>
                      </a:lvl6pPr>
                      <a:lvl7pPr eaLnBrk="0" fontAlgn="base" hangingPunct="0">
                        <a:spcBef>
                          <a:spcPct val="20000"/>
                        </a:spcBef>
                        <a:spcAft>
                          <a:spcPct val="0"/>
                        </a:spcAft>
                        <a:defRPr kumimoji="1" sz="2800">
                          <a:solidFill>
                            <a:schemeClr val="tx1"/>
                          </a:solidFill>
                          <a:latin typeface="Arial Narrow" pitchFamily="34" charset="0"/>
                        </a:defRPr>
                      </a:lvl7pPr>
                      <a:lvl8pPr eaLnBrk="0" fontAlgn="base" hangingPunct="0">
                        <a:spcBef>
                          <a:spcPct val="20000"/>
                        </a:spcBef>
                        <a:spcAft>
                          <a:spcPct val="0"/>
                        </a:spcAft>
                        <a:defRPr kumimoji="1" sz="2800">
                          <a:solidFill>
                            <a:schemeClr val="tx1"/>
                          </a:solidFill>
                          <a:latin typeface="Arial Narrow" pitchFamily="34" charset="0"/>
                        </a:defRPr>
                      </a:lvl8pPr>
                      <a:lvl9pPr eaLnBrk="0" fontAlgn="base" hangingPunct="0">
                        <a:spcBef>
                          <a:spcPct val="20000"/>
                        </a:spcBef>
                        <a:spcAft>
                          <a:spcPct val="0"/>
                        </a:spcAft>
                        <a:defRPr kumimoji="1" sz="2800">
                          <a:solidFill>
                            <a:schemeClr val="tx1"/>
                          </a:solidFill>
                          <a:latin typeface="Arial Narrow"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en-US" sz="3200" b="0" i="0" u="none" strike="noStrike" cap="none" normalizeH="0" baseline="0">
                          <a:ln>
                            <a:noFill/>
                          </a:ln>
                          <a:solidFill>
                            <a:schemeClr val="tx1"/>
                          </a:solidFill>
                          <a:effectLst/>
                          <a:latin typeface="Arial Narrow" pitchFamily="34" charset="0"/>
                        </a:rPr>
                        <a:t>0</a:t>
                      </a:r>
                    </a:p>
                  </a:txBody>
                  <a:tcPr marT="27435" marB="27435"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5050"/>
                    </a:solidFill>
                  </a:tcPr>
                </a:tc>
                <a:extLst>
                  <a:ext uri="{0D108BD9-81ED-4DB2-BD59-A6C34878D82A}">
                    <a16:rowId xmlns:a16="http://schemas.microsoft.com/office/drawing/2014/main" val="10003"/>
                  </a:ext>
                </a:extLst>
              </a:tr>
              <a:tr h="542607">
                <a:tc>
                  <a:txBody>
                    <a:bodyPr/>
                    <a:lstStyle>
                      <a:lvl1pPr algn="l">
                        <a:spcBef>
                          <a:spcPct val="20000"/>
                        </a:spcBef>
                        <a:defRPr kumimoji="1" sz="2800">
                          <a:solidFill>
                            <a:schemeClr val="tx1"/>
                          </a:solidFill>
                          <a:latin typeface="Arial Narrow" pitchFamily="34" charset="0"/>
                        </a:defRPr>
                      </a:lvl1pPr>
                      <a:lvl2pPr algn="l">
                        <a:spcBef>
                          <a:spcPct val="20000"/>
                        </a:spcBef>
                        <a:defRPr kumimoji="1" sz="2800">
                          <a:solidFill>
                            <a:schemeClr val="tx1"/>
                          </a:solidFill>
                          <a:latin typeface="Arial Narrow" pitchFamily="34" charset="0"/>
                        </a:defRPr>
                      </a:lvl2pPr>
                      <a:lvl3pPr algn="l">
                        <a:spcBef>
                          <a:spcPct val="20000"/>
                        </a:spcBef>
                        <a:defRPr kumimoji="1" sz="2800">
                          <a:solidFill>
                            <a:schemeClr val="tx1"/>
                          </a:solidFill>
                          <a:latin typeface="Arial Narrow" pitchFamily="34" charset="0"/>
                        </a:defRPr>
                      </a:lvl3pPr>
                      <a:lvl4pPr algn="l">
                        <a:spcBef>
                          <a:spcPct val="20000"/>
                        </a:spcBef>
                        <a:defRPr kumimoji="1" sz="2800">
                          <a:solidFill>
                            <a:schemeClr val="tx1"/>
                          </a:solidFill>
                          <a:latin typeface="Arial Narrow" pitchFamily="34" charset="0"/>
                        </a:defRPr>
                      </a:lvl4pPr>
                      <a:lvl5pPr algn="l">
                        <a:spcBef>
                          <a:spcPct val="20000"/>
                        </a:spcBef>
                        <a:defRPr kumimoji="1" sz="2800">
                          <a:solidFill>
                            <a:schemeClr val="tx1"/>
                          </a:solidFill>
                          <a:latin typeface="Arial Narrow" pitchFamily="34" charset="0"/>
                        </a:defRPr>
                      </a:lvl5pPr>
                      <a:lvl6pPr eaLnBrk="0" fontAlgn="base" hangingPunct="0">
                        <a:spcBef>
                          <a:spcPct val="20000"/>
                        </a:spcBef>
                        <a:spcAft>
                          <a:spcPct val="0"/>
                        </a:spcAft>
                        <a:defRPr kumimoji="1" sz="2800">
                          <a:solidFill>
                            <a:schemeClr val="tx1"/>
                          </a:solidFill>
                          <a:latin typeface="Arial Narrow" pitchFamily="34" charset="0"/>
                        </a:defRPr>
                      </a:lvl6pPr>
                      <a:lvl7pPr eaLnBrk="0" fontAlgn="base" hangingPunct="0">
                        <a:spcBef>
                          <a:spcPct val="20000"/>
                        </a:spcBef>
                        <a:spcAft>
                          <a:spcPct val="0"/>
                        </a:spcAft>
                        <a:defRPr kumimoji="1" sz="2800">
                          <a:solidFill>
                            <a:schemeClr val="tx1"/>
                          </a:solidFill>
                          <a:latin typeface="Arial Narrow" pitchFamily="34" charset="0"/>
                        </a:defRPr>
                      </a:lvl7pPr>
                      <a:lvl8pPr eaLnBrk="0" fontAlgn="base" hangingPunct="0">
                        <a:spcBef>
                          <a:spcPct val="20000"/>
                        </a:spcBef>
                        <a:spcAft>
                          <a:spcPct val="0"/>
                        </a:spcAft>
                        <a:defRPr kumimoji="1" sz="2800">
                          <a:solidFill>
                            <a:schemeClr val="tx1"/>
                          </a:solidFill>
                          <a:latin typeface="Arial Narrow" pitchFamily="34" charset="0"/>
                        </a:defRPr>
                      </a:lvl8pPr>
                      <a:lvl9pPr eaLnBrk="0" fontAlgn="base" hangingPunct="0">
                        <a:spcBef>
                          <a:spcPct val="20000"/>
                        </a:spcBef>
                        <a:spcAft>
                          <a:spcPct val="0"/>
                        </a:spcAft>
                        <a:defRPr kumimoji="1" sz="2800">
                          <a:solidFill>
                            <a:schemeClr val="tx1"/>
                          </a:solidFill>
                          <a:latin typeface="Arial Narrow"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en-US" sz="3200" b="0" i="0" u="none" strike="noStrike" cap="none" normalizeH="0" baseline="0">
                          <a:ln>
                            <a:noFill/>
                          </a:ln>
                          <a:solidFill>
                            <a:schemeClr val="tx1"/>
                          </a:solidFill>
                          <a:effectLst/>
                          <a:latin typeface="Arial Narrow" pitchFamily="34" charset="0"/>
                        </a:rPr>
                        <a:t>1</a:t>
                      </a:r>
                    </a:p>
                  </a:txBody>
                  <a:tcPr marT="27435" marB="27435"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5050"/>
                    </a:solidFill>
                  </a:tcPr>
                </a:tc>
                <a:tc>
                  <a:txBody>
                    <a:bodyPr/>
                    <a:lstStyle>
                      <a:lvl1pPr algn="l">
                        <a:spcBef>
                          <a:spcPct val="20000"/>
                        </a:spcBef>
                        <a:defRPr kumimoji="1" sz="2800">
                          <a:solidFill>
                            <a:schemeClr val="tx1"/>
                          </a:solidFill>
                          <a:latin typeface="Arial Narrow" pitchFamily="34" charset="0"/>
                        </a:defRPr>
                      </a:lvl1pPr>
                      <a:lvl2pPr algn="l">
                        <a:spcBef>
                          <a:spcPct val="20000"/>
                        </a:spcBef>
                        <a:defRPr kumimoji="1" sz="2800">
                          <a:solidFill>
                            <a:schemeClr val="tx1"/>
                          </a:solidFill>
                          <a:latin typeface="Arial Narrow" pitchFamily="34" charset="0"/>
                        </a:defRPr>
                      </a:lvl2pPr>
                      <a:lvl3pPr algn="l">
                        <a:spcBef>
                          <a:spcPct val="20000"/>
                        </a:spcBef>
                        <a:defRPr kumimoji="1" sz="2800">
                          <a:solidFill>
                            <a:schemeClr val="tx1"/>
                          </a:solidFill>
                          <a:latin typeface="Arial Narrow" pitchFamily="34" charset="0"/>
                        </a:defRPr>
                      </a:lvl3pPr>
                      <a:lvl4pPr algn="l">
                        <a:spcBef>
                          <a:spcPct val="20000"/>
                        </a:spcBef>
                        <a:defRPr kumimoji="1" sz="2800">
                          <a:solidFill>
                            <a:schemeClr val="tx1"/>
                          </a:solidFill>
                          <a:latin typeface="Arial Narrow" pitchFamily="34" charset="0"/>
                        </a:defRPr>
                      </a:lvl4pPr>
                      <a:lvl5pPr algn="l">
                        <a:spcBef>
                          <a:spcPct val="20000"/>
                        </a:spcBef>
                        <a:defRPr kumimoji="1" sz="2800">
                          <a:solidFill>
                            <a:schemeClr val="tx1"/>
                          </a:solidFill>
                          <a:latin typeface="Arial Narrow" pitchFamily="34" charset="0"/>
                        </a:defRPr>
                      </a:lvl5pPr>
                      <a:lvl6pPr eaLnBrk="0" fontAlgn="base" hangingPunct="0">
                        <a:spcBef>
                          <a:spcPct val="20000"/>
                        </a:spcBef>
                        <a:spcAft>
                          <a:spcPct val="0"/>
                        </a:spcAft>
                        <a:defRPr kumimoji="1" sz="2800">
                          <a:solidFill>
                            <a:schemeClr val="tx1"/>
                          </a:solidFill>
                          <a:latin typeface="Arial Narrow" pitchFamily="34" charset="0"/>
                        </a:defRPr>
                      </a:lvl6pPr>
                      <a:lvl7pPr eaLnBrk="0" fontAlgn="base" hangingPunct="0">
                        <a:spcBef>
                          <a:spcPct val="20000"/>
                        </a:spcBef>
                        <a:spcAft>
                          <a:spcPct val="0"/>
                        </a:spcAft>
                        <a:defRPr kumimoji="1" sz="2800">
                          <a:solidFill>
                            <a:schemeClr val="tx1"/>
                          </a:solidFill>
                          <a:latin typeface="Arial Narrow" pitchFamily="34" charset="0"/>
                        </a:defRPr>
                      </a:lvl7pPr>
                      <a:lvl8pPr eaLnBrk="0" fontAlgn="base" hangingPunct="0">
                        <a:spcBef>
                          <a:spcPct val="20000"/>
                        </a:spcBef>
                        <a:spcAft>
                          <a:spcPct val="0"/>
                        </a:spcAft>
                        <a:defRPr kumimoji="1" sz="2800">
                          <a:solidFill>
                            <a:schemeClr val="tx1"/>
                          </a:solidFill>
                          <a:latin typeface="Arial Narrow" pitchFamily="34" charset="0"/>
                        </a:defRPr>
                      </a:lvl8pPr>
                      <a:lvl9pPr eaLnBrk="0" fontAlgn="base" hangingPunct="0">
                        <a:spcBef>
                          <a:spcPct val="20000"/>
                        </a:spcBef>
                        <a:spcAft>
                          <a:spcPct val="0"/>
                        </a:spcAft>
                        <a:defRPr kumimoji="1" sz="2800">
                          <a:solidFill>
                            <a:schemeClr val="tx1"/>
                          </a:solidFill>
                          <a:latin typeface="Arial Narrow"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en-US" sz="3200" b="0" i="0" u="none" strike="noStrike" cap="none" normalizeH="0" baseline="0" dirty="0">
                          <a:ln>
                            <a:noFill/>
                          </a:ln>
                          <a:solidFill>
                            <a:schemeClr val="tx1"/>
                          </a:solidFill>
                          <a:effectLst/>
                          <a:latin typeface="Arial Narrow" pitchFamily="34" charset="0"/>
                        </a:rPr>
                        <a:t>1</a:t>
                      </a:r>
                    </a:p>
                  </a:txBody>
                  <a:tcPr marT="27435" marB="27435"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5050"/>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09595581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1B26BC6F-3847-9561-4876-619102F46CE9}"/>
              </a:ext>
            </a:extLst>
          </p:cNvPr>
          <p:cNvSpPr>
            <a:spLocks noGrp="1" noChangeArrowheads="1"/>
          </p:cNvSpPr>
          <p:nvPr>
            <p:ph type="title"/>
          </p:nvPr>
        </p:nvSpPr>
        <p:spPr/>
        <p:txBody>
          <a:bodyPr/>
          <a:lstStyle/>
          <a:p>
            <a:r>
              <a:rPr lang="en-US" altLang="en-US" dirty="0">
                <a:solidFill>
                  <a:srgbClr val="C00000"/>
                </a:solidFill>
              </a:rPr>
              <a:t>How RAID level 3 works (I)</a:t>
            </a:r>
          </a:p>
        </p:txBody>
      </p:sp>
      <p:sp>
        <p:nvSpPr>
          <p:cNvPr id="15363" name="Rectangle 3">
            <a:extLst>
              <a:ext uri="{FF2B5EF4-FFF2-40B4-BE49-F238E27FC236}">
                <a16:creationId xmlns:a16="http://schemas.microsoft.com/office/drawing/2014/main" id="{8D117D18-B92F-6005-AF32-C5F76E5361DB}"/>
              </a:ext>
            </a:extLst>
          </p:cNvPr>
          <p:cNvSpPr>
            <a:spLocks noGrp="1" noChangeArrowheads="1"/>
          </p:cNvSpPr>
          <p:nvPr>
            <p:ph type="body" idx="1"/>
          </p:nvPr>
        </p:nvSpPr>
        <p:spPr>
          <a:xfrm>
            <a:off x="685800" y="1981200"/>
            <a:ext cx="7772400" cy="1144588"/>
          </a:xfrm>
        </p:spPr>
        <p:txBody>
          <a:bodyPr/>
          <a:lstStyle/>
          <a:p>
            <a:r>
              <a:rPr lang="en-US" altLang="en-US"/>
              <a:t>Assume we  have </a:t>
            </a:r>
            <a:r>
              <a:rPr lang="en-US" altLang="en-US" i="1"/>
              <a:t>N </a:t>
            </a:r>
            <a:r>
              <a:rPr lang="en-US" altLang="en-US"/>
              <a:t>+ 1 disks</a:t>
            </a:r>
          </a:p>
          <a:p>
            <a:r>
              <a:rPr lang="en-US" altLang="en-US"/>
              <a:t>Each block is partitioned into </a:t>
            </a:r>
            <a:r>
              <a:rPr lang="en-US" altLang="en-US" i="1"/>
              <a:t>N</a:t>
            </a:r>
            <a:r>
              <a:rPr lang="en-US" altLang="en-US"/>
              <a:t> equal chunks</a:t>
            </a:r>
          </a:p>
        </p:txBody>
      </p:sp>
      <p:grpSp>
        <p:nvGrpSpPr>
          <p:cNvPr id="15364" name="Group 16">
            <a:extLst>
              <a:ext uri="{FF2B5EF4-FFF2-40B4-BE49-F238E27FC236}">
                <a16:creationId xmlns:a16="http://schemas.microsoft.com/office/drawing/2014/main" id="{5E3F3DF4-3923-1E45-8B29-D531A91435AD}"/>
              </a:ext>
            </a:extLst>
          </p:cNvPr>
          <p:cNvGrpSpPr>
            <a:grpSpLocks/>
          </p:cNvGrpSpPr>
          <p:nvPr/>
        </p:nvGrpSpPr>
        <p:grpSpPr bwMode="auto">
          <a:xfrm>
            <a:off x="1231900" y="4187825"/>
            <a:ext cx="4237038" cy="1641475"/>
            <a:chOff x="1446" y="2427"/>
            <a:chExt cx="2669" cy="1034"/>
          </a:xfrm>
        </p:grpSpPr>
        <p:sp>
          <p:nvSpPr>
            <p:cNvPr id="15366" name="Rectangle 4">
              <a:extLst>
                <a:ext uri="{FF2B5EF4-FFF2-40B4-BE49-F238E27FC236}">
                  <a16:creationId xmlns:a16="http://schemas.microsoft.com/office/drawing/2014/main" id="{A6F7F18A-CE0C-D8C0-1D28-597DEFC02848}"/>
                </a:ext>
              </a:extLst>
            </p:cNvPr>
            <p:cNvSpPr>
              <a:spLocks noChangeArrowheads="1"/>
            </p:cNvSpPr>
            <p:nvPr/>
          </p:nvSpPr>
          <p:spPr bwMode="auto">
            <a:xfrm>
              <a:off x="1733" y="2427"/>
              <a:ext cx="2073" cy="345"/>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r>
                <a:rPr lang="en-US" altLang="en-US"/>
                <a:t>Block</a:t>
              </a:r>
            </a:p>
          </p:txBody>
        </p:sp>
        <p:grpSp>
          <p:nvGrpSpPr>
            <p:cNvPr id="15367" name="Group 15">
              <a:extLst>
                <a:ext uri="{FF2B5EF4-FFF2-40B4-BE49-F238E27FC236}">
                  <a16:creationId xmlns:a16="http://schemas.microsoft.com/office/drawing/2014/main" id="{4F0AB2AA-6B15-BCDE-305E-9779049F8A06}"/>
                </a:ext>
              </a:extLst>
            </p:cNvPr>
            <p:cNvGrpSpPr>
              <a:grpSpLocks/>
            </p:cNvGrpSpPr>
            <p:nvPr/>
          </p:nvGrpSpPr>
          <p:grpSpPr bwMode="auto">
            <a:xfrm>
              <a:off x="1446" y="3116"/>
              <a:ext cx="2669" cy="345"/>
              <a:chOff x="1446" y="2676"/>
              <a:chExt cx="2669" cy="345"/>
            </a:xfrm>
          </p:grpSpPr>
          <p:sp>
            <p:nvSpPr>
              <p:cNvPr id="15372" name="Rectangle 6">
                <a:extLst>
                  <a:ext uri="{FF2B5EF4-FFF2-40B4-BE49-F238E27FC236}">
                    <a16:creationId xmlns:a16="http://schemas.microsoft.com/office/drawing/2014/main" id="{400D33EF-1A6E-A680-2109-AEB35A3975E7}"/>
                  </a:ext>
                </a:extLst>
              </p:cNvPr>
              <p:cNvSpPr>
                <a:spLocks noChangeArrowheads="1"/>
              </p:cNvSpPr>
              <p:nvPr/>
            </p:nvSpPr>
            <p:spPr bwMode="auto">
              <a:xfrm>
                <a:off x="1446" y="2676"/>
                <a:ext cx="518" cy="345"/>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r>
                  <a:rPr lang="en-US" altLang="en-US" sz="2400"/>
                  <a:t>Chunk</a:t>
                </a:r>
              </a:p>
            </p:txBody>
          </p:sp>
          <p:sp>
            <p:nvSpPr>
              <p:cNvPr id="15373" name="Rectangle 7">
                <a:extLst>
                  <a:ext uri="{FF2B5EF4-FFF2-40B4-BE49-F238E27FC236}">
                    <a16:creationId xmlns:a16="http://schemas.microsoft.com/office/drawing/2014/main" id="{5B7E6A2F-5B01-896F-0552-CA16525EABF6}"/>
                  </a:ext>
                </a:extLst>
              </p:cNvPr>
              <p:cNvSpPr>
                <a:spLocks noChangeArrowheads="1"/>
              </p:cNvSpPr>
              <p:nvPr/>
            </p:nvSpPr>
            <p:spPr bwMode="auto">
              <a:xfrm>
                <a:off x="2163" y="2676"/>
                <a:ext cx="518" cy="345"/>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r>
                  <a:rPr lang="en-US" altLang="en-US" sz="2400"/>
                  <a:t>Chunk</a:t>
                </a:r>
              </a:p>
            </p:txBody>
          </p:sp>
          <p:sp>
            <p:nvSpPr>
              <p:cNvPr id="15374" name="Rectangle 8">
                <a:extLst>
                  <a:ext uri="{FF2B5EF4-FFF2-40B4-BE49-F238E27FC236}">
                    <a16:creationId xmlns:a16="http://schemas.microsoft.com/office/drawing/2014/main" id="{8DB1AA47-572F-9B43-3CEB-9D49EDBD2E36}"/>
                  </a:ext>
                </a:extLst>
              </p:cNvPr>
              <p:cNvSpPr>
                <a:spLocks noChangeArrowheads="1"/>
              </p:cNvSpPr>
              <p:nvPr/>
            </p:nvSpPr>
            <p:spPr bwMode="auto">
              <a:xfrm>
                <a:off x="2880" y="2676"/>
                <a:ext cx="518" cy="345"/>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r>
                  <a:rPr lang="en-US" altLang="en-US" sz="2400"/>
                  <a:t>Chunk</a:t>
                </a:r>
                <a:endParaRPr lang="en-US" altLang="en-US" sz="2400">
                  <a:latin typeface="Times New Roman" panose="02020603050405020304" pitchFamily="18" charset="0"/>
                </a:endParaRPr>
              </a:p>
            </p:txBody>
          </p:sp>
          <p:sp>
            <p:nvSpPr>
              <p:cNvPr id="15375" name="Rectangle 9">
                <a:extLst>
                  <a:ext uri="{FF2B5EF4-FFF2-40B4-BE49-F238E27FC236}">
                    <a16:creationId xmlns:a16="http://schemas.microsoft.com/office/drawing/2014/main" id="{CFFC05D5-1F48-9971-3242-E026023A6596}"/>
                  </a:ext>
                </a:extLst>
              </p:cNvPr>
              <p:cNvSpPr>
                <a:spLocks noChangeArrowheads="1"/>
              </p:cNvSpPr>
              <p:nvPr/>
            </p:nvSpPr>
            <p:spPr bwMode="auto">
              <a:xfrm>
                <a:off x="3597" y="2676"/>
                <a:ext cx="518" cy="345"/>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r>
                  <a:rPr lang="en-US" altLang="en-US" sz="2400"/>
                  <a:t>Chunk</a:t>
                </a:r>
              </a:p>
            </p:txBody>
          </p:sp>
        </p:grpSp>
        <p:sp>
          <p:nvSpPr>
            <p:cNvPr id="15368" name="Line 11">
              <a:extLst>
                <a:ext uri="{FF2B5EF4-FFF2-40B4-BE49-F238E27FC236}">
                  <a16:creationId xmlns:a16="http://schemas.microsoft.com/office/drawing/2014/main" id="{E1A328BB-B1C8-D7E5-A58D-31D5161C7D9F}"/>
                </a:ext>
              </a:extLst>
            </p:cNvPr>
            <p:cNvSpPr>
              <a:spLocks noChangeShapeType="1"/>
            </p:cNvSpPr>
            <p:nvPr/>
          </p:nvSpPr>
          <p:spPr bwMode="auto">
            <a:xfrm flipH="1">
              <a:off x="1780" y="2826"/>
              <a:ext cx="144" cy="191"/>
            </a:xfrm>
            <a:prstGeom prst="line">
              <a:avLst/>
            </a:prstGeom>
            <a:noFill/>
            <a:ln w="57150" cap="sq">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5369" name="Line 12">
              <a:extLst>
                <a:ext uri="{FF2B5EF4-FFF2-40B4-BE49-F238E27FC236}">
                  <a16:creationId xmlns:a16="http://schemas.microsoft.com/office/drawing/2014/main" id="{285B656D-23B2-6855-F507-F0199A50B37D}"/>
                </a:ext>
              </a:extLst>
            </p:cNvPr>
            <p:cNvSpPr>
              <a:spLocks noChangeShapeType="1"/>
            </p:cNvSpPr>
            <p:nvPr/>
          </p:nvSpPr>
          <p:spPr bwMode="auto">
            <a:xfrm>
              <a:off x="2450" y="2843"/>
              <a:ext cx="0" cy="191"/>
            </a:xfrm>
            <a:prstGeom prst="line">
              <a:avLst/>
            </a:prstGeom>
            <a:noFill/>
            <a:ln w="57150" cap="sq">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5370" name="Line 13">
              <a:extLst>
                <a:ext uri="{FF2B5EF4-FFF2-40B4-BE49-F238E27FC236}">
                  <a16:creationId xmlns:a16="http://schemas.microsoft.com/office/drawing/2014/main" id="{73E3FA0E-C761-3885-76CF-FAF808179D0C}"/>
                </a:ext>
              </a:extLst>
            </p:cNvPr>
            <p:cNvSpPr>
              <a:spLocks noChangeShapeType="1"/>
            </p:cNvSpPr>
            <p:nvPr/>
          </p:nvSpPr>
          <p:spPr bwMode="auto">
            <a:xfrm>
              <a:off x="3119" y="2860"/>
              <a:ext cx="0" cy="191"/>
            </a:xfrm>
            <a:prstGeom prst="line">
              <a:avLst/>
            </a:prstGeom>
            <a:noFill/>
            <a:ln w="57150" cap="sq">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5371" name="Line 14">
              <a:extLst>
                <a:ext uri="{FF2B5EF4-FFF2-40B4-BE49-F238E27FC236}">
                  <a16:creationId xmlns:a16="http://schemas.microsoft.com/office/drawing/2014/main" id="{C1F1A773-E8A8-FD37-08F1-4E195FF45834}"/>
                </a:ext>
              </a:extLst>
            </p:cNvPr>
            <p:cNvSpPr>
              <a:spLocks noChangeShapeType="1"/>
            </p:cNvSpPr>
            <p:nvPr/>
          </p:nvSpPr>
          <p:spPr bwMode="auto">
            <a:xfrm flipH="1" flipV="1">
              <a:off x="3645" y="2877"/>
              <a:ext cx="144" cy="191"/>
            </a:xfrm>
            <a:prstGeom prst="line">
              <a:avLst/>
            </a:prstGeom>
            <a:noFill/>
            <a:ln w="57150" cap="sq">
              <a:solidFill>
                <a:srgbClr val="FF0000"/>
              </a:solidFill>
              <a:round/>
              <a:headEnd type="triangl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15365" name="Text Box 18">
            <a:extLst>
              <a:ext uri="{FF2B5EF4-FFF2-40B4-BE49-F238E27FC236}">
                <a16:creationId xmlns:a16="http://schemas.microsoft.com/office/drawing/2014/main" id="{7453D8CD-24C0-B967-1990-8AB9A7FB3231}"/>
              </a:ext>
            </a:extLst>
          </p:cNvPr>
          <p:cNvSpPr txBox="1">
            <a:spLocks noChangeArrowheads="1"/>
          </p:cNvSpPr>
          <p:nvPr/>
        </p:nvSpPr>
        <p:spPr bwMode="auto">
          <a:xfrm>
            <a:off x="6529388" y="4656138"/>
            <a:ext cx="1446212"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pPr algn="l"/>
            <a:r>
              <a:rPr lang="en-US" altLang="en-US" i="1"/>
              <a:t>N</a:t>
            </a:r>
            <a:r>
              <a:rPr lang="en-US" altLang="en-US"/>
              <a:t> = 4 in</a:t>
            </a:r>
          </a:p>
          <a:p>
            <a:pPr algn="l"/>
            <a:r>
              <a:rPr lang="en-US" altLang="en-US"/>
              <a:t>example</a:t>
            </a:r>
          </a:p>
        </p:txBody>
      </p:sp>
    </p:spTree>
    <p:extLst>
      <p:ext uri="{BB962C8B-B14F-4D97-AF65-F5344CB8AC3E}">
        <p14:creationId xmlns:p14="http://schemas.microsoft.com/office/powerpoint/2010/main" val="394266960"/>
      </p:ext>
    </p:extLst>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4AFCB6A8-2F72-78EC-ACC6-9CD54BB9749B}"/>
              </a:ext>
            </a:extLst>
          </p:cNvPr>
          <p:cNvSpPr>
            <a:spLocks noGrp="1" noChangeArrowheads="1"/>
          </p:cNvSpPr>
          <p:nvPr>
            <p:ph type="title"/>
          </p:nvPr>
        </p:nvSpPr>
        <p:spPr/>
        <p:txBody>
          <a:bodyPr/>
          <a:lstStyle/>
          <a:p>
            <a:r>
              <a:rPr lang="en-US" altLang="en-US" dirty="0">
                <a:solidFill>
                  <a:srgbClr val="C00000"/>
                </a:solidFill>
              </a:rPr>
              <a:t>How RAID level 3 works (II)</a:t>
            </a:r>
          </a:p>
        </p:txBody>
      </p:sp>
      <p:sp>
        <p:nvSpPr>
          <p:cNvPr id="16387" name="Rectangle 3">
            <a:extLst>
              <a:ext uri="{FF2B5EF4-FFF2-40B4-BE49-F238E27FC236}">
                <a16:creationId xmlns:a16="http://schemas.microsoft.com/office/drawing/2014/main" id="{C9B8B960-C368-41E5-0510-AC3C606A4627}"/>
              </a:ext>
            </a:extLst>
          </p:cNvPr>
          <p:cNvSpPr>
            <a:spLocks noGrp="1" noChangeArrowheads="1"/>
          </p:cNvSpPr>
          <p:nvPr>
            <p:ph type="body" idx="1"/>
          </p:nvPr>
        </p:nvSpPr>
        <p:spPr>
          <a:xfrm>
            <a:off x="701675" y="1987550"/>
            <a:ext cx="7772400" cy="530225"/>
          </a:xfrm>
        </p:spPr>
        <p:txBody>
          <a:bodyPr/>
          <a:lstStyle/>
          <a:p>
            <a:r>
              <a:rPr lang="en-US" altLang="en-US"/>
              <a:t>XOR data chunks to compute the parity chunk </a:t>
            </a:r>
          </a:p>
        </p:txBody>
      </p:sp>
      <p:grpSp>
        <p:nvGrpSpPr>
          <p:cNvPr id="16388" name="Group 99">
            <a:extLst>
              <a:ext uri="{FF2B5EF4-FFF2-40B4-BE49-F238E27FC236}">
                <a16:creationId xmlns:a16="http://schemas.microsoft.com/office/drawing/2014/main" id="{333E1CB7-93A1-6999-750C-2F0E31BD9A88}"/>
              </a:ext>
            </a:extLst>
          </p:cNvPr>
          <p:cNvGrpSpPr>
            <a:grpSpLocks/>
          </p:cNvGrpSpPr>
          <p:nvPr/>
        </p:nvGrpSpPr>
        <p:grpSpPr bwMode="auto">
          <a:xfrm>
            <a:off x="1231900" y="2773363"/>
            <a:ext cx="6845300" cy="579437"/>
            <a:chOff x="776" y="1747"/>
            <a:chExt cx="4152" cy="365"/>
          </a:xfrm>
        </p:grpSpPr>
        <p:sp>
          <p:nvSpPr>
            <p:cNvPr id="16431" name="Rectangle 6">
              <a:extLst>
                <a:ext uri="{FF2B5EF4-FFF2-40B4-BE49-F238E27FC236}">
                  <a16:creationId xmlns:a16="http://schemas.microsoft.com/office/drawing/2014/main" id="{4CF06142-0EC6-C977-F96B-50300DAA7D7D}"/>
                </a:ext>
              </a:extLst>
            </p:cNvPr>
            <p:cNvSpPr>
              <a:spLocks noChangeArrowheads="1"/>
            </p:cNvSpPr>
            <p:nvPr/>
          </p:nvSpPr>
          <p:spPr bwMode="auto">
            <a:xfrm>
              <a:off x="776" y="1767"/>
              <a:ext cx="518" cy="345"/>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6432" name="Rectangle 7">
              <a:extLst>
                <a:ext uri="{FF2B5EF4-FFF2-40B4-BE49-F238E27FC236}">
                  <a16:creationId xmlns:a16="http://schemas.microsoft.com/office/drawing/2014/main" id="{19C814E6-7E3B-D98C-8997-FD0575308071}"/>
                </a:ext>
              </a:extLst>
            </p:cNvPr>
            <p:cNvSpPr>
              <a:spLocks noChangeArrowheads="1"/>
            </p:cNvSpPr>
            <p:nvPr/>
          </p:nvSpPr>
          <p:spPr bwMode="auto">
            <a:xfrm>
              <a:off x="1685" y="1767"/>
              <a:ext cx="518" cy="345"/>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6433" name="Rectangle 8">
              <a:extLst>
                <a:ext uri="{FF2B5EF4-FFF2-40B4-BE49-F238E27FC236}">
                  <a16:creationId xmlns:a16="http://schemas.microsoft.com/office/drawing/2014/main" id="{B1D211C4-0BCB-56A4-2B71-8FECCB88B3C3}"/>
                </a:ext>
              </a:extLst>
            </p:cNvPr>
            <p:cNvSpPr>
              <a:spLocks noChangeArrowheads="1"/>
            </p:cNvSpPr>
            <p:nvPr/>
          </p:nvSpPr>
          <p:spPr bwMode="auto">
            <a:xfrm>
              <a:off x="2593" y="1767"/>
              <a:ext cx="518" cy="345"/>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6434" name="Rectangle 9">
              <a:extLst>
                <a:ext uri="{FF2B5EF4-FFF2-40B4-BE49-F238E27FC236}">
                  <a16:creationId xmlns:a16="http://schemas.microsoft.com/office/drawing/2014/main" id="{DDD85416-8AD3-1979-4A83-99BFEDC267A9}"/>
                </a:ext>
              </a:extLst>
            </p:cNvPr>
            <p:cNvSpPr>
              <a:spLocks noChangeArrowheads="1"/>
            </p:cNvSpPr>
            <p:nvPr/>
          </p:nvSpPr>
          <p:spPr bwMode="auto">
            <a:xfrm>
              <a:off x="3501" y="1767"/>
              <a:ext cx="518" cy="345"/>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6435" name="Text Box 14">
              <a:extLst>
                <a:ext uri="{FF2B5EF4-FFF2-40B4-BE49-F238E27FC236}">
                  <a16:creationId xmlns:a16="http://schemas.microsoft.com/office/drawing/2014/main" id="{EB956E8C-D74E-3E47-3E3F-F4688C14F418}"/>
                </a:ext>
              </a:extLst>
            </p:cNvPr>
            <p:cNvSpPr txBox="1">
              <a:spLocks noChangeArrowheads="1"/>
            </p:cNvSpPr>
            <p:nvPr/>
          </p:nvSpPr>
          <p:spPr bwMode="auto">
            <a:xfrm>
              <a:off x="1302" y="1747"/>
              <a:ext cx="38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r>
                <a:rPr lang="en-US" altLang="en-US" b="1">
                  <a:latin typeface="Times New Roman" panose="02020603050405020304" pitchFamily="18" charset="0"/>
                  <a:sym typeface="Symbol" panose="05050102010706020507" pitchFamily="18" charset="2"/>
                </a:rPr>
                <a:t></a:t>
              </a:r>
            </a:p>
          </p:txBody>
        </p:sp>
        <p:sp>
          <p:nvSpPr>
            <p:cNvPr id="16436" name="Text Box 15">
              <a:extLst>
                <a:ext uri="{FF2B5EF4-FFF2-40B4-BE49-F238E27FC236}">
                  <a16:creationId xmlns:a16="http://schemas.microsoft.com/office/drawing/2014/main" id="{FEC363A1-BA37-CAFF-A8EC-C74F9426067D}"/>
                </a:ext>
              </a:extLst>
            </p:cNvPr>
            <p:cNvSpPr txBox="1">
              <a:spLocks noChangeArrowheads="1"/>
            </p:cNvSpPr>
            <p:nvPr/>
          </p:nvSpPr>
          <p:spPr bwMode="auto">
            <a:xfrm>
              <a:off x="2210" y="1747"/>
              <a:ext cx="335"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r>
                <a:rPr lang="en-US" altLang="en-US" b="1">
                  <a:latin typeface="Times New Roman" panose="02020603050405020304" pitchFamily="18" charset="0"/>
                  <a:sym typeface="Symbol" panose="05050102010706020507" pitchFamily="18" charset="2"/>
                </a:rPr>
                <a:t></a:t>
              </a:r>
            </a:p>
          </p:txBody>
        </p:sp>
        <p:sp>
          <p:nvSpPr>
            <p:cNvPr id="16437" name="Text Box 16">
              <a:extLst>
                <a:ext uri="{FF2B5EF4-FFF2-40B4-BE49-F238E27FC236}">
                  <a16:creationId xmlns:a16="http://schemas.microsoft.com/office/drawing/2014/main" id="{4F097509-F534-B834-C140-5BFD5A072093}"/>
                </a:ext>
              </a:extLst>
            </p:cNvPr>
            <p:cNvSpPr txBox="1">
              <a:spLocks noChangeArrowheads="1"/>
            </p:cNvSpPr>
            <p:nvPr/>
          </p:nvSpPr>
          <p:spPr bwMode="auto">
            <a:xfrm>
              <a:off x="3118" y="1747"/>
              <a:ext cx="38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r>
                <a:rPr lang="en-US" altLang="en-US" b="1">
                  <a:latin typeface="Times New Roman" panose="02020603050405020304" pitchFamily="18" charset="0"/>
                  <a:sym typeface="Symbol" panose="05050102010706020507" pitchFamily="18" charset="2"/>
                </a:rPr>
                <a:t></a:t>
              </a:r>
            </a:p>
          </p:txBody>
        </p:sp>
        <p:sp>
          <p:nvSpPr>
            <p:cNvPr id="16438" name="Rectangle 17">
              <a:extLst>
                <a:ext uri="{FF2B5EF4-FFF2-40B4-BE49-F238E27FC236}">
                  <a16:creationId xmlns:a16="http://schemas.microsoft.com/office/drawing/2014/main" id="{2480F5E8-024F-6643-A7B7-E6E51F6959AA}"/>
                </a:ext>
              </a:extLst>
            </p:cNvPr>
            <p:cNvSpPr>
              <a:spLocks noChangeArrowheads="1"/>
            </p:cNvSpPr>
            <p:nvPr/>
          </p:nvSpPr>
          <p:spPr bwMode="auto">
            <a:xfrm>
              <a:off x="4302" y="1767"/>
              <a:ext cx="626" cy="345"/>
            </a:xfrm>
            <a:prstGeom prst="rect">
              <a:avLst/>
            </a:prstGeom>
            <a:solidFill>
              <a:srgbClr val="969696"/>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r>
                <a:rPr lang="en-US" altLang="en-US" sz="2800" b="1" dirty="0"/>
                <a:t>Parity</a:t>
              </a:r>
            </a:p>
          </p:txBody>
        </p:sp>
        <p:sp>
          <p:nvSpPr>
            <p:cNvPr id="16439" name="Text Box 18">
              <a:extLst>
                <a:ext uri="{FF2B5EF4-FFF2-40B4-BE49-F238E27FC236}">
                  <a16:creationId xmlns:a16="http://schemas.microsoft.com/office/drawing/2014/main" id="{B6FD7F33-D47F-EAFA-345D-209DF35E8415}"/>
                </a:ext>
              </a:extLst>
            </p:cNvPr>
            <p:cNvSpPr txBox="1">
              <a:spLocks noChangeArrowheads="1"/>
            </p:cNvSpPr>
            <p:nvPr/>
          </p:nvSpPr>
          <p:spPr bwMode="auto">
            <a:xfrm>
              <a:off x="4027" y="1747"/>
              <a:ext cx="38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r>
                <a:rPr lang="en-US" altLang="en-US" b="1">
                  <a:latin typeface="Times New Roman" panose="02020603050405020304" pitchFamily="18" charset="0"/>
                  <a:sym typeface="Symbol" panose="05050102010706020507" pitchFamily="18" charset="2"/>
                </a:rPr>
                <a:t></a:t>
              </a:r>
            </a:p>
          </p:txBody>
        </p:sp>
      </p:grpSp>
      <p:sp>
        <p:nvSpPr>
          <p:cNvPr id="16389" name="Rectangle 21">
            <a:extLst>
              <a:ext uri="{FF2B5EF4-FFF2-40B4-BE49-F238E27FC236}">
                <a16:creationId xmlns:a16="http://schemas.microsoft.com/office/drawing/2014/main" id="{96423743-7D7D-6464-B819-AB79594E7144}"/>
              </a:ext>
            </a:extLst>
          </p:cNvPr>
          <p:cNvSpPr>
            <a:spLocks noChangeArrowheads="1"/>
          </p:cNvSpPr>
          <p:nvPr/>
        </p:nvSpPr>
        <p:spPr bwMode="auto">
          <a:xfrm>
            <a:off x="625475" y="3732213"/>
            <a:ext cx="777240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lvl1pPr marL="342900" indent="-342900" algn="l">
              <a:spcBef>
                <a:spcPct val="20000"/>
              </a:spcBef>
              <a:buChar char="•"/>
              <a:defRPr kumimoji="1" sz="3200">
                <a:solidFill>
                  <a:schemeClr val="tx1"/>
                </a:solidFill>
                <a:latin typeface="Arial Narrow" panose="020B0606020202030204" pitchFamily="34" charset="0"/>
              </a:defRPr>
            </a:lvl1pPr>
            <a:lvl2pPr marL="742950" indent="-285750" algn="l">
              <a:spcBef>
                <a:spcPct val="20000"/>
              </a:spcBef>
              <a:buChar char="–"/>
              <a:defRPr kumimoji="1" sz="3200">
                <a:solidFill>
                  <a:schemeClr val="tx1"/>
                </a:solidFill>
                <a:latin typeface="Arial Narrow" panose="020B0606020202030204" pitchFamily="34" charset="0"/>
              </a:defRPr>
            </a:lvl2pPr>
            <a:lvl3pPr marL="1143000" indent="-228600" algn="l">
              <a:spcBef>
                <a:spcPct val="20000"/>
              </a:spcBef>
              <a:buChar char="•"/>
              <a:defRPr kumimoji="1" sz="3200">
                <a:solidFill>
                  <a:schemeClr val="tx1"/>
                </a:solidFill>
                <a:latin typeface="Arial Narrow" panose="020B0606020202030204" pitchFamily="34" charset="0"/>
              </a:defRPr>
            </a:lvl3pPr>
            <a:lvl4pPr marL="1600200" indent="-228600" algn="l">
              <a:spcBef>
                <a:spcPct val="20000"/>
              </a:spcBef>
              <a:buChar char="–"/>
              <a:defRPr kumimoji="1" sz="3200">
                <a:solidFill>
                  <a:schemeClr val="tx1"/>
                </a:solidFill>
                <a:latin typeface="Arial Narrow" panose="020B0606020202030204" pitchFamily="34" charset="0"/>
              </a:defRPr>
            </a:lvl4pPr>
            <a:lvl5pPr marL="2057400" indent="-228600" algn="l">
              <a:spcBef>
                <a:spcPct val="20000"/>
              </a:spcBef>
              <a:buChar char="•"/>
              <a:defRPr kumimoji="1" sz="3200">
                <a:solidFill>
                  <a:schemeClr val="tx1"/>
                </a:solidFill>
                <a:latin typeface="Arial Narrow" panose="020B0606020202030204" pitchFamily="34" charset="0"/>
              </a:defRPr>
            </a:lvl5pPr>
            <a:lvl6pPr marL="2514600" indent="-228600" eaLnBrk="0" fontAlgn="base" hangingPunct="0">
              <a:spcBef>
                <a:spcPct val="20000"/>
              </a:spcBef>
              <a:spcAft>
                <a:spcPct val="0"/>
              </a:spcAft>
              <a:buChar char="•"/>
              <a:defRPr kumimoji="1" sz="3200">
                <a:solidFill>
                  <a:schemeClr val="tx1"/>
                </a:solidFill>
                <a:latin typeface="Arial Narrow" panose="020B0606020202030204" pitchFamily="34" charset="0"/>
              </a:defRPr>
            </a:lvl6pPr>
            <a:lvl7pPr marL="2971800" indent="-228600" eaLnBrk="0" fontAlgn="base" hangingPunct="0">
              <a:spcBef>
                <a:spcPct val="20000"/>
              </a:spcBef>
              <a:spcAft>
                <a:spcPct val="0"/>
              </a:spcAft>
              <a:buChar char="•"/>
              <a:defRPr kumimoji="1" sz="3200">
                <a:solidFill>
                  <a:schemeClr val="tx1"/>
                </a:solidFill>
                <a:latin typeface="Arial Narrow" panose="020B0606020202030204" pitchFamily="34" charset="0"/>
              </a:defRPr>
            </a:lvl7pPr>
            <a:lvl8pPr marL="3429000" indent="-228600" eaLnBrk="0" fontAlgn="base" hangingPunct="0">
              <a:spcBef>
                <a:spcPct val="20000"/>
              </a:spcBef>
              <a:spcAft>
                <a:spcPct val="0"/>
              </a:spcAft>
              <a:buChar char="•"/>
              <a:defRPr kumimoji="1" sz="3200">
                <a:solidFill>
                  <a:schemeClr val="tx1"/>
                </a:solidFill>
                <a:latin typeface="Arial Narrow" panose="020B0606020202030204" pitchFamily="34" charset="0"/>
              </a:defRPr>
            </a:lvl8pPr>
            <a:lvl9pPr marL="3886200" indent="-228600" eaLnBrk="0" fontAlgn="base" hangingPunct="0">
              <a:spcBef>
                <a:spcPct val="20000"/>
              </a:spcBef>
              <a:spcAft>
                <a:spcPct val="0"/>
              </a:spcAft>
              <a:buChar char="•"/>
              <a:defRPr kumimoji="1" sz="3200">
                <a:solidFill>
                  <a:schemeClr val="tx1"/>
                </a:solidFill>
                <a:latin typeface="Arial Narrow" panose="020B0606020202030204" pitchFamily="34" charset="0"/>
              </a:defRPr>
            </a:lvl9pPr>
          </a:lstStyle>
          <a:p>
            <a:r>
              <a:rPr lang="en-US" altLang="en-US"/>
              <a:t>Each chunk is written into a </a:t>
            </a:r>
            <a:r>
              <a:rPr lang="en-US" altLang="en-US" b="1" i="1"/>
              <a:t>separate disk</a:t>
            </a:r>
          </a:p>
        </p:txBody>
      </p:sp>
      <p:sp>
        <p:nvSpPr>
          <p:cNvPr id="16390" name="Rectangle 23">
            <a:extLst>
              <a:ext uri="{FF2B5EF4-FFF2-40B4-BE49-F238E27FC236}">
                <a16:creationId xmlns:a16="http://schemas.microsoft.com/office/drawing/2014/main" id="{15ED513B-3CD8-CAD2-8CB2-8BD2B194C3A9}"/>
              </a:ext>
            </a:extLst>
          </p:cNvPr>
          <p:cNvSpPr>
            <a:spLocks noChangeArrowheads="1"/>
          </p:cNvSpPr>
          <p:nvPr/>
        </p:nvSpPr>
        <p:spPr bwMode="auto">
          <a:xfrm>
            <a:off x="1308100" y="4475163"/>
            <a:ext cx="822325" cy="547687"/>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6391" name="Rectangle 24">
            <a:extLst>
              <a:ext uri="{FF2B5EF4-FFF2-40B4-BE49-F238E27FC236}">
                <a16:creationId xmlns:a16="http://schemas.microsoft.com/office/drawing/2014/main" id="{98478CC0-6A8D-04A4-2050-8AA5F4A51FA8}"/>
              </a:ext>
            </a:extLst>
          </p:cNvPr>
          <p:cNvSpPr>
            <a:spLocks noChangeArrowheads="1"/>
          </p:cNvSpPr>
          <p:nvPr/>
        </p:nvSpPr>
        <p:spPr bwMode="auto">
          <a:xfrm>
            <a:off x="2825750" y="4475163"/>
            <a:ext cx="822325" cy="547687"/>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6392" name="Rectangle 25">
            <a:extLst>
              <a:ext uri="{FF2B5EF4-FFF2-40B4-BE49-F238E27FC236}">
                <a16:creationId xmlns:a16="http://schemas.microsoft.com/office/drawing/2014/main" id="{4C5354B7-81E4-50A9-36CD-B75434272662}"/>
              </a:ext>
            </a:extLst>
          </p:cNvPr>
          <p:cNvSpPr>
            <a:spLocks noChangeArrowheads="1"/>
          </p:cNvSpPr>
          <p:nvPr/>
        </p:nvSpPr>
        <p:spPr bwMode="auto">
          <a:xfrm>
            <a:off x="4192588" y="4475163"/>
            <a:ext cx="822325" cy="547687"/>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6393" name="Rectangle 26">
            <a:extLst>
              <a:ext uri="{FF2B5EF4-FFF2-40B4-BE49-F238E27FC236}">
                <a16:creationId xmlns:a16="http://schemas.microsoft.com/office/drawing/2014/main" id="{B839216C-0A86-A9A9-6F70-267AF4D6C076}"/>
              </a:ext>
            </a:extLst>
          </p:cNvPr>
          <p:cNvSpPr>
            <a:spLocks noChangeArrowheads="1"/>
          </p:cNvSpPr>
          <p:nvPr/>
        </p:nvSpPr>
        <p:spPr bwMode="auto">
          <a:xfrm>
            <a:off x="5634038" y="4475163"/>
            <a:ext cx="822325" cy="547687"/>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6394" name="Rectangle 30">
            <a:extLst>
              <a:ext uri="{FF2B5EF4-FFF2-40B4-BE49-F238E27FC236}">
                <a16:creationId xmlns:a16="http://schemas.microsoft.com/office/drawing/2014/main" id="{755DCEE7-E3C8-7A7A-7280-B4C816DFF8A9}"/>
              </a:ext>
            </a:extLst>
          </p:cNvPr>
          <p:cNvSpPr>
            <a:spLocks noChangeArrowheads="1"/>
          </p:cNvSpPr>
          <p:nvPr/>
        </p:nvSpPr>
        <p:spPr bwMode="auto">
          <a:xfrm>
            <a:off x="6900361" y="4475163"/>
            <a:ext cx="1036054" cy="547687"/>
          </a:xfrm>
          <a:prstGeom prst="rect">
            <a:avLst/>
          </a:prstGeom>
          <a:solidFill>
            <a:srgbClr val="969696"/>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r>
              <a:rPr lang="en-US" altLang="en-US" sz="2800" b="1" dirty="0"/>
              <a:t>Parity</a:t>
            </a:r>
          </a:p>
        </p:txBody>
      </p:sp>
      <p:grpSp>
        <p:nvGrpSpPr>
          <p:cNvPr id="16395" name="Group 32">
            <a:extLst>
              <a:ext uri="{FF2B5EF4-FFF2-40B4-BE49-F238E27FC236}">
                <a16:creationId xmlns:a16="http://schemas.microsoft.com/office/drawing/2014/main" id="{227CAD49-2E0F-F55B-422A-6B31F24FC666}"/>
              </a:ext>
            </a:extLst>
          </p:cNvPr>
          <p:cNvGrpSpPr>
            <a:grpSpLocks/>
          </p:cNvGrpSpPr>
          <p:nvPr/>
        </p:nvGrpSpPr>
        <p:grpSpPr bwMode="auto">
          <a:xfrm flipV="1">
            <a:off x="1231900" y="5402263"/>
            <a:ext cx="6604000" cy="1109662"/>
            <a:chOff x="776" y="3287"/>
            <a:chExt cx="4066" cy="699"/>
          </a:xfrm>
        </p:grpSpPr>
        <p:grpSp>
          <p:nvGrpSpPr>
            <p:cNvPr id="16401" name="Group 33">
              <a:extLst>
                <a:ext uri="{FF2B5EF4-FFF2-40B4-BE49-F238E27FC236}">
                  <a16:creationId xmlns:a16="http://schemas.microsoft.com/office/drawing/2014/main" id="{AB6B16D4-C156-49D1-AEFC-37512BF7558D}"/>
                </a:ext>
              </a:extLst>
            </p:cNvPr>
            <p:cNvGrpSpPr>
              <a:grpSpLocks/>
            </p:cNvGrpSpPr>
            <p:nvPr/>
          </p:nvGrpSpPr>
          <p:grpSpPr bwMode="auto">
            <a:xfrm>
              <a:off x="776" y="3287"/>
              <a:ext cx="576" cy="669"/>
              <a:chOff x="1063" y="1825"/>
              <a:chExt cx="576" cy="575"/>
            </a:xfrm>
          </p:grpSpPr>
          <p:sp>
            <p:nvSpPr>
              <p:cNvPr id="16426" name="Oval 34">
                <a:extLst>
                  <a:ext uri="{FF2B5EF4-FFF2-40B4-BE49-F238E27FC236}">
                    <a16:creationId xmlns:a16="http://schemas.microsoft.com/office/drawing/2014/main" id="{F22F3995-7706-D8EB-BCF0-4F87D9BE0851}"/>
                  </a:ext>
                </a:extLst>
              </p:cNvPr>
              <p:cNvSpPr>
                <a:spLocks noChangeArrowheads="1"/>
              </p:cNvSpPr>
              <p:nvPr/>
            </p:nvSpPr>
            <p:spPr bwMode="auto">
              <a:xfrm>
                <a:off x="1063" y="1825"/>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6427" name="Oval 35">
                <a:extLst>
                  <a:ext uri="{FF2B5EF4-FFF2-40B4-BE49-F238E27FC236}">
                    <a16:creationId xmlns:a16="http://schemas.microsoft.com/office/drawing/2014/main" id="{F1F33217-A222-13C8-2226-AA18D8A7BC33}"/>
                  </a:ext>
                </a:extLst>
              </p:cNvPr>
              <p:cNvSpPr>
                <a:spLocks noChangeArrowheads="1"/>
              </p:cNvSpPr>
              <p:nvPr/>
            </p:nvSpPr>
            <p:spPr bwMode="auto">
              <a:xfrm>
                <a:off x="1063" y="1921"/>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6428" name="Oval 36">
                <a:extLst>
                  <a:ext uri="{FF2B5EF4-FFF2-40B4-BE49-F238E27FC236}">
                    <a16:creationId xmlns:a16="http://schemas.microsoft.com/office/drawing/2014/main" id="{A291CA6E-00CE-6434-64B0-C477CEF73CE7}"/>
                  </a:ext>
                </a:extLst>
              </p:cNvPr>
              <p:cNvSpPr>
                <a:spLocks noChangeArrowheads="1"/>
              </p:cNvSpPr>
              <p:nvPr/>
            </p:nvSpPr>
            <p:spPr bwMode="auto">
              <a:xfrm>
                <a:off x="1063" y="2017"/>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6429" name="Oval 37">
                <a:extLst>
                  <a:ext uri="{FF2B5EF4-FFF2-40B4-BE49-F238E27FC236}">
                    <a16:creationId xmlns:a16="http://schemas.microsoft.com/office/drawing/2014/main" id="{CC25A342-383D-8FD7-F6F1-C7AB7E9C8B3A}"/>
                  </a:ext>
                </a:extLst>
              </p:cNvPr>
              <p:cNvSpPr>
                <a:spLocks noChangeArrowheads="1"/>
              </p:cNvSpPr>
              <p:nvPr/>
            </p:nvSpPr>
            <p:spPr bwMode="auto">
              <a:xfrm>
                <a:off x="1063" y="2112"/>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6430" name="Oval 38">
                <a:extLst>
                  <a:ext uri="{FF2B5EF4-FFF2-40B4-BE49-F238E27FC236}">
                    <a16:creationId xmlns:a16="http://schemas.microsoft.com/office/drawing/2014/main" id="{70908CE8-1DFF-D0E8-3A97-7A46DBB3E8FB}"/>
                  </a:ext>
                </a:extLst>
              </p:cNvPr>
              <p:cNvSpPr>
                <a:spLocks noChangeArrowheads="1"/>
              </p:cNvSpPr>
              <p:nvPr/>
            </p:nvSpPr>
            <p:spPr bwMode="auto">
              <a:xfrm>
                <a:off x="1063" y="2208"/>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grpSp>
        <p:grpSp>
          <p:nvGrpSpPr>
            <p:cNvPr id="16402" name="Group 39">
              <a:extLst>
                <a:ext uri="{FF2B5EF4-FFF2-40B4-BE49-F238E27FC236}">
                  <a16:creationId xmlns:a16="http://schemas.microsoft.com/office/drawing/2014/main" id="{3AB93AA1-F9E4-08FE-6581-3B7C05C84DCF}"/>
                </a:ext>
              </a:extLst>
            </p:cNvPr>
            <p:cNvGrpSpPr>
              <a:grpSpLocks/>
            </p:cNvGrpSpPr>
            <p:nvPr/>
          </p:nvGrpSpPr>
          <p:grpSpPr bwMode="auto">
            <a:xfrm>
              <a:off x="3454" y="3307"/>
              <a:ext cx="576" cy="669"/>
              <a:chOff x="1063" y="1825"/>
              <a:chExt cx="576" cy="575"/>
            </a:xfrm>
          </p:grpSpPr>
          <p:sp>
            <p:nvSpPr>
              <p:cNvPr id="16421" name="Oval 40">
                <a:extLst>
                  <a:ext uri="{FF2B5EF4-FFF2-40B4-BE49-F238E27FC236}">
                    <a16:creationId xmlns:a16="http://schemas.microsoft.com/office/drawing/2014/main" id="{5FBB9AC6-50DD-194C-BB6C-606D1BCF6CEA}"/>
                  </a:ext>
                </a:extLst>
              </p:cNvPr>
              <p:cNvSpPr>
                <a:spLocks noChangeArrowheads="1"/>
              </p:cNvSpPr>
              <p:nvPr/>
            </p:nvSpPr>
            <p:spPr bwMode="auto">
              <a:xfrm>
                <a:off x="1063" y="1825"/>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6422" name="Oval 41">
                <a:extLst>
                  <a:ext uri="{FF2B5EF4-FFF2-40B4-BE49-F238E27FC236}">
                    <a16:creationId xmlns:a16="http://schemas.microsoft.com/office/drawing/2014/main" id="{A9E96091-9126-5594-26EF-B8562AA967B0}"/>
                  </a:ext>
                </a:extLst>
              </p:cNvPr>
              <p:cNvSpPr>
                <a:spLocks noChangeArrowheads="1"/>
              </p:cNvSpPr>
              <p:nvPr/>
            </p:nvSpPr>
            <p:spPr bwMode="auto">
              <a:xfrm>
                <a:off x="1063" y="1921"/>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6423" name="Oval 42">
                <a:extLst>
                  <a:ext uri="{FF2B5EF4-FFF2-40B4-BE49-F238E27FC236}">
                    <a16:creationId xmlns:a16="http://schemas.microsoft.com/office/drawing/2014/main" id="{4546260F-788C-C01D-B784-3262E824BE59}"/>
                  </a:ext>
                </a:extLst>
              </p:cNvPr>
              <p:cNvSpPr>
                <a:spLocks noChangeArrowheads="1"/>
              </p:cNvSpPr>
              <p:nvPr/>
            </p:nvSpPr>
            <p:spPr bwMode="auto">
              <a:xfrm>
                <a:off x="1063" y="2017"/>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6424" name="Oval 43">
                <a:extLst>
                  <a:ext uri="{FF2B5EF4-FFF2-40B4-BE49-F238E27FC236}">
                    <a16:creationId xmlns:a16="http://schemas.microsoft.com/office/drawing/2014/main" id="{A3DCA3D6-2917-FA06-6342-05AC1A907176}"/>
                  </a:ext>
                </a:extLst>
              </p:cNvPr>
              <p:cNvSpPr>
                <a:spLocks noChangeArrowheads="1"/>
              </p:cNvSpPr>
              <p:nvPr/>
            </p:nvSpPr>
            <p:spPr bwMode="auto">
              <a:xfrm>
                <a:off x="1063" y="2112"/>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6425" name="Oval 44">
                <a:extLst>
                  <a:ext uri="{FF2B5EF4-FFF2-40B4-BE49-F238E27FC236}">
                    <a16:creationId xmlns:a16="http://schemas.microsoft.com/office/drawing/2014/main" id="{B0C9DC73-DDA3-6F65-3B30-D6DCF940D82A}"/>
                  </a:ext>
                </a:extLst>
              </p:cNvPr>
              <p:cNvSpPr>
                <a:spLocks noChangeArrowheads="1"/>
              </p:cNvSpPr>
              <p:nvPr/>
            </p:nvSpPr>
            <p:spPr bwMode="auto">
              <a:xfrm>
                <a:off x="1063" y="2208"/>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grpSp>
        <p:grpSp>
          <p:nvGrpSpPr>
            <p:cNvPr id="16403" name="Group 45">
              <a:extLst>
                <a:ext uri="{FF2B5EF4-FFF2-40B4-BE49-F238E27FC236}">
                  <a16:creationId xmlns:a16="http://schemas.microsoft.com/office/drawing/2014/main" id="{8DD1A947-4C4E-5AE4-03D9-DF9B892BA1AD}"/>
                </a:ext>
              </a:extLst>
            </p:cNvPr>
            <p:cNvGrpSpPr>
              <a:grpSpLocks/>
            </p:cNvGrpSpPr>
            <p:nvPr/>
          </p:nvGrpSpPr>
          <p:grpSpPr bwMode="auto">
            <a:xfrm>
              <a:off x="1685" y="3297"/>
              <a:ext cx="576" cy="669"/>
              <a:chOff x="1063" y="1825"/>
              <a:chExt cx="576" cy="575"/>
            </a:xfrm>
          </p:grpSpPr>
          <p:sp>
            <p:nvSpPr>
              <p:cNvPr id="16416" name="Oval 46">
                <a:extLst>
                  <a:ext uri="{FF2B5EF4-FFF2-40B4-BE49-F238E27FC236}">
                    <a16:creationId xmlns:a16="http://schemas.microsoft.com/office/drawing/2014/main" id="{8ADE39AC-8FE1-2AAD-05DA-3B5461B364FF}"/>
                  </a:ext>
                </a:extLst>
              </p:cNvPr>
              <p:cNvSpPr>
                <a:spLocks noChangeArrowheads="1"/>
              </p:cNvSpPr>
              <p:nvPr/>
            </p:nvSpPr>
            <p:spPr bwMode="auto">
              <a:xfrm>
                <a:off x="1063" y="1825"/>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6417" name="Oval 47">
                <a:extLst>
                  <a:ext uri="{FF2B5EF4-FFF2-40B4-BE49-F238E27FC236}">
                    <a16:creationId xmlns:a16="http://schemas.microsoft.com/office/drawing/2014/main" id="{4E876FBD-2AE4-5425-5A56-E8C325F95E5C}"/>
                  </a:ext>
                </a:extLst>
              </p:cNvPr>
              <p:cNvSpPr>
                <a:spLocks noChangeArrowheads="1"/>
              </p:cNvSpPr>
              <p:nvPr/>
            </p:nvSpPr>
            <p:spPr bwMode="auto">
              <a:xfrm>
                <a:off x="1063" y="1921"/>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6418" name="Oval 48">
                <a:extLst>
                  <a:ext uri="{FF2B5EF4-FFF2-40B4-BE49-F238E27FC236}">
                    <a16:creationId xmlns:a16="http://schemas.microsoft.com/office/drawing/2014/main" id="{893A97CE-1793-E5A4-77EF-6E994075F419}"/>
                  </a:ext>
                </a:extLst>
              </p:cNvPr>
              <p:cNvSpPr>
                <a:spLocks noChangeArrowheads="1"/>
              </p:cNvSpPr>
              <p:nvPr/>
            </p:nvSpPr>
            <p:spPr bwMode="auto">
              <a:xfrm>
                <a:off x="1063" y="2017"/>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6419" name="Oval 49">
                <a:extLst>
                  <a:ext uri="{FF2B5EF4-FFF2-40B4-BE49-F238E27FC236}">
                    <a16:creationId xmlns:a16="http://schemas.microsoft.com/office/drawing/2014/main" id="{8D9FA300-4C29-0F2F-2339-05A214E90C0E}"/>
                  </a:ext>
                </a:extLst>
              </p:cNvPr>
              <p:cNvSpPr>
                <a:spLocks noChangeArrowheads="1"/>
              </p:cNvSpPr>
              <p:nvPr/>
            </p:nvSpPr>
            <p:spPr bwMode="auto">
              <a:xfrm>
                <a:off x="1063" y="2112"/>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6420" name="Oval 50">
                <a:extLst>
                  <a:ext uri="{FF2B5EF4-FFF2-40B4-BE49-F238E27FC236}">
                    <a16:creationId xmlns:a16="http://schemas.microsoft.com/office/drawing/2014/main" id="{AC0124CC-FB34-9CD9-8174-3492D0BAE501}"/>
                  </a:ext>
                </a:extLst>
              </p:cNvPr>
              <p:cNvSpPr>
                <a:spLocks noChangeArrowheads="1"/>
              </p:cNvSpPr>
              <p:nvPr/>
            </p:nvSpPr>
            <p:spPr bwMode="auto">
              <a:xfrm>
                <a:off x="1063" y="2208"/>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grpSp>
        <p:grpSp>
          <p:nvGrpSpPr>
            <p:cNvPr id="16404" name="Group 51">
              <a:extLst>
                <a:ext uri="{FF2B5EF4-FFF2-40B4-BE49-F238E27FC236}">
                  <a16:creationId xmlns:a16="http://schemas.microsoft.com/office/drawing/2014/main" id="{220D120B-0F72-0B0E-A275-6F3C4A1C2109}"/>
                </a:ext>
              </a:extLst>
            </p:cNvPr>
            <p:cNvGrpSpPr>
              <a:grpSpLocks/>
            </p:cNvGrpSpPr>
            <p:nvPr/>
          </p:nvGrpSpPr>
          <p:grpSpPr bwMode="auto">
            <a:xfrm>
              <a:off x="2545" y="3297"/>
              <a:ext cx="576" cy="669"/>
              <a:chOff x="1063" y="1825"/>
              <a:chExt cx="576" cy="575"/>
            </a:xfrm>
          </p:grpSpPr>
          <p:sp>
            <p:nvSpPr>
              <p:cNvPr id="16411" name="Oval 52">
                <a:extLst>
                  <a:ext uri="{FF2B5EF4-FFF2-40B4-BE49-F238E27FC236}">
                    <a16:creationId xmlns:a16="http://schemas.microsoft.com/office/drawing/2014/main" id="{39148F94-24A1-417F-4EA5-C3E45B185EE5}"/>
                  </a:ext>
                </a:extLst>
              </p:cNvPr>
              <p:cNvSpPr>
                <a:spLocks noChangeArrowheads="1"/>
              </p:cNvSpPr>
              <p:nvPr/>
            </p:nvSpPr>
            <p:spPr bwMode="auto">
              <a:xfrm>
                <a:off x="1063" y="1825"/>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6412" name="Oval 53">
                <a:extLst>
                  <a:ext uri="{FF2B5EF4-FFF2-40B4-BE49-F238E27FC236}">
                    <a16:creationId xmlns:a16="http://schemas.microsoft.com/office/drawing/2014/main" id="{48975EE8-388C-ED86-9966-84324E46E76F}"/>
                  </a:ext>
                </a:extLst>
              </p:cNvPr>
              <p:cNvSpPr>
                <a:spLocks noChangeArrowheads="1"/>
              </p:cNvSpPr>
              <p:nvPr/>
            </p:nvSpPr>
            <p:spPr bwMode="auto">
              <a:xfrm>
                <a:off x="1063" y="1921"/>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6413" name="Oval 54">
                <a:extLst>
                  <a:ext uri="{FF2B5EF4-FFF2-40B4-BE49-F238E27FC236}">
                    <a16:creationId xmlns:a16="http://schemas.microsoft.com/office/drawing/2014/main" id="{F3381FC9-25A5-2A4B-75C8-D286319A1BC0}"/>
                  </a:ext>
                </a:extLst>
              </p:cNvPr>
              <p:cNvSpPr>
                <a:spLocks noChangeArrowheads="1"/>
              </p:cNvSpPr>
              <p:nvPr/>
            </p:nvSpPr>
            <p:spPr bwMode="auto">
              <a:xfrm>
                <a:off x="1063" y="2017"/>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6414" name="Oval 55">
                <a:extLst>
                  <a:ext uri="{FF2B5EF4-FFF2-40B4-BE49-F238E27FC236}">
                    <a16:creationId xmlns:a16="http://schemas.microsoft.com/office/drawing/2014/main" id="{27EB9411-50F0-EFC5-0845-64119F6F0C3D}"/>
                  </a:ext>
                </a:extLst>
              </p:cNvPr>
              <p:cNvSpPr>
                <a:spLocks noChangeArrowheads="1"/>
              </p:cNvSpPr>
              <p:nvPr/>
            </p:nvSpPr>
            <p:spPr bwMode="auto">
              <a:xfrm>
                <a:off x="1063" y="2112"/>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6415" name="Oval 56">
                <a:extLst>
                  <a:ext uri="{FF2B5EF4-FFF2-40B4-BE49-F238E27FC236}">
                    <a16:creationId xmlns:a16="http://schemas.microsoft.com/office/drawing/2014/main" id="{085FB15F-782E-4865-D13E-D9E6CEC6B876}"/>
                  </a:ext>
                </a:extLst>
              </p:cNvPr>
              <p:cNvSpPr>
                <a:spLocks noChangeArrowheads="1"/>
              </p:cNvSpPr>
              <p:nvPr/>
            </p:nvSpPr>
            <p:spPr bwMode="auto">
              <a:xfrm>
                <a:off x="1063" y="2208"/>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grpSp>
        <p:grpSp>
          <p:nvGrpSpPr>
            <p:cNvPr id="16405" name="Group 57">
              <a:extLst>
                <a:ext uri="{FF2B5EF4-FFF2-40B4-BE49-F238E27FC236}">
                  <a16:creationId xmlns:a16="http://schemas.microsoft.com/office/drawing/2014/main" id="{35DC1D4B-9128-7A19-6F09-2B5F0722BDFE}"/>
                </a:ext>
              </a:extLst>
            </p:cNvPr>
            <p:cNvGrpSpPr>
              <a:grpSpLocks/>
            </p:cNvGrpSpPr>
            <p:nvPr/>
          </p:nvGrpSpPr>
          <p:grpSpPr bwMode="auto">
            <a:xfrm>
              <a:off x="4266" y="3317"/>
              <a:ext cx="576" cy="669"/>
              <a:chOff x="1063" y="1825"/>
              <a:chExt cx="576" cy="575"/>
            </a:xfrm>
          </p:grpSpPr>
          <p:sp>
            <p:nvSpPr>
              <p:cNvPr id="16406" name="Oval 58">
                <a:extLst>
                  <a:ext uri="{FF2B5EF4-FFF2-40B4-BE49-F238E27FC236}">
                    <a16:creationId xmlns:a16="http://schemas.microsoft.com/office/drawing/2014/main" id="{765CBF7E-49C0-47C0-992C-A5EA541237EA}"/>
                  </a:ext>
                </a:extLst>
              </p:cNvPr>
              <p:cNvSpPr>
                <a:spLocks noChangeArrowheads="1"/>
              </p:cNvSpPr>
              <p:nvPr/>
            </p:nvSpPr>
            <p:spPr bwMode="auto">
              <a:xfrm>
                <a:off x="1063" y="1825"/>
                <a:ext cx="576" cy="192"/>
              </a:xfrm>
              <a:prstGeom prst="ellipse">
                <a:avLst/>
              </a:prstGeom>
              <a:solidFill>
                <a:srgbClr val="969696"/>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6407" name="Oval 59">
                <a:extLst>
                  <a:ext uri="{FF2B5EF4-FFF2-40B4-BE49-F238E27FC236}">
                    <a16:creationId xmlns:a16="http://schemas.microsoft.com/office/drawing/2014/main" id="{EF41DEBA-021F-BCAD-B713-3BD4808ACBCB}"/>
                  </a:ext>
                </a:extLst>
              </p:cNvPr>
              <p:cNvSpPr>
                <a:spLocks noChangeArrowheads="1"/>
              </p:cNvSpPr>
              <p:nvPr/>
            </p:nvSpPr>
            <p:spPr bwMode="auto">
              <a:xfrm>
                <a:off x="1063" y="1921"/>
                <a:ext cx="576" cy="192"/>
              </a:xfrm>
              <a:prstGeom prst="ellipse">
                <a:avLst/>
              </a:prstGeom>
              <a:solidFill>
                <a:srgbClr val="969696"/>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6408" name="Oval 60">
                <a:extLst>
                  <a:ext uri="{FF2B5EF4-FFF2-40B4-BE49-F238E27FC236}">
                    <a16:creationId xmlns:a16="http://schemas.microsoft.com/office/drawing/2014/main" id="{1A27E77A-C8D9-5F68-2C72-71AA69F84885}"/>
                  </a:ext>
                </a:extLst>
              </p:cNvPr>
              <p:cNvSpPr>
                <a:spLocks noChangeArrowheads="1"/>
              </p:cNvSpPr>
              <p:nvPr/>
            </p:nvSpPr>
            <p:spPr bwMode="auto">
              <a:xfrm>
                <a:off x="1063" y="2017"/>
                <a:ext cx="576" cy="192"/>
              </a:xfrm>
              <a:prstGeom prst="ellipse">
                <a:avLst/>
              </a:prstGeom>
              <a:solidFill>
                <a:srgbClr val="969696"/>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6409" name="Oval 61">
                <a:extLst>
                  <a:ext uri="{FF2B5EF4-FFF2-40B4-BE49-F238E27FC236}">
                    <a16:creationId xmlns:a16="http://schemas.microsoft.com/office/drawing/2014/main" id="{209F3122-BF16-3B29-1AB2-2325AEB6972B}"/>
                  </a:ext>
                </a:extLst>
              </p:cNvPr>
              <p:cNvSpPr>
                <a:spLocks noChangeArrowheads="1"/>
              </p:cNvSpPr>
              <p:nvPr/>
            </p:nvSpPr>
            <p:spPr bwMode="auto">
              <a:xfrm>
                <a:off x="1063" y="2112"/>
                <a:ext cx="576" cy="192"/>
              </a:xfrm>
              <a:prstGeom prst="ellipse">
                <a:avLst/>
              </a:prstGeom>
              <a:solidFill>
                <a:srgbClr val="969696"/>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6410" name="Oval 62">
                <a:extLst>
                  <a:ext uri="{FF2B5EF4-FFF2-40B4-BE49-F238E27FC236}">
                    <a16:creationId xmlns:a16="http://schemas.microsoft.com/office/drawing/2014/main" id="{AA5D6A7E-D292-24B0-E0A5-409071479EDC}"/>
                  </a:ext>
                </a:extLst>
              </p:cNvPr>
              <p:cNvSpPr>
                <a:spLocks noChangeArrowheads="1"/>
              </p:cNvSpPr>
              <p:nvPr/>
            </p:nvSpPr>
            <p:spPr bwMode="auto">
              <a:xfrm>
                <a:off x="1063" y="2208"/>
                <a:ext cx="576" cy="192"/>
              </a:xfrm>
              <a:prstGeom prst="ellipse">
                <a:avLst/>
              </a:prstGeom>
              <a:solidFill>
                <a:srgbClr val="969696"/>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grpSp>
      </p:grpSp>
      <p:sp>
        <p:nvSpPr>
          <p:cNvPr id="16396" name="Line 63">
            <a:extLst>
              <a:ext uri="{FF2B5EF4-FFF2-40B4-BE49-F238E27FC236}">
                <a16:creationId xmlns:a16="http://schemas.microsoft.com/office/drawing/2014/main" id="{EA72690F-FEF4-393E-47DA-DDACDEC112D2}"/>
              </a:ext>
            </a:extLst>
          </p:cNvPr>
          <p:cNvSpPr>
            <a:spLocks noChangeShapeType="1"/>
          </p:cNvSpPr>
          <p:nvPr/>
        </p:nvSpPr>
        <p:spPr bwMode="auto">
          <a:xfrm>
            <a:off x="1687513" y="5099050"/>
            <a:ext cx="0" cy="227013"/>
          </a:xfrm>
          <a:prstGeom prst="line">
            <a:avLst/>
          </a:prstGeom>
          <a:noFill/>
          <a:ln w="1047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6397" name="Line 64">
            <a:extLst>
              <a:ext uri="{FF2B5EF4-FFF2-40B4-BE49-F238E27FC236}">
                <a16:creationId xmlns:a16="http://schemas.microsoft.com/office/drawing/2014/main" id="{1A33158B-36C8-A94E-5640-520B8EDCE0EF}"/>
              </a:ext>
            </a:extLst>
          </p:cNvPr>
          <p:cNvSpPr>
            <a:spLocks noChangeShapeType="1"/>
          </p:cNvSpPr>
          <p:nvPr/>
        </p:nvSpPr>
        <p:spPr bwMode="auto">
          <a:xfrm>
            <a:off x="3205163" y="5099050"/>
            <a:ext cx="0" cy="227013"/>
          </a:xfrm>
          <a:prstGeom prst="line">
            <a:avLst/>
          </a:prstGeom>
          <a:noFill/>
          <a:ln w="1047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6398" name="Line 65">
            <a:extLst>
              <a:ext uri="{FF2B5EF4-FFF2-40B4-BE49-F238E27FC236}">
                <a16:creationId xmlns:a16="http://schemas.microsoft.com/office/drawing/2014/main" id="{51CEAB17-A180-BC02-AD6A-B951EC9D3547}"/>
              </a:ext>
            </a:extLst>
          </p:cNvPr>
          <p:cNvSpPr>
            <a:spLocks noChangeShapeType="1"/>
          </p:cNvSpPr>
          <p:nvPr/>
        </p:nvSpPr>
        <p:spPr bwMode="auto">
          <a:xfrm>
            <a:off x="4572000" y="5099050"/>
            <a:ext cx="0" cy="227013"/>
          </a:xfrm>
          <a:prstGeom prst="line">
            <a:avLst/>
          </a:prstGeom>
          <a:noFill/>
          <a:ln w="1047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6399" name="Line 97">
            <a:extLst>
              <a:ext uri="{FF2B5EF4-FFF2-40B4-BE49-F238E27FC236}">
                <a16:creationId xmlns:a16="http://schemas.microsoft.com/office/drawing/2014/main" id="{4905D4F3-770B-3066-8E10-F38DD7556CF3}"/>
              </a:ext>
            </a:extLst>
          </p:cNvPr>
          <p:cNvSpPr>
            <a:spLocks noChangeShapeType="1"/>
          </p:cNvSpPr>
          <p:nvPr/>
        </p:nvSpPr>
        <p:spPr bwMode="auto">
          <a:xfrm>
            <a:off x="7304088" y="5099050"/>
            <a:ext cx="0" cy="227013"/>
          </a:xfrm>
          <a:prstGeom prst="line">
            <a:avLst/>
          </a:prstGeom>
          <a:noFill/>
          <a:ln w="1047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6400" name="Line 98">
            <a:extLst>
              <a:ext uri="{FF2B5EF4-FFF2-40B4-BE49-F238E27FC236}">
                <a16:creationId xmlns:a16="http://schemas.microsoft.com/office/drawing/2014/main" id="{C4C16D3B-633F-A07B-C6F7-ABA985D86410}"/>
              </a:ext>
            </a:extLst>
          </p:cNvPr>
          <p:cNvSpPr>
            <a:spLocks noChangeShapeType="1"/>
          </p:cNvSpPr>
          <p:nvPr/>
        </p:nvSpPr>
        <p:spPr bwMode="auto">
          <a:xfrm>
            <a:off x="6013450" y="5099050"/>
            <a:ext cx="0" cy="227013"/>
          </a:xfrm>
          <a:prstGeom prst="line">
            <a:avLst/>
          </a:prstGeom>
          <a:noFill/>
          <a:ln w="1047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Tree>
    <p:extLst>
      <p:ext uri="{BB962C8B-B14F-4D97-AF65-F5344CB8AC3E}">
        <p14:creationId xmlns:p14="http://schemas.microsoft.com/office/powerpoint/2010/main" val="102475296"/>
      </p:ext>
    </p:extLst>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33266C18-F29D-E02F-CFAA-0FD78F9F86FD}"/>
              </a:ext>
            </a:extLst>
          </p:cNvPr>
          <p:cNvSpPr>
            <a:spLocks noGrp="1" noChangeArrowheads="1"/>
          </p:cNvSpPr>
          <p:nvPr>
            <p:ph type="title"/>
          </p:nvPr>
        </p:nvSpPr>
        <p:spPr/>
        <p:txBody>
          <a:bodyPr/>
          <a:lstStyle/>
          <a:p>
            <a:r>
              <a:rPr lang="en-US" altLang="en-US" dirty="0">
                <a:solidFill>
                  <a:srgbClr val="C00000"/>
                </a:solidFill>
              </a:rPr>
              <a:t>How RAID level 3 works (III)</a:t>
            </a:r>
          </a:p>
        </p:txBody>
      </p:sp>
      <p:sp>
        <p:nvSpPr>
          <p:cNvPr id="17411" name="Rectangle 3">
            <a:extLst>
              <a:ext uri="{FF2B5EF4-FFF2-40B4-BE49-F238E27FC236}">
                <a16:creationId xmlns:a16="http://schemas.microsoft.com/office/drawing/2014/main" id="{A006B8C0-49F1-9296-0685-CBF36A216437}"/>
              </a:ext>
            </a:extLst>
          </p:cNvPr>
          <p:cNvSpPr>
            <a:spLocks noGrp="1" noChangeArrowheads="1"/>
          </p:cNvSpPr>
          <p:nvPr>
            <p:ph type="body" idx="1"/>
          </p:nvPr>
        </p:nvSpPr>
        <p:spPr>
          <a:xfrm>
            <a:off x="625475" y="1987550"/>
            <a:ext cx="8120063" cy="2503488"/>
          </a:xfrm>
        </p:spPr>
        <p:txBody>
          <a:bodyPr/>
          <a:lstStyle/>
          <a:p>
            <a:r>
              <a:rPr lang="en-US" altLang="en-US" dirty="0"/>
              <a:t>Each read/write involves </a:t>
            </a:r>
            <a:r>
              <a:rPr lang="en-US" altLang="en-US" b="1" i="1" dirty="0"/>
              <a:t>all disks</a:t>
            </a:r>
            <a:r>
              <a:rPr lang="en-US" altLang="en-US" dirty="0"/>
              <a:t> in RAID array</a:t>
            </a:r>
          </a:p>
          <a:p>
            <a:pPr lvl="1"/>
            <a:r>
              <a:rPr lang="en-US" altLang="en-US" dirty="0"/>
              <a:t>Cannot do two or more reads/writes </a:t>
            </a:r>
            <a:r>
              <a:rPr lang="en-US" altLang="en-US" b="1" i="1" dirty="0"/>
              <a:t>in parallel</a:t>
            </a:r>
          </a:p>
          <a:p>
            <a:pPr lvl="1"/>
            <a:r>
              <a:rPr lang="en-US" altLang="en-US" dirty="0"/>
              <a:t>Performance of array not better than that of a </a:t>
            </a:r>
            <a:r>
              <a:rPr lang="en-US" altLang="en-US" b="1" i="1" dirty="0"/>
              <a:t>single disk</a:t>
            </a:r>
          </a:p>
        </p:txBody>
      </p:sp>
    </p:spTree>
    <p:extLst>
      <p:ext uri="{BB962C8B-B14F-4D97-AF65-F5344CB8AC3E}">
        <p14:creationId xmlns:p14="http://schemas.microsoft.com/office/powerpoint/2010/main" val="848164168"/>
      </p:ext>
    </p:extLst>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78D26284-7FA7-4312-DB40-7EB2A6E2EA99}"/>
              </a:ext>
            </a:extLst>
          </p:cNvPr>
          <p:cNvSpPr>
            <a:spLocks noGrp="1"/>
          </p:cNvSpPr>
          <p:nvPr>
            <p:ph type="title"/>
          </p:nvPr>
        </p:nvSpPr>
        <p:spPr>
          <a:xfrm>
            <a:off x="225425" y="584200"/>
            <a:ext cx="8705850" cy="330200"/>
          </a:xfrm>
        </p:spPr>
        <p:txBody>
          <a:bodyPr/>
          <a:lstStyle/>
          <a:p>
            <a:r>
              <a:rPr lang="en-US" altLang="en-US" sz="2100" dirty="0">
                <a:solidFill>
                  <a:srgbClr val="C00000"/>
                </a:solidFill>
              </a:rPr>
              <a:t>RAID 3 and RAID 4</a:t>
            </a:r>
            <a:br>
              <a:rPr lang="en-US" altLang="en-US" sz="2100" dirty="0">
                <a:solidFill>
                  <a:srgbClr val="C00000"/>
                </a:solidFill>
              </a:rPr>
            </a:br>
            <a:endParaRPr lang="en-MY" altLang="en-US" sz="2100" dirty="0">
              <a:solidFill>
                <a:srgbClr val="C00000"/>
              </a:solidFill>
            </a:endParaRPr>
          </a:p>
        </p:txBody>
      </p:sp>
      <p:sp>
        <p:nvSpPr>
          <p:cNvPr id="21507" name="Content Placeholder 2">
            <a:extLst>
              <a:ext uri="{FF2B5EF4-FFF2-40B4-BE49-F238E27FC236}">
                <a16:creationId xmlns:a16="http://schemas.microsoft.com/office/drawing/2014/main" id="{FA1FB6C6-71CB-7239-D4D3-1C83E5B52CA4}"/>
              </a:ext>
            </a:extLst>
          </p:cNvPr>
          <p:cNvSpPr>
            <a:spLocks noGrp="1"/>
          </p:cNvSpPr>
          <p:nvPr>
            <p:ph idx="1"/>
          </p:nvPr>
        </p:nvSpPr>
        <p:spPr>
          <a:xfrm>
            <a:off x="212725" y="1007533"/>
            <a:ext cx="8705850" cy="5329237"/>
          </a:xfrm>
        </p:spPr>
        <p:txBody>
          <a:bodyPr/>
          <a:lstStyle/>
          <a:p>
            <a:pPr algn="just"/>
            <a:r>
              <a:rPr lang="en-US" altLang="en-US" sz="1400" dirty="0">
                <a:latin typeface="Book Antiqua" panose="02040602050305030304" pitchFamily="18" charset="0"/>
              </a:rPr>
              <a:t>Stripes data for high performance and uses parity for improved fault tolerance.</a:t>
            </a:r>
          </a:p>
          <a:p>
            <a:pPr algn="just"/>
            <a:r>
              <a:rPr lang="en-US" altLang="en-US" sz="1400" dirty="0">
                <a:latin typeface="Book Antiqua" panose="02040602050305030304" pitchFamily="18" charset="0"/>
              </a:rPr>
              <a:t>One drive is dedicated for parity information.</a:t>
            </a:r>
          </a:p>
          <a:p>
            <a:pPr algn="just"/>
            <a:r>
              <a:rPr lang="en-US" altLang="en-US" sz="1400" dirty="0">
                <a:latin typeface="Book Antiqua" panose="02040602050305030304" pitchFamily="18" charset="0"/>
              </a:rPr>
              <a:t>If a drive fails, data can be reconstructed using data in the parity drive.</a:t>
            </a:r>
          </a:p>
          <a:p>
            <a:pPr algn="just"/>
            <a:r>
              <a:rPr lang="en-US" altLang="en-US" sz="1400" dirty="0">
                <a:latin typeface="Book Antiqua" panose="02040602050305030304" pitchFamily="18" charset="0"/>
              </a:rPr>
              <a:t>For RAID 3, data read / write is done across the entire stripe.</a:t>
            </a:r>
          </a:p>
          <a:p>
            <a:pPr lvl="1" algn="just"/>
            <a:r>
              <a:rPr lang="en-US" altLang="en-US" sz="1400" dirty="0">
                <a:latin typeface="Book Antiqua" panose="02040602050305030304" pitchFamily="18" charset="0"/>
              </a:rPr>
              <a:t>Provide good bandwidth for large sequential data access such as video streaming.</a:t>
            </a:r>
          </a:p>
          <a:p>
            <a:pPr algn="just"/>
            <a:r>
              <a:rPr lang="en-US" altLang="en-US" sz="1400" dirty="0">
                <a:latin typeface="Book Antiqua" panose="02040602050305030304" pitchFamily="18" charset="0"/>
              </a:rPr>
              <a:t>For RAID 4, data read/write can be independently on single disk.</a:t>
            </a:r>
            <a:endParaRPr lang="en-MY" altLang="en-US" sz="1400" dirty="0">
              <a:latin typeface="Book Antiqua" panose="02040602050305030304" pitchFamily="18" charset="0"/>
            </a:endParaRPr>
          </a:p>
        </p:txBody>
      </p:sp>
      <p:pic>
        <p:nvPicPr>
          <p:cNvPr id="3" name="Picture 2">
            <a:extLst>
              <a:ext uri="{FF2B5EF4-FFF2-40B4-BE49-F238E27FC236}">
                <a16:creationId xmlns:a16="http://schemas.microsoft.com/office/drawing/2014/main" id="{832C0D33-81BC-9C7D-DAA2-CF46BDBEE0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1600" y="2971800"/>
            <a:ext cx="6079834" cy="3429000"/>
          </a:xfrm>
          <a:prstGeom prst="rect">
            <a:avLst/>
          </a:prstGeom>
        </p:spPr>
      </p:pic>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Line 3">
            <a:extLst>
              <a:ext uri="{FF2B5EF4-FFF2-40B4-BE49-F238E27FC236}">
                <a16:creationId xmlns:a16="http://schemas.microsoft.com/office/drawing/2014/main" id="{6339047F-F442-A0B9-9810-E818A1D77760}"/>
              </a:ext>
            </a:extLst>
          </p:cNvPr>
          <p:cNvSpPr>
            <a:spLocks noChangeShapeType="1"/>
          </p:cNvSpPr>
          <p:nvPr/>
        </p:nvSpPr>
        <p:spPr bwMode="auto">
          <a:xfrm>
            <a:off x="1400175" y="3765550"/>
            <a:ext cx="4921250" cy="0"/>
          </a:xfrm>
          <a:prstGeom prst="line">
            <a:avLst/>
          </a:prstGeom>
          <a:noFill/>
          <a:ln w="12700">
            <a:solidFill>
              <a:srgbClr val="000000"/>
            </a:solidFill>
            <a:round/>
            <a:headEnd type="none" w="med" len="lg"/>
            <a:tailEnd type="none" w="med" len="lg"/>
          </a:ln>
          <a:extLst>
            <a:ext uri="{909E8E84-426E-40DD-AFC4-6F175D3DCCD1}">
              <a14:hiddenFill xmlns:a14="http://schemas.microsoft.com/office/drawing/2010/main">
                <a:noFill/>
              </a14:hiddenFill>
            </a:ext>
          </a:extLst>
        </p:spPr>
        <p:txBody>
          <a:bodyPr lIns="0" tIns="0" rIns="0" bIns="0" anchor="ctr">
            <a:spAutoFit/>
          </a:body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grpSp>
        <p:nvGrpSpPr>
          <p:cNvPr id="22531" name="Group 47">
            <a:extLst>
              <a:ext uri="{FF2B5EF4-FFF2-40B4-BE49-F238E27FC236}">
                <a16:creationId xmlns:a16="http://schemas.microsoft.com/office/drawing/2014/main" id="{271185E1-80E6-517C-4769-F5236CA97F20}"/>
              </a:ext>
            </a:extLst>
          </p:cNvPr>
          <p:cNvGrpSpPr>
            <a:grpSpLocks/>
          </p:cNvGrpSpPr>
          <p:nvPr/>
        </p:nvGrpSpPr>
        <p:grpSpPr bwMode="auto">
          <a:xfrm>
            <a:off x="533400" y="2819400"/>
            <a:ext cx="1228725" cy="2133600"/>
            <a:chOff x="336" y="1776"/>
            <a:chExt cx="774" cy="1344"/>
          </a:xfrm>
        </p:grpSpPr>
        <p:pic>
          <p:nvPicPr>
            <p:cNvPr id="22574" name="Picture 48" descr="host12">
              <a:extLst>
                <a:ext uri="{FF2B5EF4-FFF2-40B4-BE49-F238E27FC236}">
                  <a16:creationId xmlns:a16="http://schemas.microsoft.com/office/drawing/2014/main" id="{0FBB0F73-29E6-6333-BD29-D678685722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 y="1776"/>
              <a:ext cx="774" cy="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75" name="Text Box 49">
              <a:extLst>
                <a:ext uri="{FF2B5EF4-FFF2-40B4-BE49-F238E27FC236}">
                  <a16:creationId xmlns:a16="http://schemas.microsoft.com/office/drawing/2014/main" id="{1289E33C-5DB5-0C51-63D6-1CC74C255876}"/>
                </a:ext>
              </a:extLst>
            </p:cNvPr>
            <p:cNvSpPr txBox="1">
              <a:spLocks noChangeArrowheads="1"/>
            </p:cNvSpPr>
            <p:nvPr/>
          </p:nvSpPr>
          <p:spPr bwMode="auto">
            <a:xfrm>
              <a:off x="672" y="2986"/>
              <a:ext cx="28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ctr"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400" b="1" i="0" u="none" strike="noStrike" kern="1200" cap="none" spc="0" normalizeH="0" baseline="0" noProof="0">
                  <a:ln>
                    <a:noFill/>
                  </a:ln>
                  <a:solidFill>
                    <a:srgbClr val="000610"/>
                  </a:solidFill>
                  <a:effectLst/>
                  <a:uLnTx/>
                  <a:uFillTx/>
                  <a:latin typeface="Verdana" panose="020B0604030504040204" pitchFamily="34" charset="0"/>
                  <a:ea typeface="+mn-ea"/>
                  <a:cs typeface="Arial" panose="020B0604020202020204" pitchFamily="34" charset="0"/>
                </a:rPr>
                <a:t>Host</a:t>
              </a:r>
            </a:p>
          </p:txBody>
        </p:sp>
      </p:grpSp>
      <p:sp>
        <p:nvSpPr>
          <p:cNvPr id="22532" name="Line 2">
            <a:extLst>
              <a:ext uri="{FF2B5EF4-FFF2-40B4-BE49-F238E27FC236}">
                <a16:creationId xmlns:a16="http://schemas.microsoft.com/office/drawing/2014/main" id="{C62A7E50-67E0-1B43-413D-B23D36F97F07}"/>
              </a:ext>
            </a:extLst>
          </p:cNvPr>
          <p:cNvSpPr>
            <a:spLocks noChangeShapeType="1"/>
          </p:cNvSpPr>
          <p:nvPr/>
        </p:nvSpPr>
        <p:spPr bwMode="auto">
          <a:xfrm>
            <a:off x="5392738" y="4756150"/>
            <a:ext cx="55403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2533" name="Line 4">
            <a:extLst>
              <a:ext uri="{FF2B5EF4-FFF2-40B4-BE49-F238E27FC236}">
                <a16:creationId xmlns:a16="http://schemas.microsoft.com/office/drawing/2014/main" id="{AFF1145A-9998-DD8F-9FB8-E468C7052FC5}"/>
              </a:ext>
            </a:extLst>
          </p:cNvPr>
          <p:cNvSpPr>
            <a:spLocks noChangeShapeType="1"/>
          </p:cNvSpPr>
          <p:nvPr/>
        </p:nvSpPr>
        <p:spPr bwMode="auto">
          <a:xfrm>
            <a:off x="5392738" y="2794000"/>
            <a:ext cx="55403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2534" name="Freeform 5">
            <a:extLst>
              <a:ext uri="{FF2B5EF4-FFF2-40B4-BE49-F238E27FC236}">
                <a16:creationId xmlns:a16="http://schemas.microsoft.com/office/drawing/2014/main" id="{93BE9876-4485-C287-3C00-05AEDBF9807C}"/>
              </a:ext>
            </a:extLst>
          </p:cNvPr>
          <p:cNvSpPr>
            <a:spLocks/>
          </p:cNvSpPr>
          <p:nvPr/>
        </p:nvSpPr>
        <p:spPr bwMode="auto">
          <a:xfrm>
            <a:off x="5392738" y="1817688"/>
            <a:ext cx="641350" cy="3919537"/>
          </a:xfrm>
          <a:custGeom>
            <a:avLst/>
            <a:gdLst>
              <a:gd name="T0" fmla="*/ 2147483647 w 404"/>
              <a:gd name="T1" fmla="*/ 0 h 2488"/>
              <a:gd name="T2" fmla="*/ 0 w 404"/>
              <a:gd name="T3" fmla="*/ 0 h 2488"/>
              <a:gd name="T4" fmla="*/ 0 w 404"/>
              <a:gd name="T5" fmla="*/ 2147483647 h 2488"/>
              <a:gd name="T6" fmla="*/ 2147483647 w 404"/>
              <a:gd name="T7" fmla="*/ 2147483647 h 2488"/>
              <a:gd name="T8" fmla="*/ 0 60000 65536"/>
              <a:gd name="T9" fmla="*/ 0 60000 65536"/>
              <a:gd name="T10" fmla="*/ 0 60000 65536"/>
              <a:gd name="T11" fmla="*/ 0 60000 65536"/>
              <a:gd name="T12" fmla="*/ 0 w 404"/>
              <a:gd name="T13" fmla="*/ 0 h 2488"/>
              <a:gd name="T14" fmla="*/ 404 w 404"/>
              <a:gd name="T15" fmla="*/ 2488 h 2488"/>
            </a:gdLst>
            <a:ahLst/>
            <a:cxnLst>
              <a:cxn ang="T8">
                <a:pos x="T0" y="T1"/>
              </a:cxn>
              <a:cxn ang="T9">
                <a:pos x="T2" y="T3"/>
              </a:cxn>
              <a:cxn ang="T10">
                <a:pos x="T4" y="T5"/>
              </a:cxn>
              <a:cxn ang="T11">
                <a:pos x="T6" y="T7"/>
              </a:cxn>
            </a:cxnLst>
            <a:rect l="T12" t="T13" r="T14" b="T15"/>
            <a:pathLst>
              <a:path w="404" h="2488">
                <a:moveTo>
                  <a:pt x="380" y="0"/>
                </a:moveTo>
                <a:lnTo>
                  <a:pt x="0" y="0"/>
                </a:lnTo>
                <a:lnTo>
                  <a:pt x="0" y="2488"/>
                </a:lnTo>
                <a:lnTo>
                  <a:pt x="404" y="2488"/>
                </a:lnTo>
              </a:path>
            </a:pathLst>
          </a:custGeom>
          <a:noFill/>
          <a:ln w="12700" cap="flat" cmpd="sng">
            <a:solidFill>
              <a:srgbClr val="000000"/>
            </a:solidFill>
            <a:prstDash val="solid"/>
            <a:round/>
            <a:headEnd type="none" w="med" len="lg"/>
            <a:tailEnd type="none" w="med" len="lg"/>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grpSp>
        <p:nvGrpSpPr>
          <p:cNvPr id="22535" name="Group 12">
            <a:extLst>
              <a:ext uri="{FF2B5EF4-FFF2-40B4-BE49-F238E27FC236}">
                <a16:creationId xmlns:a16="http://schemas.microsoft.com/office/drawing/2014/main" id="{D55B4B83-C3F2-6495-B548-2B744A84DB00}"/>
              </a:ext>
            </a:extLst>
          </p:cNvPr>
          <p:cNvGrpSpPr>
            <a:grpSpLocks/>
          </p:cNvGrpSpPr>
          <p:nvPr/>
        </p:nvGrpSpPr>
        <p:grpSpPr bwMode="auto">
          <a:xfrm>
            <a:off x="2955925" y="3425825"/>
            <a:ext cx="1358900" cy="720725"/>
            <a:chOff x="2166" y="2158"/>
            <a:chExt cx="856" cy="454"/>
          </a:xfrm>
        </p:grpSpPr>
        <p:sp>
          <p:nvSpPr>
            <p:cNvPr id="22572" name="Rectangle 13">
              <a:extLst>
                <a:ext uri="{FF2B5EF4-FFF2-40B4-BE49-F238E27FC236}">
                  <a16:creationId xmlns:a16="http://schemas.microsoft.com/office/drawing/2014/main" id="{69BF92DD-F319-6BDE-C25E-389F1A95B911}"/>
                </a:ext>
              </a:extLst>
            </p:cNvPr>
            <p:cNvSpPr>
              <a:spLocks noChangeArrowheads="1"/>
            </p:cNvSpPr>
            <p:nvPr/>
          </p:nvSpPr>
          <p:spPr bwMode="auto">
            <a:xfrm>
              <a:off x="2166" y="2158"/>
              <a:ext cx="856" cy="454"/>
            </a:xfrm>
            <a:prstGeom prst="rect">
              <a:avLst/>
            </a:prstGeom>
            <a:gradFill rotWithShape="1">
              <a:gsLst>
                <a:gs pos="0">
                  <a:srgbClr val="86BAB5"/>
                </a:gs>
                <a:gs pos="100000">
                  <a:srgbClr val="5B7E7B"/>
                </a:gs>
              </a:gsLst>
              <a:lin ang="2700000" scaled="1"/>
            </a:gradFill>
            <a:ln w="12700" algn="ctr">
              <a:solidFill>
                <a:srgbClr val="88B8B6"/>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2573" name="Text Box 14">
              <a:extLst>
                <a:ext uri="{FF2B5EF4-FFF2-40B4-BE49-F238E27FC236}">
                  <a16:creationId xmlns:a16="http://schemas.microsoft.com/office/drawing/2014/main" id="{730141D4-4B02-FF0F-3A8C-22724CB7449A}"/>
                </a:ext>
              </a:extLst>
            </p:cNvPr>
            <p:cNvSpPr txBox="1">
              <a:spLocks noChangeArrowheads="1"/>
            </p:cNvSpPr>
            <p:nvPr/>
          </p:nvSpPr>
          <p:spPr bwMode="auto">
            <a:xfrm>
              <a:off x="2288" y="2246"/>
              <a:ext cx="612" cy="278"/>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RAID</a:t>
              </a:r>
              <a:b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b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Controller</a:t>
              </a:r>
            </a:p>
          </p:txBody>
        </p:sp>
      </p:grpSp>
      <p:grpSp>
        <p:nvGrpSpPr>
          <p:cNvPr id="4" name="Group 15">
            <a:extLst>
              <a:ext uri="{FF2B5EF4-FFF2-40B4-BE49-F238E27FC236}">
                <a16:creationId xmlns:a16="http://schemas.microsoft.com/office/drawing/2014/main" id="{D90F9050-005F-BAF6-D82C-DF732B0D90D1}"/>
              </a:ext>
            </a:extLst>
          </p:cNvPr>
          <p:cNvGrpSpPr>
            <a:grpSpLocks/>
          </p:cNvGrpSpPr>
          <p:nvPr/>
        </p:nvGrpSpPr>
        <p:grpSpPr bwMode="auto">
          <a:xfrm>
            <a:off x="3144838" y="4010025"/>
            <a:ext cx="981075" cy="325438"/>
            <a:chOff x="1607" y="3273"/>
            <a:chExt cx="618" cy="205"/>
          </a:xfrm>
        </p:grpSpPr>
        <p:sp>
          <p:nvSpPr>
            <p:cNvPr id="22570" name="Rectangle 16">
              <a:extLst>
                <a:ext uri="{FF2B5EF4-FFF2-40B4-BE49-F238E27FC236}">
                  <a16:creationId xmlns:a16="http://schemas.microsoft.com/office/drawing/2014/main" id="{A4478C89-9DD6-02EB-E3ED-B713A6B0E11B}"/>
                </a:ext>
              </a:extLst>
            </p:cNvPr>
            <p:cNvSpPr>
              <a:spLocks noChangeArrowheads="1"/>
            </p:cNvSpPr>
            <p:nvPr/>
          </p:nvSpPr>
          <p:spPr bwMode="auto">
            <a:xfrm>
              <a:off x="1607" y="3273"/>
              <a:ext cx="618" cy="205"/>
            </a:xfrm>
            <a:prstGeom prst="rect">
              <a:avLst/>
            </a:prstGeom>
            <a:solidFill>
              <a:srgbClr val="43996C"/>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2571" name="Text Box 17">
              <a:extLst>
                <a:ext uri="{FF2B5EF4-FFF2-40B4-BE49-F238E27FC236}">
                  <a16:creationId xmlns:a16="http://schemas.microsoft.com/office/drawing/2014/main" id="{99B62571-7F23-1FD7-8323-5B3FD98A6396}"/>
                </a:ext>
              </a:extLst>
            </p:cNvPr>
            <p:cNvSpPr txBox="1">
              <a:spLocks noChangeArrowheads="1"/>
            </p:cNvSpPr>
            <p:nvPr/>
          </p:nvSpPr>
          <p:spPr bwMode="auto">
            <a:xfrm>
              <a:off x="1689" y="3306"/>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1</a:t>
              </a:r>
            </a:p>
          </p:txBody>
        </p:sp>
      </p:grpSp>
      <p:grpSp>
        <p:nvGrpSpPr>
          <p:cNvPr id="5" name="Group 18">
            <a:extLst>
              <a:ext uri="{FF2B5EF4-FFF2-40B4-BE49-F238E27FC236}">
                <a16:creationId xmlns:a16="http://schemas.microsoft.com/office/drawing/2014/main" id="{3EECA583-0F9A-A86A-0EAB-B036E121B9C5}"/>
              </a:ext>
            </a:extLst>
          </p:cNvPr>
          <p:cNvGrpSpPr>
            <a:grpSpLocks/>
          </p:cNvGrpSpPr>
          <p:nvPr/>
        </p:nvGrpSpPr>
        <p:grpSpPr bwMode="auto">
          <a:xfrm>
            <a:off x="3144838" y="4406900"/>
            <a:ext cx="981075" cy="325438"/>
            <a:chOff x="1607" y="3273"/>
            <a:chExt cx="618" cy="205"/>
          </a:xfrm>
        </p:grpSpPr>
        <p:sp>
          <p:nvSpPr>
            <p:cNvPr id="22568" name="Rectangle 19">
              <a:extLst>
                <a:ext uri="{FF2B5EF4-FFF2-40B4-BE49-F238E27FC236}">
                  <a16:creationId xmlns:a16="http://schemas.microsoft.com/office/drawing/2014/main" id="{FACEC55F-F144-21FA-5C52-6E4CF4C2FF11}"/>
                </a:ext>
              </a:extLst>
            </p:cNvPr>
            <p:cNvSpPr>
              <a:spLocks noChangeArrowheads="1"/>
            </p:cNvSpPr>
            <p:nvPr/>
          </p:nvSpPr>
          <p:spPr bwMode="auto">
            <a:xfrm>
              <a:off x="1607" y="3273"/>
              <a:ext cx="618" cy="205"/>
            </a:xfrm>
            <a:prstGeom prst="rect">
              <a:avLst/>
            </a:prstGeom>
            <a:solidFill>
              <a:srgbClr val="43996C"/>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2569" name="Text Box 20">
              <a:extLst>
                <a:ext uri="{FF2B5EF4-FFF2-40B4-BE49-F238E27FC236}">
                  <a16:creationId xmlns:a16="http://schemas.microsoft.com/office/drawing/2014/main" id="{DAD15659-9068-31B8-96DB-E2B032A4A20F}"/>
                </a:ext>
              </a:extLst>
            </p:cNvPr>
            <p:cNvSpPr txBox="1">
              <a:spLocks noChangeArrowheads="1"/>
            </p:cNvSpPr>
            <p:nvPr/>
          </p:nvSpPr>
          <p:spPr bwMode="auto">
            <a:xfrm>
              <a:off x="1689" y="3306"/>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2</a:t>
              </a:r>
            </a:p>
          </p:txBody>
        </p:sp>
      </p:grpSp>
      <p:grpSp>
        <p:nvGrpSpPr>
          <p:cNvPr id="6" name="Group 21">
            <a:extLst>
              <a:ext uri="{FF2B5EF4-FFF2-40B4-BE49-F238E27FC236}">
                <a16:creationId xmlns:a16="http://schemas.microsoft.com/office/drawing/2014/main" id="{3A0AD8AF-C72C-818D-149D-78CAB24FC43B}"/>
              </a:ext>
            </a:extLst>
          </p:cNvPr>
          <p:cNvGrpSpPr>
            <a:grpSpLocks/>
          </p:cNvGrpSpPr>
          <p:nvPr/>
        </p:nvGrpSpPr>
        <p:grpSpPr bwMode="auto">
          <a:xfrm>
            <a:off x="3144838" y="4803775"/>
            <a:ext cx="981075" cy="325438"/>
            <a:chOff x="1607" y="3273"/>
            <a:chExt cx="618" cy="205"/>
          </a:xfrm>
        </p:grpSpPr>
        <p:sp>
          <p:nvSpPr>
            <p:cNvPr id="22566" name="Rectangle 22">
              <a:extLst>
                <a:ext uri="{FF2B5EF4-FFF2-40B4-BE49-F238E27FC236}">
                  <a16:creationId xmlns:a16="http://schemas.microsoft.com/office/drawing/2014/main" id="{BDB5CD3E-D874-090E-3DD9-E6F3A6723006}"/>
                </a:ext>
              </a:extLst>
            </p:cNvPr>
            <p:cNvSpPr>
              <a:spLocks noChangeArrowheads="1"/>
            </p:cNvSpPr>
            <p:nvPr/>
          </p:nvSpPr>
          <p:spPr bwMode="auto">
            <a:xfrm>
              <a:off x="1607" y="3273"/>
              <a:ext cx="618" cy="205"/>
            </a:xfrm>
            <a:prstGeom prst="rect">
              <a:avLst/>
            </a:prstGeom>
            <a:solidFill>
              <a:srgbClr val="43996C"/>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2567" name="Text Box 23">
              <a:extLst>
                <a:ext uri="{FF2B5EF4-FFF2-40B4-BE49-F238E27FC236}">
                  <a16:creationId xmlns:a16="http://schemas.microsoft.com/office/drawing/2014/main" id="{5E3E4696-9609-CC4A-E18E-F0DDC85E7507}"/>
                </a:ext>
              </a:extLst>
            </p:cNvPr>
            <p:cNvSpPr txBox="1">
              <a:spLocks noChangeArrowheads="1"/>
            </p:cNvSpPr>
            <p:nvPr/>
          </p:nvSpPr>
          <p:spPr bwMode="auto">
            <a:xfrm>
              <a:off x="1689" y="3306"/>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3</a:t>
              </a:r>
            </a:p>
          </p:txBody>
        </p:sp>
      </p:grpSp>
      <p:grpSp>
        <p:nvGrpSpPr>
          <p:cNvPr id="7" name="Group 24">
            <a:extLst>
              <a:ext uri="{FF2B5EF4-FFF2-40B4-BE49-F238E27FC236}">
                <a16:creationId xmlns:a16="http://schemas.microsoft.com/office/drawing/2014/main" id="{E8FDD357-97F5-1DD8-A605-488676E77A31}"/>
              </a:ext>
            </a:extLst>
          </p:cNvPr>
          <p:cNvGrpSpPr>
            <a:grpSpLocks/>
          </p:cNvGrpSpPr>
          <p:nvPr/>
        </p:nvGrpSpPr>
        <p:grpSpPr bwMode="auto">
          <a:xfrm>
            <a:off x="3144838" y="5202238"/>
            <a:ext cx="981075" cy="325437"/>
            <a:chOff x="1981" y="3277"/>
            <a:chExt cx="618" cy="205"/>
          </a:xfrm>
        </p:grpSpPr>
        <p:sp>
          <p:nvSpPr>
            <p:cNvPr id="22564" name="Rectangle 25">
              <a:extLst>
                <a:ext uri="{FF2B5EF4-FFF2-40B4-BE49-F238E27FC236}">
                  <a16:creationId xmlns:a16="http://schemas.microsoft.com/office/drawing/2014/main" id="{D2FC7A7D-4CBE-8771-18AF-A8AB4DEDCEB0}"/>
                </a:ext>
              </a:extLst>
            </p:cNvPr>
            <p:cNvSpPr>
              <a:spLocks noChangeArrowheads="1"/>
            </p:cNvSpPr>
            <p:nvPr/>
          </p:nvSpPr>
          <p:spPr bwMode="auto">
            <a:xfrm>
              <a:off x="1981" y="3277"/>
              <a:ext cx="618" cy="205"/>
            </a:xfrm>
            <a:prstGeom prst="rect">
              <a:avLst/>
            </a:prstGeom>
            <a:solidFill>
              <a:srgbClr val="B2DEC7"/>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2565" name="Text Box 26">
              <a:extLst>
                <a:ext uri="{FF2B5EF4-FFF2-40B4-BE49-F238E27FC236}">
                  <a16:creationId xmlns:a16="http://schemas.microsoft.com/office/drawing/2014/main" id="{774D42AB-50E1-F762-8AA5-0345EF01A4C4}"/>
                </a:ext>
              </a:extLst>
            </p:cNvPr>
            <p:cNvSpPr txBox="1">
              <a:spLocks noChangeArrowheads="1"/>
            </p:cNvSpPr>
            <p:nvPr/>
          </p:nvSpPr>
          <p:spPr bwMode="auto">
            <a:xfrm>
              <a:off x="2035" y="3310"/>
              <a:ext cx="513"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l"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P 0 1 2 3</a:t>
              </a:r>
            </a:p>
          </p:txBody>
        </p:sp>
      </p:grpSp>
      <p:grpSp>
        <p:nvGrpSpPr>
          <p:cNvPr id="8" name="Group 27">
            <a:extLst>
              <a:ext uri="{FF2B5EF4-FFF2-40B4-BE49-F238E27FC236}">
                <a16:creationId xmlns:a16="http://schemas.microsoft.com/office/drawing/2014/main" id="{9671470D-9813-4476-2CAD-70AD7CFC503F}"/>
              </a:ext>
            </a:extLst>
          </p:cNvPr>
          <p:cNvGrpSpPr>
            <a:grpSpLocks/>
          </p:cNvGrpSpPr>
          <p:nvPr/>
        </p:nvGrpSpPr>
        <p:grpSpPr bwMode="auto">
          <a:xfrm>
            <a:off x="3144838" y="3613150"/>
            <a:ext cx="981075" cy="325438"/>
            <a:chOff x="1607" y="3273"/>
            <a:chExt cx="618" cy="205"/>
          </a:xfrm>
        </p:grpSpPr>
        <p:sp>
          <p:nvSpPr>
            <p:cNvPr id="22562" name="Rectangle 28">
              <a:extLst>
                <a:ext uri="{FF2B5EF4-FFF2-40B4-BE49-F238E27FC236}">
                  <a16:creationId xmlns:a16="http://schemas.microsoft.com/office/drawing/2014/main" id="{BD82E076-D4D9-357B-77D0-87C04AE1D6E2}"/>
                </a:ext>
              </a:extLst>
            </p:cNvPr>
            <p:cNvSpPr>
              <a:spLocks noChangeArrowheads="1"/>
            </p:cNvSpPr>
            <p:nvPr/>
          </p:nvSpPr>
          <p:spPr bwMode="auto">
            <a:xfrm>
              <a:off x="1607" y="3273"/>
              <a:ext cx="618" cy="205"/>
            </a:xfrm>
            <a:prstGeom prst="rect">
              <a:avLst/>
            </a:prstGeom>
            <a:solidFill>
              <a:srgbClr val="43996C"/>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2563" name="Text Box 29">
              <a:extLst>
                <a:ext uri="{FF2B5EF4-FFF2-40B4-BE49-F238E27FC236}">
                  <a16:creationId xmlns:a16="http://schemas.microsoft.com/office/drawing/2014/main" id="{247E68B2-CD40-DE83-6363-D6A8FD7FE67E}"/>
                </a:ext>
              </a:extLst>
            </p:cNvPr>
            <p:cNvSpPr txBox="1">
              <a:spLocks noChangeArrowheads="1"/>
            </p:cNvSpPr>
            <p:nvPr/>
          </p:nvSpPr>
          <p:spPr bwMode="auto">
            <a:xfrm>
              <a:off x="1689" y="3306"/>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0</a:t>
              </a:r>
            </a:p>
          </p:txBody>
        </p:sp>
      </p:grpSp>
      <p:grpSp>
        <p:nvGrpSpPr>
          <p:cNvPr id="9" name="Group 30">
            <a:extLst>
              <a:ext uri="{FF2B5EF4-FFF2-40B4-BE49-F238E27FC236}">
                <a16:creationId xmlns:a16="http://schemas.microsoft.com/office/drawing/2014/main" id="{A47F5745-89E1-6320-42C3-793125252164}"/>
              </a:ext>
            </a:extLst>
          </p:cNvPr>
          <p:cNvGrpSpPr>
            <a:grpSpLocks/>
          </p:cNvGrpSpPr>
          <p:nvPr/>
        </p:nvGrpSpPr>
        <p:grpSpPr bwMode="auto">
          <a:xfrm>
            <a:off x="698500" y="3613150"/>
            <a:ext cx="981075" cy="325438"/>
            <a:chOff x="1607" y="3273"/>
            <a:chExt cx="618" cy="205"/>
          </a:xfrm>
        </p:grpSpPr>
        <p:sp>
          <p:nvSpPr>
            <p:cNvPr id="22560" name="Rectangle 31">
              <a:extLst>
                <a:ext uri="{FF2B5EF4-FFF2-40B4-BE49-F238E27FC236}">
                  <a16:creationId xmlns:a16="http://schemas.microsoft.com/office/drawing/2014/main" id="{2924BF5D-7E0B-9DD6-E2CA-FC5D02F425F4}"/>
                </a:ext>
              </a:extLst>
            </p:cNvPr>
            <p:cNvSpPr>
              <a:spLocks noChangeArrowheads="1"/>
            </p:cNvSpPr>
            <p:nvPr/>
          </p:nvSpPr>
          <p:spPr bwMode="auto">
            <a:xfrm>
              <a:off x="1607" y="3273"/>
              <a:ext cx="618" cy="205"/>
            </a:xfrm>
            <a:prstGeom prst="rect">
              <a:avLst/>
            </a:prstGeom>
            <a:solidFill>
              <a:srgbClr val="43996C"/>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2561" name="Text Box 32">
              <a:extLst>
                <a:ext uri="{FF2B5EF4-FFF2-40B4-BE49-F238E27FC236}">
                  <a16:creationId xmlns:a16="http://schemas.microsoft.com/office/drawing/2014/main" id="{F7E67322-AF41-FF42-46F0-E75D997D2109}"/>
                </a:ext>
              </a:extLst>
            </p:cNvPr>
            <p:cNvSpPr txBox="1">
              <a:spLocks noChangeArrowheads="1"/>
            </p:cNvSpPr>
            <p:nvPr/>
          </p:nvSpPr>
          <p:spPr bwMode="auto">
            <a:xfrm>
              <a:off x="1689" y="3306"/>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3</a:t>
              </a:r>
            </a:p>
          </p:txBody>
        </p:sp>
      </p:grpSp>
      <p:grpSp>
        <p:nvGrpSpPr>
          <p:cNvPr id="10" name="Group 33">
            <a:extLst>
              <a:ext uri="{FF2B5EF4-FFF2-40B4-BE49-F238E27FC236}">
                <a16:creationId xmlns:a16="http://schemas.microsoft.com/office/drawing/2014/main" id="{3F4A2A93-06B5-50C6-3499-EE8E6FD398E2}"/>
              </a:ext>
            </a:extLst>
          </p:cNvPr>
          <p:cNvGrpSpPr>
            <a:grpSpLocks/>
          </p:cNvGrpSpPr>
          <p:nvPr/>
        </p:nvGrpSpPr>
        <p:grpSpPr bwMode="auto">
          <a:xfrm>
            <a:off x="698500" y="3613150"/>
            <a:ext cx="981075" cy="325438"/>
            <a:chOff x="1607" y="3273"/>
            <a:chExt cx="618" cy="205"/>
          </a:xfrm>
        </p:grpSpPr>
        <p:sp>
          <p:nvSpPr>
            <p:cNvPr id="22558" name="Rectangle 34">
              <a:extLst>
                <a:ext uri="{FF2B5EF4-FFF2-40B4-BE49-F238E27FC236}">
                  <a16:creationId xmlns:a16="http://schemas.microsoft.com/office/drawing/2014/main" id="{62564FDC-BC7F-F324-0543-F35CC1CD0BD5}"/>
                </a:ext>
              </a:extLst>
            </p:cNvPr>
            <p:cNvSpPr>
              <a:spLocks noChangeArrowheads="1"/>
            </p:cNvSpPr>
            <p:nvPr/>
          </p:nvSpPr>
          <p:spPr bwMode="auto">
            <a:xfrm>
              <a:off x="1607" y="3273"/>
              <a:ext cx="618" cy="205"/>
            </a:xfrm>
            <a:prstGeom prst="rect">
              <a:avLst/>
            </a:prstGeom>
            <a:solidFill>
              <a:srgbClr val="43996C"/>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2559" name="Text Box 35">
              <a:extLst>
                <a:ext uri="{FF2B5EF4-FFF2-40B4-BE49-F238E27FC236}">
                  <a16:creationId xmlns:a16="http://schemas.microsoft.com/office/drawing/2014/main" id="{5326173F-F8FA-7DD3-B64F-A2C58B9EB897}"/>
                </a:ext>
              </a:extLst>
            </p:cNvPr>
            <p:cNvSpPr txBox="1">
              <a:spLocks noChangeArrowheads="1"/>
            </p:cNvSpPr>
            <p:nvPr/>
          </p:nvSpPr>
          <p:spPr bwMode="auto">
            <a:xfrm>
              <a:off x="1689" y="3306"/>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2</a:t>
              </a:r>
            </a:p>
          </p:txBody>
        </p:sp>
      </p:grpSp>
      <p:grpSp>
        <p:nvGrpSpPr>
          <p:cNvPr id="11" name="Group 36">
            <a:extLst>
              <a:ext uri="{FF2B5EF4-FFF2-40B4-BE49-F238E27FC236}">
                <a16:creationId xmlns:a16="http://schemas.microsoft.com/office/drawing/2014/main" id="{52E884FF-6D7A-878D-4591-C7A3E6E980B3}"/>
              </a:ext>
            </a:extLst>
          </p:cNvPr>
          <p:cNvGrpSpPr>
            <a:grpSpLocks/>
          </p:cNvGrpSpPr>
          <p:nvPr/>
        </p:nvGrpSpPr>
        <p:grpSpPr bwMode="auto">
          <a:xfrm>
            <a:off x="698500" y="3613150"/>
            <a:ext cx="981075" cy="325438"/>
            <a:chOff x="1607" y="3273"/>
            <a:chExt cx="618" cy="205"/>
          </a:xfrm>
        </p:grpSpPr>
        <p:sp>
          <p:nvSpPr>
            <p:cNvPr id="22556" name="Rectangle 37">
              <a:extLst>
                <a:ext uri="{FF2B5EF4-FFF2-40B4-BE49-F238E27FC236}">
                  <a16:creationId xmlns:a16="http://schemas.microsoft.com/office/drawing/2014/main" id="{322D515B-47E9-A374-5704-A3B574156390}"/>
                </a:ext>
              </a:extLst>
            </p:cNvPr>
            <p:cNvSpPr>
              <a:spLocks noChangeArrowheads="1"/>
            </p:cNvSpPr>
            <p:nvPr/>
          </p:nvSpPr>
          <p:spPr bwMode="auto">
            <a:xfrm>
              <a:off x="1607" y="3273"/>
              <a:ext cx="618" cy="205"/>
            </a:xfrm>
            <a:prstGeom prst="rect">
              <a:avLst/>
            </a:prstGeom>
            <a:solidFill>
              <a:srgbClr val="43996C"/>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2557" name="Text Box 38">
              <a:extLst>
                <a:ext uri="{FF2B5EF4-FFF2-40B4-BE49-F238E27FC236}">
                  <a16:creationId xmlns:a16="http://schemas.microsoft.com/office/drawing/2014/main" id="{71C442EA-33E4-D68B-9C0F-C22356C8F3B0}"/>
                </a:ext>
              </a:extLst>
            </p:cNvPr>
            <p:cNvSpPr txBox="1">
              <a:spLocks noChangeArrowheads="1"/>
            </p:cNvSpPr>
            <p:nvPr/>
          </p:nvSpPr>
          <p:spPr bwMode="auto">
            <a:xfrm>
              <a:off x="1689" y="3306"/>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1</a:t>
              </a:r>
            </a:p>
          </p:txBody>
        </p:sp>
      </p:grpSp>
      <p:grpSp>
        <p:nvGrpSpPr>
          <p:cNvPr id="12" name="Group 39">
            <a:extLst>
              <a:ext uri="{FF2B5EF4-FFF2-40B4-BE49-F238E27FC236}">
                <a16:creationId xmlns:a16="http://schemas.microsoft.com/office/drawing/2014/main" id="{936BE2D5-369A-C358-31A5-75BE7F969816}"/>
              </a:ext>
            </a:extLst>
          </p:cNvPr>
          <p:cNvGrpSpPr>
            <a:grpSpLocks/>
          </p:cNvGrpSpPr>
          <p:nvPr/>
        </p:nvGrpSpPr>
        <p:grpSpPr bwMode="auto">
          <a:xfrm>
            <a:off x="698500" y="3613150"/>
            <a:ext cx="981075" cy="325438"/>
            <a:chOff x="1607" y="3273"/>
            <a:chExt cx="618" cy="205"/>
          </a:xfrm>
        </p:grpSpPr>
        <p:sp>
          <p:nvSpPr>
            <p:cNvPr id="22554" name="Rectangle 40">
              <a:extLst>
                <a:ext uri="{FF2B5EF4-FFF2-40B4-BE49-F238E27FC236}">
                  <a16:creationId xmlns:a16="http://schemas.microsoft.com/office/drawing/2014/main" id="{5B053215-1998-1E3A-9747-B8DCCC67ED4F}"/>
                </a:ext>
              </a:extLst>
            </p:cNvPr>
            <p:cNvSpPr>
              <a:spLocks noChangeArrowheads="1"/>
            </p:cNvSpPr>
            <p:nvPr/>
          </p:nvSpPr>
          <p:spPr bwMode="auto">
            <a:xfrm>
              <a:off x="1607" y="3273"/>
              <a:ext cx="618" cy="205"/>
            </a:xfrm>
            <a:prstGeom prst="rect">
              <a:avLst/>
            </a:prstGeom>
            <a:solidFill>
              <a:srgbClr val="43996C"/>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2555" name="Text Box 41">
              <a:extLst>
                <a:ext uri="{FF2B5EF4-FFF2-40B4-BE49-F238E27FC236}">
                  <a16:creationId xmlns:a16="http://schemas.microsoft.com/office/drawing/2014/main" id="{96180786-112F-5274-760E-604669BA8845}"/>
                </a:ext>
              </a:extLst>
            </p:cNvPr>
            <p:cNvSpPr txBox="1">
              <a:spLocks noChangeArrowheads="1"/>
            </p:cNvSpPr>
            <p:nvPr/>
          </p:nvSpPr>
          <p:spPr bwMode="auto">
            <a:xfrm>
              <a:off x="1689" y="3306"/>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0</a:t>
              </a:r>
            </a:p>
          </p:txBody>
        </p:sp>
      </p:grpSp>
      <p:grpSp>
        <p:nvGrpSpPr>
          <p:cNvPr id="13" name="Group 42">
            <a:extLst>
              <a:ext uri="{FF2B5EF4-FFF2-40B4-BE49-F238E27FC236}">
                <a16:creationId xmlns:a16="http://schemas.microsoft.com/office/drawing/2014/main" id="{2659E6C7-5261-18EB-49A7-D41B64FE2779}"/>
              </a:ext>
            </a:extLst>
          </p:cNvPr>
          <p:cNvGrpSpPr>
            <a:grpSpLocks/>
          </p:cNvGrpSpPr>
          <p:nvPr/>
        </p:nvGrpSpPr>
        <p:grpSpPr bwMode="auto">
          <a:xfrm>
            <a:off x="2994025" y="3536950"/>
            <a:ext cx="1281113" cy="1630363"/>
            <a:chOff x="1886" y="2228"/>
            <a:chExt cx="807" cy="1027"/>
          </a:xfrm>
        </p:grpSpPr>
        <p:sp>
          <p:nvSpPr>
            <p:cNvPr id="22552" name="AutoShape 43">
              <a:extLst>
                <a:ext uri="{FF2B5EF4-FFF2-40B4-BE49-F238E27FC236}">
                  <a16:creationId xmlns:a16="http://schemas.microsoft.com/office/drawing/2014/main" id="{7CB69B9A-160E-BF55-2D76-3E03471947FD}"/>
                </a:ext>
              </a:extLst>
            </p:cNvPr>
            <p:cNvSpPr>
              <a:spLocks noChangeArrowheads="1"/>
            </p:cNvSpPr>
            <p:nvPr/>
          </p:nvSpPr>
          <p:spPr bwMode="auto">
            <a:xfrm>
              <a:off x="1886" y="2228"/>
              <a:ext cx="807" cy="1027"/>
            </a:xfrm>
            <a:prstGeom prst="roundRect">
              <a:avLst>
                <a:gd name="adj" fmla="val 12019"/>
              </a:avLst>
            </a:prstGeom>
            <a:solidFill>
              <a:srgbClr val="B2DEC7"/>
            </a:solidFill>
            <a:ln w="9525" algn="ctr">
              <a:solidFill>
                <a:srgbClr val="000000"/>
              </a:solidFill>
              <a:round/>
              <a:headEnd/>
              <a:tailEn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2553" name="Text Box 44">
              <a:extLst>
                <a:ext uri="{FF2B5EF4-FFF2-40B4-BE49-F238E27FC236}">
                  <a16:creationId xmlns:a16="http://schemas.microsoft.com/office/drawing/2014/main" id="{C4070FB8-2A1B-3DE4-3B65-38026688FC87}"/>
                </a:ext>
              </a:extLst>
            </p:cNvPr>
            <p:cNvSpPr txBox="1">
              <a:spLocks noChangeArrowheads="1"/>
            </p:cNvSpPr>
            <p:nvPr/>
          </p:nvSpPr>
          <p:spPr bwMode="auto">
            <a:xfrm>
              <a:off x="1973" y="2603"/>
              <a:ext cx="633"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Parity</a:t>
              </a:r>
              <a:br>
                <a:rPr kumimoji="0" lang="en-US" altLang="en-US" sz="16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br>
              <a:r>
                <a:rPr kumimoji="0" lang="en-US" altLang="en-US" sz="16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Generated</a:t>
              </a:r>
            </a:p>
          </p:txBody>
        </p:sp>
      </p:grpSp>
      <p:sp>
        <p:nvSpPr>
          <p:cNvPr id="22546" name="Rectangle 46">
            <a:extLst>
              <a:ext uri="{FF2B5EF4-FFF2-40B4-BE49-F238E27FC236}">
                <a16:creationId xmlns:a16="http://schemas.microsoft.com/office/drawing/2014/main" id="{E573053D-C40F-AFF0-A273-B00075565615}"/>
              </a:ext>
            </a:extLst>
          </p:cNvPr>
          <p:cNvSpPr>
            <a:spLocks noGrp="1" noChangeArrowheads="1"/>
          </p:cNvSpPr>
          <p:nvPr>
            <p:ph type="title"/>
          </p:nvPr>
        </p:nvSpPr>
        <p:spPr>
          <a:noFill/>
        </p:spPr>
        <p:txBody>
          <a:bodyPr/>
          <a:lstStyle/>
          <a:p>
            <a:pPr eaLnBrk="1" hangingPunct="1"/>
            <a:r>
              <a:rPr lang="en-US" altLang="en-US"/>
              <a:t>RAID 3</a:t>
            </a:r>
          </a:p>
        </p:txBody>
      </p:sp>
      <p:pic>
        <p:nvPicPr>
          <p:cNvPr id="22547" name="Picture 50" descr="strippeddisk">
            <a:extLst>
              <a:ext uri="{FF2B5EF4-FFF2-40B4-BE49-F238E27FC236}">
                <a16:creationId xmlns:a16="http://schemas.microsoft.com/office/drawing/2014/main" id="{2308DFD6-EE98-E6C9-65FE-57C0D9BBFC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7400" y="15240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48" name="Picture 51" descr="strippeddisk">
            <a:extLst>
              <a:ext uri="{FF2B5EF4-FFF2-40B4-BE49-F238E27FC236}">
                <a16:creationId xmlns:a16="http://schemas.microsoft.com/office/drawing/2014/main" id="{490BEF8D-BDAD-9011-120D-85B1A1893E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7400" y="25146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49" name="Picture 52" descr="strippeddisk">
            <a:extLst>
              <a:ext uri="{FF2B5EF4-FFF2-40B4-BE49-F238E27FC236}">
                <a16:creationId xmlns:a16="http://schemas.microsoft.com/office/drawing/2014/main" id="{1BE380A1-5E8A-C7F3-9D4A-F0DFC58D5D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7400" y="35052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50" name="Picture 53" descr="strippeddisk">
            <a:extLst>
              <a:ext uri="{FF2B5EF4-FFF2-40B4-BE49-F238E27FC236}">
                <a16:creationId xmlns:a16="http://schemas.microsoft.com/office/drawing/2014/main" id="{AF661FD3-5446-0988-C495-CC600D2F28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7400" y="44958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51" name="Picture 54" descr="strippeddisk">
            <a:extLst>
              <a:ext uri="{FF2B5EF4-FFF2-40B4-BE49-F238E27FC236}">
                <a16:creationId xmlns:a16="http://schemas.microsoft.com/office/drawing/2014/main" id="{F2830E6A-9F08-DEFC-9D7A-2EAB0EC0757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7400" y="54864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3" presetClass="path" presetSubtype="0" accel="50000" decel="50000" fill="hold" nodeType="clickEffect">
                                  <p:stCondLst>
                                    <p:cond delay="0"/>
                                  </p:stCondLst>
                                  <p:childTnLst>
                                    <p:animMotion origin="layout" path="M -4.72222E-6 -0.00601 L 0.26841 -0.00601 " pathEditMode="relative" rAng="0" ptsTypes="AA">
                                      <p:cBhvr>
                                        <p:cTn id="6" dur="1000" fill="hold"/>
                                        <p:tgtEl>
                                          <p:spTgt spid="12"/>
                                        </p:tgtEl>
                                        <p:attrNameLst>
                                          <p:attrName>ppt_x</p:attrName>
                                          <p:attrName>ppt_y</p:attrName>
                                        </p:attrNameLst>
                                      </p:cBhvr>
                                      <p:rCtr x="13420" y="0"/>
                                    </p:animMotion>
                                  </p:childTnLst>
                                </p:cTn>
                              </p:par>
                            </p:childTnLst>
                          </p:cTn>
                        </p:par>
                        <p:par>
                          <p:cTn id="7" fill="hold" nodeType="afterGroup">
                            <p:stCondLst>
                              <p:cond delay="1000"/>
                            </p:stCondLst>
                            <p:childTnLst>
                              <p:par>
                                <p:cTn id="8" presetID="1" presetClass="exit" presetSubtype="0" fill="hold" nodeType="afterEffect">
                                  <p:stCondLst>
                                    <p:cond delay="0"/>
                                  </p:stCondLst>
                                  <p:childTnLst>
                                    <p:set>
                                      <p:cBhvr>
                                        <p:cTn id="9" dur="1" fill="hold">
                                          <p:stCondLst>
                                            <p:cond delay="0"/>
                                          </p:stCondLst>
                                        </p:cTn>
                                        <p:tgtEl>
                                          <p:spTgt spid="12"/>
                                        </p:tgtEl>
                                        <p:attrNameLst>
                                          <p:attrName>style.visibility</p:attrName>
                                        </p:attrNameLst>
                                      </p:cBhvr>
                                      <p:to>
                                        <p:strVal val="hidden"/>
                                      </p:to>
                                    </p:set>
                                  </p:childTnLst>
                                </p:cTn>
                              </p:par>
                            </p:childTnLst>
                          </p:cTn>
                        </p:par>
                        <p:par>
                          <p:cTn id="10" fill="hold" nodeType="afterGroup">
                            <p:stCondLst>
                              <p:cond delay="1000"/>
                            </p:stCondLst>
                            <p:childTnLst>
                              <p:par>
                                <p:cTn id="11" presetID="1" presetClass="entr" presetSubtype="0"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par>
                          <p:cTn id="13" fill="hold" nodeType="afterGroup">
                            <p:stCondLst>
                              <p:cond delay="1000"/>
                            </p:stCondLst>
                            <p:childTnLst>
                              <p:par>
                                <p:cTn id="14" presetID="0" presetClass="path" presetSubtype="0" accel="50000" decel="50000" fill="hold" nodeType="afterEffect">
                                  <p:stCondLst>
                                    <p:cond delay="0"/>
                                  </p:stCondLst>
                                  <p:childTnLst>
                                    <p:animMotion origin="layout" path="M -4.72222E-6 0.00046 L 0.26928 0.00046 L 0.26928 0.06061 " pathEditMode="relative" rAng="0" ptsTypes="AAA">
                                      <p:cBhvr>
                                        <p:cTn id="15" dur="1000" fill="hold"/>
                                        <p:tgtEl>
                                          <p:spTgt spid="11"/>
                                        </p:tgtEl>
                                        <p:attrNameLst>
                                          <p:attrName>ppt_x</p:attrName>
                                          <p:attrName>ppt_y</p:attrName>
                                        </p:attrNameLst>
                                      </p:cBhvr>
                                      <p:rCtr x="13455" y="3007"/>
                                    </p:animMotion>
                                  </p:childTnLst>
                                </p:cTn>
                              </p:par>
                            </p:childTnLst>
                          </p:cTn>
                        </p:par>
                        <p:par>
                          <p:cTn id="16" fill="hold" nodeType="afterGroup">
                            <p:stCondLst>
                              <p:cond delay="2000"/>
                            </p:stCondLst>
                            <p:childTnLst>
                              <p:par>
                                <p:cTn id="17" presetID="1" presetClass="exit" presetSubtype="0" fill="hold" nodeType="afterEffect">
                                  <p:stCondLst>
                                    <p:cond delay="0"/>
                                  </p:stCondLst>
                                  <p:childTnLst>
                                    <p:set>
                                      <p:cBhvr>
                                        <p:cTn id="18" dur="1" fill="hold">
                                          <p:stCondLst>
                                            <p:cond delay="0"/>
                                          </p:stCondLst>
                                        </p:cTn>
                                        <p:tgtEl>
                                          <p:spTgt spid="11"/>
                                        </p:tgtEl>
                                        <p:attrNameLst>
                                          <p:attrName>style.visibility</p:attrName>
                                        </p:attrNameLst>
                                      </p:cBhvr>
                                      <p:to>
                                        <p:strVal val="hidden"/>
                                      </p:to>
                                    </p:set>
                                  </p:childTnLst>
                                </p:cTn>
                              </p:par>
                            </p:childTnLst>
                          </p:cTn>
                        </p:par>
                        <p:par>
                          <p:cTn id="19" fill="hold" nodeType="afterGroup">
                            <p:stCondLst>
                              <p:cond delay="2000"/>
                            </p:stCondLst>
                            <p:childTnLst>
                              <p:par>
                                <p:cTn id="20" presetID="1" presetClass="entr" presetSubtype="0" fill="hold" nodeType="afterEffect">
                                  <p:stCondLst>
                                    <p:cond delay="0"/>
                                  </p:stCondLst>
                                  <p:childTnLst>
                                    <p:set>
                                      <p:cBhvr>
                                        <p:cTn id="21" dur="1" fill="hold">
                                          <p:stCondLst>
                                            <p:cond delay="0"/>
                                          </p:stCondLst>
                                        </p:cTn>
                                        <p:tgtEl>
                                          <p:spTgt spid="4"/>
                                        </p:tgtEl>
                                        <p:attrNameLst>
                                          <p:attrName>style.visibility</p:attrName>
                                        </p:attrNameLst>
                                      </p:cBhvr>
                                      <p:to>
                                        <p:strVal val="visible"/>
                                      </p:to>
                                    </p:set>
                                  </p:childTnLst>
                                </p:cTn>
                              </p:par>
                            </p:childTnLst>
                          </p:cTn>
                        </p:par>
                        <p:par>
                          <p:cTn id="22" fill="hold" nodeType="afterGroup">
                            <p:stCondLst>
                              <p:cond delay="2000"/>
                            </p:stCondLst>
                            <p:childTnLst>
                              <p:par>
                                <p:cTn id="23" presetID="0" presetClass="path" presetSubtype="0" accel="50000" decel="50000" fill="hold" nodeType="afterEffect">
                                  <p:stCondLst>
                                    <p:cond delay="0"/>
                                  </p:stCondLst>
                                  <p:childTnLst>
                                    <p:animMotion origin="layout" path="M -0.00086 -0.00046 L 0.26754 -0.00046 L 0.26754 0.11612 " pathEditMode="relative" rAng="0" ptsTypes="AAA">
                                      <p:cBhvr>
                                        <p:cTn id="24" dur="1000" fill="hold"/>
                                        <p:tgtEl>
                                          <p:spTgt spid="10"/>
                                        </p:tgtEl>
                                        <p:attrNameLst>
                                          <p:attrName>ppt_x</p:attrName>
                                          <p:attrName>ppt_y</p:attrName>
                                        </p:attrNameLst>
                                      </p:cBhvr>
                                      <p:rCtr x="13420" y="5829"/>
                                    </p:animMotion>
                                  </p:childTnLst>
                                </p:cTn>
                              </p:par>
                            </p:childTnLst>
                          </p:cTn>
                        </p:par>
                        <p:par>
                          <p:cTn id="25" fill="hold" nodeType="afterGroup">
                            <p:stCondLst>
                              <p:cond delay="3000"/>
                            </p:stCondLst>
                            <p:childTnLst>
                              <p:par>
                                <p:cTn id="26" presetID="1" presetClass="exit" presetSubtype="0" fill="hold" nodeType="afterEffect">
                                  <p:stCondLst>
                                    <p:cond delay="0"/>
                                  </p:stCondLst>
                                  <p:childTnLst>
                                    <p:set>
                                      <p:cBhvr>
                                        <p:cTn id="27" dur="1" fill="hold">
                                          <p:stCondLst>
                                            <p:cond delay="0"/>
                                          </p:stCondLst>
                                        </p:cTn>
                                        <p:tgtEl>
                                          <p:spTgt spid="10"/>
                                        </p:tgtEl>
                                        <p:attrNameLst>
                                          <p:attrName>style.visibility</p:attrName>
                                        </p:attrNameLst>
                                      </p:cBhvr>
                                      <p:to>
                                        <p:strVal val="hidden"/>
                                      </p:to>
                                    </p:set>
                                  </p:childTnLst>
                                </p:cTn>
                              </p:par>
                            </p:childTnLst>
                          </p:cTn>
                        </p:par>
                        <p:par>
                          <p:cTn id="28" fill="hold" nodeType="afterGroup">
                            <p:stCondLst>
                              <p:cond delay="3000"/>
                            </p:stCondLst>
                            <p:childTnLst>
                              <p:par>
                                <p:cTn id="29" presetID="1" presetClass="entr" presetSubtype="0" fill="hold" nodeType="after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par>
                          <p:cTn id="31" fill="hold" nodeType="afterGroup">
                            <p:stCondLst>
                              <p:cond delay="3000"/>
                            </p:stCondLst>
                            <p:childTnLst>
                              <p:par>
                                <p:cTn id="32" presetID="0" presetClass="path" presetSubtype="0" accel="50000" decel="50000" fill="hold" nodeType="afterEffect">
                                  <p:stCondLst>
                                    <p:cond delay="0"/>
                                  </p:stCondLst>
                                  <p:childTnLst>
                                    <p:animMotion origin="layout" path="M -4.72222E-6 -0.00301 L 0.26841 -0.00185 L 0.26841 0.17164 " pathEditMode="relative" rAng="0" ptsTypes="AAA">
                                      <p:cBhvr>
                                        <p:cTn id="33" dur="1000" fill="hold"/>
                                        <p:tgtEl>
                                          <p:spTgt spid="9"/>
                                        </p:tgtEl>
                                        <p:attrNameLst>
                                          <p:attrName>ppt_x</p:attrName>
                                          <p:attrName>ppt_y</p:attrName>
                                        </p:attrNameLst>
                                      </p:cBhvr>
                                      <p:rCtr x="13420" y="8721"/>
                                    </p:animMotion>
                                  </p:childTnLst>
                                </p:cTn>
                              </p:par>
                            </p:childTnLst>
                          </p:cTn>
                        </p:par>
                        <p:par>
                          <p:cTn id="34" fill="hold" nodeType="afterGroup">
                            <p:stCondLst>
                              <p:cond delay="4000"/>
                            </p:stCondLst>
                            <p:childTnLst>
                              <p:par>
                                <p:cTn id="35" presetID="1" presetClass="exit" presetSubtype="0" fill="hold" nodeType="afterEffect">
                                  <p:stCondLst>
                                    <p:cond delay="0"/>
                                  </p:stCondLst>
                                  <p:childTnLst>
                                    <p:set>
                                      <p:cBhvr>
                                        <p:cTn id="36" dur="1" fill="hold">
                                          <p:stCondLst>
                                            <p:cond delay="0"/>
                                          </p:stCondLst>
                                        </p:cTn>
                                        <p:tgtEl>
                                          <p:spTgt spid="9"/>
                                        </p:tgtEl>
                                        <p:attrNameLst>
                                          <p:attrName>style.visibility</p:attrName>
                                        </p:attrNameLst>
                                      </p:cBhvr>
                                      <p:to>
                                        <p:strVal val="hidden"/>
                                      </p:to>
                                    </p:set>
                                  </p:childTnLst>
                                </p:cTn>
                              </p:par>
                            </p:childTnLst>
                          </p:cTn>
                        </p:par>
                        <p:par>
                          <p:cTn id="37" fill="hold" nodeType="afterGroup">
                            <p:stCondLst>
                              <p:cond delay="4000"/>
                            </p:stCondLst>
                            <p:childTnLst>
                              <p:par>
                                <p:cTn id="38" presetID="1" presetClass="entr" presetSubtype="0" fill="hold" nodeType="afterEffect">
                                  <p:stCondLst>
                                    <p:cond delay="0"/>
                                  </p:stCondLst>
                                  <p:childTnLst>
                                    <p:set>
                                      <p:cBhvr>
                                        <p:cTn id="39" dur="1" fill="hold">
                                          <p:stCondLst>
                                            <p:cond delay="0"/>
                                          </p:stCondLst>
                                        </p:cTn>
                                        <p:tgtEl>
                                          <p:spTgt spid="6"/>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10" presetClass="entr" presetSubtype="0" fill="hold"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1000"/>
                                        <p:tgtEl>
                                          <p:spTgt spid="13"/>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0" presetClass="exit" presetSubtype="0" fill="hold" nodeType="clickEffect">
                                  <p:stCondLst>
                                    <p:cond delay="0"/>
                                  </p:stCondLst>
                                  <p:childTnLst>
                                    <p:animEffect transition="out" filter="fade">
                                      <p:cBhvr>
                                        <p:cTn id="48" dur="1000"/>
                                        <p:tgtEl>
                                          <p:spTgt spid="13"/>
                                        </p:tgtEl>
                                      </p:cBhvr>
                                    </p:animEffect>
                                    <p:set>
                                      <p:cBhvr>
                                        <p:cTn id="49" dur="1" fill="hold">
                                          <p:stCondLst>
                                            <p:cond delay="999"/>
                                          </p:stCondLst>
                                        </p:cTn>
                                        <p:tgtEl>
                                          <p:spTgt spid="13"/>
                                        </p:tgtEl>
                                        <p:attrNameLst>
                                          <p:attrName>style.visibility</p:attrName>
                                        </p:attrNameLst>
                                      </p:cBhvr>
                                      <p:to>
                                        <p:strVal val="hidden"/>
                                      </p:to>
                                    </p:set>
                                  </p:childTnLst>
                                </p:cTn>
                              </p:par>
                            </p:childTnLst>
                          </p:cTn>
                        </p:par>
                        <p:par>
                          <p:cTn id="50" fill="hold" nodeType="afterGroup">
                            <p:stCondLst>
                              <p:cond delay="1000"/>
                            </p:stCondLst>
                            <p:childTnLst>
                              <p:par>
                                <p:cTn id="51" presetID="10" presetClass="entr" presetSubtype="0" fill="hold" nodeType="afterEffect">
                                  <p:stCondLst>
                                    <p:cond delay="0"/>
                                  </p:stCondLst>
                                  <p:childTnLst>
                                    <p:set>
                                      <p:cBhvr>
                                        <p:cTn id="52" dur="1" fill="hold">
                                          <p:stCondLst>
                                            <p:cond delay="0"/>
                                          </p:stCondLst>
                                        </p:cTn>
                                        <p:tgtEl>
                                          <p:spTgt spid="7"/>
                                        </p:tgtEl>
                                        <p:attrNameLst>
                                          <p:attrName>style.visibility</p:attrName>
                                        </p:attrNameLst>
                                      </p:cBhvr>
                                      <p:to>
                                        <p:strVal val="visible"/>
                                      </p:to>
                                    </p:set>
                                    <p:animEffect transition="in" filter="fade">
                                      <p:cBhvr>
                                        <p:cTn id="53" dur="1000"/>
                                        <p:tgtEl>
                                          <p:spTgt spid="7"/>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0" presetClass="path" presetSubtype="0" accel="50000" decel="50000" fill="hold" nodeType="clickEffect">
                                  <p:stCondLst>
                                    <p:cond delay="0"/>
                                  </p:stCondLst>
                                  <p:childTnLst>
                                    <p:animMotion origin="layout" path="M 0.00087 -0.00602 L 0.18333 -0.00602 L 0.18333 -0.29031 L 0.38663 -0.29031 " pathEditMode="relative" rAng="0" ptsTypes="AAAA">
                                      <p:cBhvr>
                                        <p:cTn id="57" dur="1000" fill="hold"/>
                                        <p:tgtEl>
                                          <p:spTgt spid="8"/>
                                        </p:tgtEl>
                                        <p:attrNameLst>
                                          <p:attrName>ppt_x</p:attrName>
                                          <p:attrName>ppt_y</p:attrName>
                                        </p:attrNameLst>
                                      </p:cBhvr>
                                      <p:rCtr x="19288" y="-14226"/>
                                    </p:animMotion>
                                  </p:childTnLst>
                                </p:cTn>
                              </p:par>
                              <p:par>
                                <p:cTn id="58" presetID="0" presetClass="path" presetSubtype="0" accel="50000" decel="50000" fill="hold" nodeType="withEffect">
                                  <p:stCondLst>
                                    <p:cond delay="0"/>
                                  </p:stCondLst>
                                  <p:childTnLst>
                                    <p:animMotion origin="layout" path="M 0.00174 0.00277 L 0.1842 0.00277 L 0.1842 -0.19431 L 0.3875 -0.19431 " pathEditMode="relative" rAng="0" ptsTypes="AAAA">
                                      <p:cBhvr>
                                        <p:cTn id="59" dur="1000" fill="hold"/>
                                        <p:tgtEl>
                                          <p:spTgt spid="4"/>
                                        </p:tgtEl>
                                        <p:attrNameLst>
                                          <p:attrName>ppt_x</p:attrName>
                                          <p:attrName>ppt_y</p:attrName>
                                        </p:attrNameLst>
                                      </p:cBhvr>
                                      <p:rCtr x="19288" y="-9854"/>
                                    </p:animMotion>
                                  </p:childTnLst>
                                </p:cTn>
                              </p:par>
                              <p:par>
                                <p:cTn id="60" presetID="0" presetClass="path" presetSubtype="0" accel="50000" decel="50000" fill="hold" nodeType="withEffect">
                                  <p:stCondLst>
                                    <p:cond delay="0"/>
                                  </p:stCondLst>
                                  <p:childTnLst>
                                    <p:animMotion origin="layout" path="M 5.55556E-7 0.00046 L 0.18646 0.00046 L 0.18646 -0.12167 L 0.3941 -0.12167 " pathEditMode="relative" rAng="0" ptsTypes="AAAA">
                                      <p:cBhvr>
                                        <p:cTn id="61" dur="1000" fill="hold"/>
                                        <p:tgtEl>
                                          <p:spTgt spid="5"/>
                                        </p:tgtEl>
                                        <p:attrNameLst>
                                          <p:attrName>ppt_x</p:attrName>
                                          <p:attrName>ppt_y</p:attrName>
                                        </p:attrNameLst>
                                      </p:cBhvr>
                                      <p:rCtr x="19705" y="-6107"/>
                                    </p:animMotion>
                                  </p:childTnLst>
                                </p:cTn>
                              </p:par>
                              <p:par>
                                <p:cTn id="62" presetID="0" presetClass="path" presetSubtype="0" accel="50000" decel="50000" fill="hold" nodeType="withEffect">
                                  <p:stCondLst>
                                    <p:cond delay="0"/>
                                  </p:stCondLst>
                                  <p:childTnLst>
                                    <p:animMotion origin="layout" path="M 5.55556E-7 -1.02706E-6 L 0.18715 -1.02706E-6 L 0.18715 -0.03331 L 0.3941 -0.03331 " pathEditMode="relative" rAng="0" ptsTypes="AAAA">
                                      <p:cBhvr>
                                        <p:cTn id="63" dur="1000" fill="hold"/>
                                        <p:tgtEl>
                                          <p:spTgt spid="6"/>
                                        </p:tgtEl>
                                        <p:attrNameLst>
                                          <p:attrName>ppt_x</p:attrName>
                                          <p:attrName>ppt_y</p:attrName>
                                        </p:attrNameLst>
                                      </p:cBhvr>
                                      <p:rCtr x="19705" y="-1666"/>
                                    </p:animMotion>
                                  </p:childTnLst>
                                </p:cTn>
                              </p:par>
                              <p:par>
                                <p:cTn id="64" presetID="0" presetClass="path" presetSubtype="0" accel="50000" decel="50000" fill="hold" nodeType="withEffect">
                                  <p:stCondLst>
                                    <p:cond delay="0"/>
                                  </p:stCondLst>
                                  <p:childTnLst>
                                    <p:animMotion origin="layout" path="M 5.55556E-7 -3.31251E-6 L 0.18889 -3.31251E-6 L 0.18889 0.0546 L 0.3941 0.0546 " pathEditMode="relative" rAng="0" ptsTypes="AAAA">
                                      <p:cBhvr>
                                        <p:cTn id="65" dur="1000" fill="hold"/>
                                        <p:tgtEl>
                                          <p:spTgt spid="7"/>
                                        </p:tgtEl>
                                        <p:attrNameLst>
                                          <p:attrName>ppt_x</p:attrName>
                                          <p:attrName>ppt_y</p:attrName>
                                        </p:attrNameLst>
                                      </p:cBhvr>
                                      <p:rCtr x="19705" y="273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FF7D7E47-ACE2-1DA2-D3F0-349214DA9D56}"/>
              </a:ext>
            </a:extLst>
          </p:cNvPr>
          <p:cNvSpPr>
            <a:spLocks noGrp="1" noChangeArrowheads="1"/>
          </p:cNvSpPr>
          <p:nvPr>
            <p:ph type="title"/>
          </p:nvPr>
        </p:nvSpPr>
        <p:spPr>
          <a:xfrm>
            <a:off x="685800" y="609600"/>
            <a:ext cx="7773988" cy="1144588"/>
          </a:xfrm>
          <a:extLst>
            <a:ext uri="{91240B29-F687-4F45-9708-019B960494DF}">
              <a14:hiddenLine xmlns:a14="http://schemas.microsoft.com/office/drawing/2010/main" w="9525">
                <a:solidFill>
                  <a:srgbClr val="000000"/>
                </a:solidFill>
                <a:round/>
                <a:headEnd/>
                <a:tailEnd/>
              </a14:hiddenLine>
            </a:ext>
          </a:extLst>
        </p:spPr>
        <p:txBody>
          <a:bodyPr lIns="92160" tIns="46080" rIns="92160" bIns="46080"/>
          <a:lstStyle/>
          <a:p>
            <a:pPr defTabSz="4572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t>RAID  LEVEL 4 (I)</a:t>
            </a:r>
          </a:p>
        </p:txBody>
      </p:sp>
      <p:sp>
        <p:nvSpPr>
          <p:cNvPr id="18435" name="Rectangle 3">
            <a:extLst>
              <a:ext uri="{FF2B5EF4-FFF2-40B4-BE49-F238E27FC236}">
                <a16:creationId xmlns:a16="http://schemas.microsoft.com/office/drawing/2014/main" id="{AE66860C-17E4-1354-4A9C-CE635C9D6909}"/>
              </a:ext>
            </a:extLst>
          </p:cNvPr>
          <p:cNvSpPr>
            <a:spLocks noGrp="1" noChangeArrowheads="1"/>
          </p:cNvSpPr>
          <p:nvPr>
            <p:ph type="body" idx="1"/>
          </p:nvPr>
        </p:nvSpPr>
        <p:spPr>
          <a:xfrm>
            <a:off x="812006" y="2285801"/>
            <a:ext cx="7773988" cy="1797874"/>
          </a:xfrm>
          <a:extLst>
            <a:ext uri="{91240B29-F687-4F45-9708-019B960494DF}">
              <a14:hiddenLine xmlns:a14="http://schemas.microsoft.com/office/drawing/2010/main" w="9525">
                <a:solidFill>
                  <a:srgbClr val="000000"/>
                </a:solidFill>
                <a:round/>
                <a:headEnd/>
                <a:tailEnd/>
              </a14:hiddenLine>
            </a:ext>
          </a:extLst>
        </p:spPr>
        <p:txBody>
          <a:bodyPr lIns="92160" tIns="46080" rIns="92160" bIns="46080"/>
          <a:lstStyle/>
          <a:p>
            <a:pPr marL="341313" indent="-341313"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dirty="0"/>
              <a:t>Requires N+1 disk drives</a:t>
            </a:r>
          </a:p>
          <a:p>
            <a:pPr marL="741363" lvl="1" indent="-284163"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dirty="0"/>
              <a:t>N drives contain data</a:t>
            </a:r>
          </a:p>
          <a:p>
            <a:pPr lvl="2"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dirty="0"/>
              <a:t>Individual blocks, not chunks</a:t>
            </a:r>
          </a:p>
          <a:p>
            <a:pPr marL="741363" lvl="1" indent="-284163"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dirty="0"/>
              <a:t>Blocks with same disk address form a </a:t>
            </a:r>
            <a:r>
              <a:rPr lang="en-GB" altLang="en-US" b="1" i="1" dirty="0"/>
              <a:t>stripe</a:t>
            </a:r>
          </a:p>
        </p:txBody>
      </p:sp>
      <p:grpSp>
        <p:nvGrpSpPr>
          <p:cNvPr id="18436" name="Group 4">
            <a:extLst>
              <a:ext uri="{FF2B5EF4-FFF2-40B4-BE49-F238E27FC236}">
                <a16:creationId xmlns:a16="http://schemas.microsoft.com/office/drawing/2014/main" id="{9052EF6B-75E0-278C-F8E3-2C7E61713C5F}"/>
              </a:ext>
            </a:extLst>
          </p:cNvPr>
          <p:cNvGrpSpPr>
            <a:grpSpLocks/>
          </p:cNvGrpSpPr>
          <p:nvPr/>
        </p:nvGrpSpPr>
        <p:grpSpPr bwMode="auto">
          <a:xfrm>
            <a:off x="1270000" y="4953000"/>
            <a:ext cx="6604000" cy="1109663"/>
            <a:chOff x="776" y="3287"/>
            <a:chExt cx="4066" cy="699"/>
          </a:xfrm>
        </p:grpSpPr>
        <p:grpSp>
          <p:nvGrpSpPr>
            <p:cNvPr id="18442" name="Group 5">
              <a:extLst>
                <a:ext uri="{FF2B5EF4-FFF2-40B4-BE49-F238E27FC236}">
                  <a16:creationId xmlns:a16="http://schemas.microsoft.com/office/drawing/2014/main" id="{1D363EBF-A5FA-8A15-9A9D-AB20915D3873}"/>
                </a:ext>
              </a:extLst>
            </p:cNvPr>
            <p:cNvGrpSpPr>
              <a:grpSpLocks/>
            </p:cNvGrpSpPr>
            <p:nvPr/>
          </p:nvGrpSpPr>
          <p:grpSpPr bwMode="auto">
            <a:xfrm>
              <a:off x="776" y="3287"/>
              <a:ext cx="576" cy="669"/>
              <a:chOff x="1063" y="1825"/>
              <a:chExt cx="576" cy="575"/>
            </a:xfrm>
          </p:grpSpPr>
          <p:sp>
            <p:nvSpPr>
              <p:cNvPr id="18467" name="Oval 6">
                <a:extLst>
                  <a:ext uri="{FF2B5EF4-FFF2-40B4-BE49-F238E27FC236}">
                    <a16:creationId xmlns:a16="http://schemas.microsoft.com/office/drawing/2014/main" id="{21817054-6BA8-91FE-2E64-EACF220DDD45}"/>
                  </a:ext>
                </a:extLst>
              </p:cNvPr>
              <p:cNvSpPr>
                <a:spLocks noChangeArrowheads="1"/>
              </p:cNvSpPr>
              <p:nvPr/>
            </p:nvSpPr>
            <p:spPr bwMode="auto">
              <a:xfrm>
                <a:off x="1063" y="1825"/>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8468" name="Oval 7">
                <a:extLst>
                  <a:ext uri="{FF2B5EF4-FFF2-40B4-BE49-F238E27FC236}">
                    <a16:creationId xmlns:a16="http://schemas.microsoft.com/office/drawing/2014/main" id="{90338790-783E-51E9-171B-8A433BA23D65}"/>
                  </a:ext>
                </a:extLst>
              </p:cNvPr>
              <p:cNvSpPr>
                <a:spLocks noChangeArrowheads="1"/>
              </p:cNvSpPr>
              <p:nvPr/>
            </p:nvSpPr>
            <p:spPr bwMode="auto">
              <a:xfrm>
                <a:off x="1063" y="1921"/>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8469" name="Oval 8">
                <a:extLst>
                  <a:ext uri="{FF2B5EF4-FFF2-40B4-BE49-F238E27FC236}">
                    <a16:creationId xmlns:a16="http://schemas.microsoft.com/office/drawing/2014/main" id="{D32BBBAF-3E39-F9C2-67D3-90DE25C23C68}"/>
                  </a:ext>
                </a:extLst>
              </p:cNvPr>
              <p:cNvSpPr>
                <a:spLocks noChangeArrowheads="1"/>
              </p:cNvSpPr>
              <p:nvPr/>
            </p:nvSpPr>
            <p:spPr bwMode="auto">
              <a:xfrm>
                <a:off x="1063" y="2017"/>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8470" name="Oval 9">
                <a:extLst>
                  <a:ext uri="{FF2B5EF4-FFF2-40B4-BE49-F238E27FC236}">
                    <a16:creationId xmlns:a16="http://schemas.microsoft.com/office/drawing/2014/main" id="{B021C83E-1E8C-48F0-C355-E3F239462DF9}"/>
                  </a:ext>
                </a:extLst>
              </p:cNvPr>
              <p:cNvSpPr>
                <a:spLocks noChangeArrowheads="1"/>
              </p:cNvSpPr>
              <p:nvPr/>
            </p:nvSpPr>
            <p:spPr bwMode="auto">
              <a:xfrm>
                <a:off x="1063" y="2112"/>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8471" name="Oval 10">
                <a:extLst>
                  <a:ext uri="{FF2B5EF4-FFF2-40B4-BE49-F238E27FC236}">
                    <a16:creationId xmlns:a16="http://schemas.microsoft.com/office/drawing/2014/main" id="{323F3A34-E995-081E-4358-A68DD7939406}"/>
                  </a:ext>
                </a:extLst>
              </p:cNvPr>
              <p:cNvSpPr>
                <a:spLocks noChangeArrowheads="1"/>
              </p:cNvSpPr>
              <p:nvPr/>
            </p:nvSpPr>
            <p:spPr bwMode="auto">
              <a:xfrm>
                <a:off x="1063" y="2208"/>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grpSp>
        <p:grpSp>
          <p:nvGrpSpPr>
            <p:cNvPr id="18443" name="Group 11">
              <a:extLst>
                <a:ext uri="{FF2B5EF4-FFF2-40B4-BE49-F238E27FC236}">
                  <a16:creationId xmlns:a16="http://schemas.microsoft.com/office/drawing/2014/main" id="{56D69B72-3D03-DB8F-861E-C5318BEF1EA1}"/>
                </a:ext>
              </a:extLst>
            </p:cNvPr>
            <p:cNvGrpSpPr>
              <a:grpSpLocks/>
            </p:cNvGrpSpPr>
            <p:nvPr/>
          </p:nvGrpSpPr>
          <p:grpSpPr bwMode="auto">
            <a:xfrm>
              <a:off x="3454" y="3307"/>
              <a:ext cx="576" cy="669"/>
              <a:chOff x="1063" y="1825"/>
              <a:chExt cx="576" cy="575"/>
            </a:xfrm>
          </p:grpSpPr>
          <p:sp>
            <p:nvSpPr>
              <p:cNvPr id="18462" name="Oval 12">
                <a:extLst>
                  <a:ext uri="{FF2B5EF4-FFF2-40B4-BE49-F238E27FC236}">
                    <a16:creationId xmlns:a16="http://schemas.microsoft.com/office/drawing/2014/main" id="{A874C081-C799-75C5-DFFE-53A054E7EFFC}"/>
                  </a:ext>
                </a:extLst>
              </p:cNvPr>
              <p:cNvSpPr>
                <a:spLocks noChangeArrowheads="1"/>
              </p:cNvSpPr>
              <p:nvPr/>
            </p:nvSpPr>
            <p:spPr bwMode="auto">
              <a:xfrm>
                <a:off x="1063" y="1825"/>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8463" name="Oval 13">
                <a:extLst>
                  <a:ext uri="{FF2B5EF4-FFF2-40B4-BE49-F238E27FC236}">
                    <a16:creationId xmlns:a16="http://schemas.microsoft.com/office/drawing/2014/main" id="{0DBBEE1C-872B-7432-CD62-4306EDE38CAD}"/>
                  </a:ext>
                </a:extLst>
              </p:cNvPr>
              <p:cNvSpPr>
                <a:spLocks noChangeArrowheads="1"/>
              </p:cNvSpPr>
              <p:nvPr/>
            </p:nvSpPr>
            <p:spPr bwMode="auto">
              <a:xfrm>
                <a:off x="1063" y="1921"/>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8464" name="Oval 14">
                <a:extLst>
                  <a:ext uri="{FF2B5EF4-FFF2-40B4-BE49-F238E27FC236}">
                    <a16:creationId xmlns:a16="http://schemas.microsoft.com/office/drawing/2014/main" id="{FD1B1ACD-152F-B8D6-2729-143FD65B965F}"/>
                  </a:ext>
                </a:extLst>
              </p:cNvPr>
              <p:cNvSpPr>
                <a:spLocks noChangeArrowheads="1"/>
              </p:cNvSpPr>
              <p:nvPr/>
            </p:nvSpPr>
            <p:spPr bwMode="auto">
              <a:xfrm>
                <a:off x="1063" y="2017"/>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8465" name="Oval 15">
                <a:extLst>
                  <a:ext uri="{FF2B5EF4-FFF2-40B4-BE49-F238E27FC236}">
                    <a16:creationId xmlns:a16="http://schemas.microsoft.com/office/drawing/2014/main" id="{44BF309A-D7D5-599B-DB13-2AF1076F159F}"/>
                  </a:ext>
                </a:extLst>
              </p:cNvPr>
              <p:cNvSpPr>
                <a:spLocks noChangeArrowheads="1"/>
              </p:cNvSpPr>
              <p:nvPr/>
            </p:nvSpPr>
            <p:spPr bwMode="auto">
              <a:xfrm>
                <a:off x="1063" y="2112"/>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8466" name="Oval 16">
                <a:extLst>
                  <a:ext uri="{FF2B5EF4-FFF2-40B4-BE49-F238E27FC236}">
                    <a16:creationId xmlns:a16="http://schemas.microsoft.com/office/drawing/2014/main" id="{23198833-B486-86D1-346A-E4E5A595A1E7}"/>
                  </a:ext>
                </a:extLst>
              </p:cNvPr>
              <p:cNvSpPr>
                <a:spLocks noChangeArrowheads="1"/>
              </p:cNvSpPr>
              <p:nvPr/>
            </p:nvSpPr>
            <p:spPr bwMode="auto">
              <a:xfrm>
                <a:off x="1063" y="2208"/>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grpSp>
        <p:grpSp>
          <p:nvGrpSpPr>
            <p:cNvPr id="18444" name="Group 17">
              <a:extLst>
                <a:ext uri="{FF2B5EF4-FFF2-40B4-BE49-F238E27FC236}">
                  <a16:creationId xmlns:a16="http://schemas.microsoft.com/office/drawing/2014/main" id="{769E3D72-6699-3277-0DDA-F804DB02CA37}"/>
                </a:ext>
              </a:extLst>
            </p:cNvPr>
            <p:cNvGrpSpPr>
              <a:grpSpLocks/>
            </p:cNvGrpSpPr>
            <p:nvPr/>
          </p:nvGrpSpPr>
          <p:grpSpPr bwMode="auto">
            <a:xfrm>
              <a:off x="1685" y="3297"/>
              <a:ext cx="576" cy="669"/>
              <a:chOff x="1063" y="1825"/>
              <a:chExt cx="576" cy="575"/>
            </a:xfrm>
          </p:grpSpPr>
          <p:sp>
            <p:nvSpPr>
              <p:cNvPr id="18457" name="Oval 18">
                <a:extLst>
                  <a:ext uri="{FF2B5EF4-FFF2-40B4-BE49-F238E27FC236}">
                    <a16:creationId xmlns:a16="http://schemas.microsoft.com/office/drawing/2014/main" id="{28C85741-9740-0EB5-5BE3-FC7665AC99C7}"/>
                  </a:ext>
                </a:extLst>
              </p:cNvPr>
              <p:cNvSpPr>
                <a:spLocks noChangeArrowheads="1"/>
              </p:cNvSpPr>
              <p:nvPr/>
            </p:nvSpPr>
            <p:spPr bwMode="auto">
              <a:xfrm>
                <a:off x="1063" y="1825"/>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8458" name="Oval 19">
                <a:extLst>
                  <a:ext uri="{FF2B5EF4-FFF2-40B4-BE49-F238E27FC236}">
                    <a16:creationId xmlns:a16="http://schemas.microsoft.com/office/drawing/2014/main" id="{D1240D43-10E7-454D-3D28-02190B373A17}"/>
                  </a:ext>
                </a:extLst>
              </p:cNvPr>
              <p:cNvSpPr>
                <a:spLocks noChangeArrowheads="1"/>
              </p:cNvSpPr>
              <p:nvPr/>
            </p:nvSpPr>
            <p:spPr bwMode="auto">
              <a:xfrm>
                <a:off x="1063" y="1921"/>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8459" name="Oval 20">
                <a:extLst>
                  <a:ext uri="{FF2B5EF4-FFF2-40B4-BE49-F238E27FC236}">
                    <a16:creationId xmlns:a16="http://schemas.microsoft.com/office/drawing/2014/main" id="{DA927873-71F4-8B45-1D0E-7E0DC6CD3F6B}"/>
                  </a:ext>
                </a:extLst>
              </p:cNvPr>
              <p:cNvSpPr>
                <a:spLocks noChangeArrowheads="1"/>
              </p:cNvSpPr>
              <p:nvPr/>
            </p:nvSpPr>
            <p:spPr bwMode="auto">
              <a:xfrm>
                <a:off x="1063" y="2017"/>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8460" name="Oval 21">
                <a:extLst>
                  <a:ext uri="{FF2B5EF4-FFF2-40B4-BE49-F238E27FC236}">
                    <a16:creationId xmlns:a16="http://schemas.microsoft.com/office/drawing/2014/main" id="{48A8A546-5265-CE17-1ED0-D223BA7892D1}"/>
                  </a:ext>
                </a:extLst>
              </p:cNvPr>
              <p:cNvSpPr>
                <a:spLocks noChangeArrowheads="1"/>
              </p:cNvSpPr>
              <p:nvPr/>
            </p:nvSpPr>
            <p:spPr bwMode="auto">
              <a:xfrm>
                <a:off x="1063" y="2112"/>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8461" name="Oval 22">
                <a:extLst>
                  <a:ext uri="{FF2B5EF4-FFF2-40B4-BE49-F238E27FC236}">
                    <a16:creationId xmlns:a16="http://schemas.microsoft.com/office/drawing/2014/main" id="{48BBCC34-F9A4-D410-0EB2-4B74BD58ACEF}"/>
                  </a:ext>
                </a:extLst>
              </p:cNvPr>
              <p:cNvSpPr>
                <a:spLocks noChangeArrowheads="1"/>
              </p:cNvSpPr>
              <p:nvPr/>
            </p:nvSpPr>
            <p:spPr bwMode="auto">
              <a:xfrm>
                <a:off x="1063" y="2208"/>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grpSp>
        <p:grpSp>
          <p:nvGrpSpPr>
            <p:cNvPr id="18445" name="Group 23">
              <a:extLst>
                <a:ext uri="{FF2B5EF4-FFF2-40B4-BE49-F238E27FC236}">
                  <a16:creationId xmlns:a16="http://schemas.microsoft.com/office/drawing/2014/main" id="{3005EEB8-8F3B-5476-B701-C6FD4CAC6983}"/>
                </a:ext>
              </a:extLst>
            </p:cNvPr>
            <p:cNvGrpSpPr>
              <a:grpSpLocks/>
            </p:cNvGrpSpPr>
            <p:nvPr/>
          </p:nvGrpSpPr>
          <p:grpSpPr bwMode="auto">
            <a:xfrm>
              <a:off x="2545" y="3297"/>
              <a:ext cx="576" cy="669"/>
              <a:chOff x="1063" y="1825"/>
              <a:chExt cx="576" cy="575"/>
            </a:xfrm>
          </p:grpSpPr>
          <p:sp>
            <p:nvSpPr>
              <p:cNvPr id="18452" name="Oval 24">
                <a:extLst>
                  <a:ext uri="{FF2B5EF4-FFF2-40B4-BE49-F238E27FC236}">
                    <a16:creationId xmlns:a16="http://schemas.microsoft.com/office/drawing/2014/main" id="{8920AA1C-3930-F6D2-7C17-E5D273C0689A}"/>
                  </a:ext>
                </a:extLst>
              </p:cNvPr>
              <p:cNvSpPr>
                <a:spLocks noChangeArrowheads="1"/>
              </p:cNvSpPr>
              <p:nvPr/>
            </p:nvSpPr>
            <p:spPr bwMode="auto">
              <a:xfrm>
                <a:off x="1063" y="1825"/>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8453" name="Oval 25">
                <a:extLst>
                  <a:ext uri="{FF2B5EF4-FFF2-40B4-BE49-F238E27FC236}">
                    <a16:creationId xmlns:a16="http://schemas.microsoft.com/office/drawing/2014/main" id="{E87D069E-0DC8-D55F-161E-279F5E5FB681}"/>
                  </a:ext>
                </a:extLst>
              </p:cNvPr>
              <p:cNvSpPr>
                <a:spLocks noChangeArrowheads="1"/>
              </p:cNvSpPr>
              <p:nvPr/>
            </p:nvSpPr>
            <p:spPr bwMode="auto">
              <a:xfrm>
                <a:off x="1063" y="1921"/>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8454" name="Oval 26">
                <a:extLst>
                  <a:ext uri="{FF2B5EF4-FFF2-40B4-BE49-F238E27FC236}">
                    <a16:creationId xmlns:a16="http://schemas.microsoft.com/office/drawing/2014/main" id="{A541ECD0-0F6B-720C-F6C4-3137C4B7ACC5}"/>
                  </a:ext>
                </a:extLst>
              </p:cNvPr>
              <p:cNvSpPr>
                <a:spLocks noChangeArrowheads="1"/>
              </p:cNvSpPr>
              <p:nvPr/>
            </p:nvSpPr>
            <p:spPr bwMode="auto">
              <a:xfrm>
                <a:off x="1063" y="2017"/>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8455" name="Oval 27">
                <a:extLst>
                  <a:ext uri="{FF2B5EF4-FFF2-40B4-BE49-F238E27FC236}">
                    <a16:creationId xmlns:a16="http://schemas.microsoft.com/office/drawing/2014/main" id="{8C32A51E-3395-EB90-BFD8-6D3D0EA8E33A}"/>
                  </a:ext>
                </a:extLst>
              </p:cNvPr>
              <p:cNvSpPr>
                <a:spLocks noChangeArrowheads="1"/>
              </p:cNvSpPr>
              <p:nvPr/>
            </p:nvSpPr>
            <p:spPr bwMode="auto">
              <a:xfrm>
                <a:off x="1063" y="2112"/>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8456" name="Oval 28">
                <a:extLst>
                  <a:ext uri="{FF2B5EF4-FFF2-40B4-BE49-F238E27FC236}">
                    <a16:creationId xmlns:a16="http://schemas.microsoft.com/office/drawing/2014/main" id="{BCAC81B5-7718-3ACC-0AA2-BC3CA7E6320B}"/>
                  </a:ext>
                </a:extLst>
              </p:cNvPr>
              <p:cNvSpPr>
                <a:spLocks noChangeArrowheads="1"/>
              </p:cNvSpPr>
              <p:nvPr/>
            </p:nvSpPr>
            <p:spPr bwMode="auto">
              <a:xfrm>
                <a:off x="1063" y="2208"/>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grpSp>
        <p:grpSp>
          <p:nvGrpSpPr>
            <p:cNvPr id="18446" name="Group 29">
              <a:extLst>
                <a:ext uri="{FF2B5EF4-FFF2-40B4-BE49-F238E27FC236}">
                  <a16:creationId xmlns:a16="http://schemas.microsoft.com/office/drawing/2014/main" id="{2D38804D-825A-DFD7-362D-CA9A1ED32D42}"/>
                </a:ext>
              </a:extLst>
            </p:cNvPr>
            <p:cNvGrpSpPr>
              <a:grpSpLocks/>
            </p:cNvGrpSpPr>
            <p:nvPr/>
          </p:nvGrpSpPr>
          <p:grpSpPr bwMode="auto">
            <a:xfrm>
              <a:off x="4266" y="3317"/>
              <a:ext cx="576" cy="669"/>
              <a:chOff x="1063" y="1825"/>
              <a:chExt cx="576" cy="575"/>
            </a:xfrm>
          </p:grpSpPr>
          <p:sp>
            <p:nvSpPr>
              <p:cNvPr id="18447" name="Oval 30">
                <a:extLst>
                  <a:ext uri="{FF2B5EF4-FFF2-40B4-BE49-F238E27FC236}">
                    <a16:creationId xmlns:a16="http://schemas.microsoft.com/office/drawing/2014/main" id="{69F847EF-5F78-2ED9-ED27-2E247802122B}"/>
                  </a:ext>
                </a:extLst>
              </p:cNvPr>
              <p:cNvSpPr>
                <a:spLocks noChangeArrowheads="1"/>
              </p:cNvSpPr>
              <p:nvPr/>
            </p:nvSpPr>
            <p:spPr bwMode="auto">
              <a:xfrm>
                <a:off x="1063" y="1825"/>
                <a:ext cx="576" cy="192"/>
              </a:xfrm>
              <a:prstGeom prst="ellipse">
                <a:avLst/>
              </a:prstGeom>
              <a:solidFill>
                <a:srgbClr val="969696"/>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8448" name="Oval 31">
                <a:extLst>
                  <a:ext uri="{FF2B5EF4-FFF2-40B4-BE49-F238E27FC236}">
                    <a16:creationId xmlns:a16="http://schemas.microsoft.com/office/drawing/2014/main" id="{CE7B76DF-1C5D-3D34-5D42-658E86C6F17D}"/>
                  </a:ext>
                </a:extLst>
              </p:cNvPr>
              <p:cNvSpPr>
                <a:spLocks noChangeArrowheads="1"/>
              </p:cNvSpPr>
              <p:nvPr/>
            </p:nvSpPr>
            <p:spPr bwMode="auto">
              <a:xfrm>
                <a:off x="1063" y="1921"/>
                <a:ext cx="576" cy="192"/>
              </a:xfrm>
              <a:prstGeom prst="ellipse">
                <a:avLst/>
              </a:prstGeom>
              <a:solidFill>
                <a:srgbClr val="969696"/>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8449" name="Oval 32">
                <a:extLst>
                  <a:ext uri="{FF2B5EF4-FFF2-40B4-BE49-F238E27FC236}">
                    <a16:creationId xmlns:a16="http://schemas.microsoft.com/office/drawing/2014/main" id="{91532CD2-16B9-7207-7756-988A73EFF0C7}"/>
                  </a:ext>
                </a:extLst>
              </p:cNvPr>
              <p:cNvSpPr>
                <a:spLocks noChangeArrowheads="1"/>
              </p:cNvSpPr>
              <p:nvPr/>
            </p:nvSpPr>
            <p:spPr bwMode="auto">
              <a:xfrm>
                <a:off x="1063" y="2017"/>
                <a:ext cx="576" cy="192"/>
              </a:xfrm>
              <a:prstGeom prst="ellipse">
                <a:avLst/>
              </a:prstGeom>
              <a:solidFill>
                <a:srgbClr val="969696"/>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8450" name="Oval 33">
                <a:extLst>
                  <a:ext uri="{FF2B5EF4-FFF2-40B4-BE49-F238E27FC236}">
                    <a16:creationId xmlns:a16="http://schemas.microsoft.com/office/drawing/2014/main" id="{B487D304-7382-B243-36C6-D5A24B0EB52F}"/>
                  </a:ext>
                </a:extLst>
              </p:cNvPr>
              <p:cNvSpPr>
                <a:spLocks noChangeArrowheads="1"/>
              </p:cNvSpPr>
              <p:nvPr/>
            </p:nvSpPr>
            <p:spPr bwMode="auto">
              <a:xfrm>
                <a:off x="1063" y="2112"/>
                <a:ext cx="576" cy="192"/>
              </a:xfrm>
              <a:prstGeom prst="ellipse">
                <a:avLst/>
              </a:prstGeom>
              <a:solidFill>
                <a:srgbClr val="969696"/>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18451" name="Oval 34">
                <a:extLst>
                  <a:ext uri="{FF2B5EF4-FFF2-40B4-BE49-F238E27FC236}">
                    <a16:creationId xmlns:a16="http://schemas.microsoft.com/office/drawing/2014/main" id="{13BCCF4E-2055-79F5-7BE7-19FE536A08FC}"/>
                  </a:ext>
                </a:extLst>
              </p:cNvPr>
              <p:cNvSpPr>
                <a:spLocks noChangeArrowheads="1"/>
              </p:cNvSpPr>
              <p:nvPr/>
            </p:nvSpPr>
            <p:spPr bwMode="auto">
              <a:xfrm>
                <a:off x="1063" y="2208"/>
                <a:ext cx="576" cy="192"/>
              </a:xfrm>
              <a:prstGeom prst="ellipse">
                <a:avLst/>
              </a:prstGeom>
              <a:solidFill>
                <a:srgbClr val="969696"/>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grpSp>
      </p:grpSp>
      <p:sp>
        <p:nvSpPr>
          <p:cNvPr id="18437" name="Text Box 35">
            <a:extLst>
              <a:ext uri="{FF2B5EF4-FFF2-40B4-BE49-F238E27FC236}">
                <a16:creationId xmlns:a16="http://schemas.microsoft.com/office/drawing/2014/main" id="{1DE26104-47C0-C0A9-F843-44BB26013B08}"/>
              </a:ext>
            </a:extLst>
          </p:cNvPr>
          <p:cNvSpPr txBox="1">
            <a:spLocks noChangeArrowheads="1"/>
          </p:cNvSpPr>
          <p:nvPr/>
        </p:nvSpPr>
        <p:spPr bwMode="auto">
          <a:xfrm>
            <a:off x="1460500" y="5126038"/>
            <a:ext cx="3540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pPr algn="l"/>
            <a:r>
              <a:rPr lang="en-US" altLang="en-US" b="1">
                <a:solidFill>
                  <a:srgbClr val="FFFF00"/>
                </a:solidFill>
                <a:latin typeface="Arial Black" panose="020B0A04020102020204" pitchFamily="34" charset="0"/>
              </a:rPr>
              <a:t>x</a:t>
            </a:r>
          </a:p>
        </p:txBody>
      </p:sp>
      <p:sp>
        <p:nvSpPr>
          <p:cNvPr id="18438" name="Text Box 68">
            <a:extLst>
              <a:ext uri="{FF2B5EF4-FFF2-40B4-BE49-F238E27FC236}">
                <a16:creationId xmlns:a16="http://schemas.microsoft.com/office/drawing/2014/main" id="{A77B8892-E1B7-EE31-29D8-D57331404F72}"/>
              </a:ext>
            </a:extLst>
          </p:cNvPr>
          <p:cNvSpPr txBox="1">
            <a:spLocks noChangeArrowheads="1"/>
          </p:cNvSpPr>
          <p:nvPr/>
        </p:nvSpPr>
        <p:spPr bwMode="auto">
          <a:xfrm>
            <a:off x="4344988" y="5126038"/>
            <a:ext cx="35401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pPr algn="l"/>
            <a:r>
              <a:rPr lang="en-US" altLang="en-US" b="1">
                <a:solidFill>
                  <a:srgbClr val="FFFF00"/>
                </a:solidFill>
                <a:latin typeface="Arial Black" panose="020B0A04020102020204" pitchFamily="34" charset="0"/>
              </a:rPr>
              <a:t>x</a:t>
            </a:r>
          </a:p>
        </p:txBody>
      </p:sp>
      <p:sp>
        <p:nvSpPr>
          <p:cNvPr id="18439" name="Text Box 69">
            <a:extLst>
              <a:ext uri="{FF2B5EF4-FFF2-40B4-BE49-F238E27FC236}">
                <a16:creationId xmlns:a16="http://schemas.microsoft.com/office/drawing/2014/main" id="{F17AB965-A691-EAEE-84EB-6686A0C3EB5E}"/>
              </a:ext>
            </a:extLst>
          </p:cNvPr>
          <p:cNvSpPr txBox="1">
            <a:spLocks noChangeArrowheads="1"/>
          </p:cNvSpPr>
          <p:nvPr/>
        </p:nvSpPr>
        <p:spPr bwMode="auto">
          <a:xfrm>
            <a:off x="5862638" y="5126038"/>
            <a:ext cx="35401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pPr algn="l"/>
            <a:r>
              <a:rPr lang="en-US" altLang="en-US" b="1">
                <a:solidFill>
                  <a:srgbClr val="FFFF00"/>
                </a:solidFill>
                <a:latin typeface="Arial Black" panose="020B0A04020102020204" pitchFamily="34" charset="0"/>
              </a:rPr>
              <a:t>x</a:t>
            </a:r>
          </a:p>
        </p:txBody>
      </p:sp>
      <p:sp>
        <p:nvSpPr>
          <p:cNvPr id="18440" name="Text Box 70">
            <a:extLst>
              <a:ext uri="{FF2B5EF4-FFF2-40B4-BE49-F238E27FC236}">
                <a16:creationId xmlns:a16="http://schemas.microsoft.com/office/drawing/2014/main" id="{B5810C3E-9637-7852-5495-E28FBD30E12E}"/>
              </a:ext>
            </a:extLst>
          </p:cNvPr>
          <p:cNvSpPr txBox="1">
            <a:spLocks noChangeArrowheads="1"/>
          </p:cNvSpPr>
          <p:nvPr/>
        </p:nvSpPr>
        <p:spPr bwMode="auto">
          <a:xfrm>
            <a:off x="2978150" y="5126038"/>
            <a:ext cx="3540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pPr algn="l"/>
            <a:r>
              <a:rPr lang="en-US" altLang="en-US" b="1">
                <a:solidFill>
                  <a:srgbClr val="FFFF00"/>
                </a:solidFill>
                <a:latin typeface="Arial Black" panose="020B0A04020102020204" pitchFamily="34" charset="0"/>
              </a:rPr>
              <a:t>x</a:t>
            </a:r>
          </a:p>
        </p:txBody>
      </p:sp>
      <p:sp>
        <p:nvSpPr>
          <p:cNvPr id="18441" name="Text Box 71">
            <a:extLst>
              <a:ext uri="{FF2B5EF4-FFF2-40B4-BE49-F238E27FC236}">
                <a16:creationId xmlns:a16="http://schemas.microsoft.com/office/drawing/2014/main" id="{7380F17C-EAEE-FDB2-5AEC-FF209B520A57}"/>
              </a:ext>
            </a:extLst>
          </p:cNvPr>
          <p:cNvSpPr txBox="1">
            <a:spLocks noChangeArrowheads="1"/>
          </p:cNvSpPr>
          <p:nvPr/>
        </p:nvSpPr>
        <p:spPr bwMode="auto">
          <a:xfrm>
            <a:off x="7151688" y="5126038"/>
            <a:ext cx="35401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pPr algn="l"/>
            <a:r>
              <a:rPr lang="en-US" altLang="en-US" b="1">
                <a:solidFill>
                  <a:srgbClr val="FFFF00"/>
                </a:solidFill>
                <a:latin typeface="Arial Black" panose="020B0A04020102020204" pitchFamily="34" charset="0"/>
              </a:rPr>
              <a:t>?</a:t>
            </a:r>
          </a:p>
        </p:txBody>
      </p:sp>
    </p:spTree>
    <p:extLst>
      <p:ext uri="{BB962C8B-B14F-4D97-AF65-F5344CB8AC3E}">
        <p14:creationId xmlns:p14="http://schemas.microsoft.com/office/powerpoint/2010/main" val="386724452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E3795D52-1E23-8138-3ADE-F045AAB68056}"/>
              </a:ext>
            </a:extLst>
          </p:cNvPr>
          <p:cNvSpPr>
            <a:spLocks noGrp="1" noChangeArrowheads="1"/>
          </p:cNvSpPr>
          <p:nvPr>
            <p:ph type="title"/>
          </p:nvPr>
        </p:nvSpPr>
        <p:spPr>
          <a:xfrm>
            <a:off x="685800" y="609600"/>
            <a:ext cx="7773988" cy="1144588"/>
          </a:xfrm>
          <a:extLst>
            <a:ext uri="{91240B29-F687-4F45-9708-019B960494DF}">
              <a14:hiddenLine xmlns:a14="http://schemas.microsoft.com/office/drawing/2010/main" w="9525">
                <a:solidFill>
                  <a:srgbClr val="000000"/>
                </a:solidFill>
                <a:round/>
                <a:headEnd/>
                <a:tailEnd/>
              </a14:hiddenLine>
            </a:ext>
          </a:extLst>
        </p:spPr>
        <p:txBody>
          <a:bodyPr lIns="92160" tIns="46080" rIns="92160" bIns="46080"/>
          <a:lstStyle/>
          <a:p>
            <a:pPr defTabSz="4572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t>RAID  LEVEL 4 (II)</a:t>
            </a:r>
          </a:p>
        </p:txBody>
      </p:sp>
      <p:sp>
        <p:nvSpPr>
          <p:cNvPr id="19459" name="Rectangle 3">
            <a:extLst>
              <a:ext uri="{FF2B5EF4-FFF2-40B4-BE49-F238E27FC236}">
                <a16:creationId xmlns:a16="http://schemas.microsoft.com/office/drawing/2014/main" id="{9891374F-A4F6-B37F-CD32-AB159CAD9B4A}"/>
              </a:ext>
            </a:extLst>
          </p:cNvPr>
          <p:cNvSpPr>
            <a:spLocks noGrp="1" noChangeArrowheads="1"/>
          </p:cNvSpPr>
          <p:nvPr>
            <p:ph type="body" idx="1"/>
          </p:nvPr>
        </p:nvSpPr>
        <p:spPr>
          <a:xfrm>
            <a:off x="625475" y="1981200"/>
            <a:ext cx="7834313" cy="3573463"/>
          </a:xfrm>
          <a:extLst>
            <a:ext uri="{91240B29-F687-4F45-9708-019B960494DF}">
              <a14:hiddenLine xmlns:a14="http://schemas.microsoft.com/office/drawing/2010/main" w="9525">
                <a:solidFill>
                  <a:srgbClr val="000000"/>
                </a:solidFill>
                <a:round/>
                <a:headEnd/>
                <a:tailEnd/>
              </a14:hiddenLine>
            </a:ext>
          </a:extLst>
        </p:spPr>
        <p:txBody>
          <a:bodyPr lIns="92160" tIns="46080" rIns="92160" bIns="46080"/>
          <a:lstStyle/>
          <a:p>
            <a:pPr marL="341313" indent="-341313"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a:t>Parity drive contains </a:t>
            </a:r>
            <a:r>
              <a:rPr lang="en-GB" altLang="en-US" b="1"/>
              <a:t>exclusive or</a:t>
            </a:r>
            <a:r>
              <a:rPr lang="en-GB" altLang="en-US"/>
              <a:t> of the</a:t>
            </a:r>
            <a:br>
              <a:rPr lang="en-GB" altLang="en-US"/>
            </a:br>
            <a:r>
              <a:rPr lang="en-GB" altLang="en-US"/>
              <a:t> </a:t>
            </a:r>
            <a:r>
              <a:rPr lang="en-GB" altLang="en-US" i="1"/>
              <a:t>N  </a:t>
            </a:r>
            <a:r>
              <a:rPr lang="en-GB" altLang="en-US"/>
              <a:t>blocks in stripe	</a:t>
            </a:r>
          </a:p>
          <a:p>
            <a:pPr marL="741363" lvl="1" indent="-284163" algn="ctr" defTabSz="4572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a:t>	p[k] = b[k] </a:t>
            </a:r>
            <a:r>
              <a:rPr lang="en-GB" altLang="en-US" b="1">
                <a:latin typeface="Symbol" panose="05050102010706020507" pitchFamily="18" charset="2"/>
              </a:rPr>
              <a:t></a:t>
            </a:r>
            <a:r>
              <a:rPr lang="en-GB" altLang="en-US" b="1"/>
              <a:t>  </a:t>
            </a:r>
            <a:r>
              <a:rPr lang="en-GB" altLang="en-US"/>
              <a:t>b[k+1] </a:t>
            </a:r>
            <a:r>
              <a:rPr lang="en-GB" altLang="en-US" b="1">
                <a:latin typeface="Symbol" panose="05050102010706020507" pitchFamily="18" charset="2"/>
              </a:rPr>
              <a:t></a:t>
            </a:r>
            <a:r>
              <a:rPr lang="en-GB" altLang="en-US" b="1"/>
              <a:t> ...</a:t>
            </a:r>
            <a:r>
              <a:rPr lang="en-GB" altLang="en-US"/>
              <a:t> </a:t>
            </a:r>
            <a:r>
              <a:rPr lang="en-GB" altLang="en-US" b="1">
                <a:latin typeface="Symbol" panose="05050102010706020507" pitchFamily="18" charset="2"/>
              </a:rPr>
              <a:t></a:t>
            </a:r>
            <a:r>
              <a:rPr lang="en-GB" altLang="en-US" b="1"/>
              <a:t>  </a:t>
            </a:r>
            <a:r>
              <a:rPr lang="en-GB" altLang="en-US"/>
              <a:t>b[k+N-1]</a:t>
            </a:r>
          </a:p>
          <a:p>
            <a:pPr marL="341313" indent="-341313" defTabSz="457200">
              <a:spcBef>
                <a:spcPct val="600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a:t>Parity block  now reflects contents of several blocks!</a:t>
            </a:r>
          </a:p>
          <a:p>
            <a:pPr marL="341313" indent="-341313" defTabSz="457200">
              <a:spcBef>
                <a:spcPct val="300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a:t>Can now do parallel reads/writes</a:t>
            </a:r>
          </a:p>
          <a:p>
            <a:pPr marL="341313" indent="-341313" algn="ctr" defTabSz="4572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en-US"/>
          </a:p>
        </p:txBody>
      </p:sp>
    </p:spTree>
    <p:extLst>
      <p:ext uri="{BB962C8B-B14F-4D97-AF65-F5344CB8AC3E}">
        <p14:creationId xmlns:p14="http://schemas.microsoft.com/office/powerpoint/2010/main" val="268381165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5C8B43BE-EBFE-C080-FD81-3698AA366014}"/>
              </a:ext>
            </a:extLst>
          </p:cNvPr>
          <p:cNvSpPr>
            <a:spLocks noGrp="1" noChangeArrowheads="1"/>
          </p:cNvSpPr>
          <p:nvPr>
            <p:ph type="title"/>
          </p:nvPr>
        </p:nvSpPr>
        <p:spPr/>
        <p:txBody>
          <a:bodyPr/>
          <a:lstStyle/>
          <a:p>
            <a:r>
              <a:rPr lang="en-US" altLang="en-US"/>
              <a:t>RAID levels 4 and 5</a:t>
            </a:r>
          </a:p>
        </p:txBody>
      </p:sp>
      <p:sp>
        <p:nvSpPr>
          <p:cNvPr id="20483" name="Text Box 3">
            <a:extLst>
              <a:ext uri="{FF2B5EF4-FFF2-40B4-BE49-F238E27FC236}">
                <a16:creationId xmlns:a16="http://schemas.microsoft.com/office/drawing/2014/main" id="{DBEC81D7-F6E0-9BEA-EC21-192C59AE2FAB}"/>
              </a:ext>
            </a:extLst>
          </p:cNvPr>
          <p:cNvSpPr txBox="1">
            <a:spLocks noChangeArrowheads="1"/>
          </p:cNvSpPr>
          <p:nvPr/>
        </p:nvSpPr>
        <p:spPr bwMode="auto">
          <a:xfrm>
            <a:off x="3433763" y="2062163"/>
            <a:ext cx="264318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pPr algn="l"/>
            <a:r>
              <a:rPr lang="en-US" altLang="en-US" b="1" dirty="0">
                <a:latin typeface="Arial" panose="020B0604020202020204" pitchFamily="34" charset="0"/>
              </a:rPr>
              <a:t>RAID level 4 </a:t>
            </a:r>
          </a:p>
        </p:txBody>
      </p:sp>
      <p:sp>
        <p:nvSpPr>
          <p:cNvPr id="20484" name="Text Box 10">
            <a:extLst>
              <a:ext uri="{FF2B5EF4-FFF2-40B4-BE49-F238E27FC236}">
                <a16:creationId xmlns:a16="http://schemas.microsoft.com/office/drawing/2014/main" id="{82567431-E751-1DEE-29AC-502E1DF82A97}"/>
              </a:ext>
            </a:extLst>
          </p:cNvPr>
          <p:cNvSpPr txBox="1">
            <a:spLocks noChangeArrowheads="1"/>
          </p:cNvSpPr>
          <p:nvPr/>
        </p:nvSpPr>
        <p:spPr bwMode="auto">
          <a:xfrm>
            <a:off x="3433763" y="4035425"/>
            <a:ext cx="25304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pPr algn="l"/>
            <a:r>
              <a:rPr lang="en-US" altLang="en-US" b="1">
                <a:latin typeface="Arial" panose="020B0604020202020204" pitchFamily="34" charset="0"/>
              </a:rPr>
              <a:t>RAID level 5</a:t>
            </a:r>
          </a:p>
        </p:txBody>
      </p:sp>
      <p:grpSp>
        <p:nvGrpSpPr>
          <p:cNvPr id="20485" name="Group 78">
            <a:extLst>
              <a:ext uri="{FF2B5EF4-FFF2-40B4-BE49-F238E27FC236}">
                <a16:creationId xmlns:a16="http://schemas.microsoft.com/office/drawing/2014/main" id="{CE604C31-CB0C-50F6-224C-AE1F18BEA7DA}"/>
              </a:ext>
            </a:extLst>
          </p:cNvPr>
          <p:cNvGrpSpPr>
            <a:grpSpLocks/>
          </p:cNvGrpSpPr>
          <p:nvPr/>
        </p:nvGrpSpPr>
        <p:grpSpPr bwMode="auto">
          <a:xfrm flipV="1">
            <a:off x="1231900" y="2744788"/>
            <a:ext cx="6530975" cy="1063625"/>
            <a:chOff x="776" y="1729"/>
            <a:chExt cx="4114" cy="670"/>
          </a:xfrm>
        </p:grpSpPr>
        <p:grpSp>
          <p:nvGrpSpPr>
            <p:cNvPr id="20518" name="Group 23">
              <a:extLst>
                <a:ext uri="{FF2B5EF4-FFF2-40B4-BE49-F238E27FC236}">
                  <a16:creationId xmlns:a16="http://schemas.microsoft.com/office/drawing/2014/main" id="{FA6CC011-A03E-070B-E400-1EAB6F3E0882}"/>
                </a:ext>
              </a:extLst>
            </p:cNvPr>
            <p:cNvGrpSpPr>
              <a:grpSpLocks/>
            </p:cNvGrpSpPr>
            <p:nvPr/>
          </p:nvGrpSpPr>
          <p:grpSpPr bwMode="auto">
            <a:xfrm>
              <a:off x="776" y="1730"/>
              <a:ext cx="576" cy="669"/>
              <a:chOff x="1063" y="1825"/>
              <a:chExt cx="576" cy="575"/>
            </a:xfrm>
          </p:grpSpPr>
          <p:sp>
            <p:nvSpPr>
              <p:cNvPr id="20543" name="Oval 24">
                <a:extLst>
                  <a:ext uri="{FF2B5EF4-FFF2-40B4-BE49-F238E27FC236}">
                    <a16:creationId xmlns:a16="http://schemas.microsoft.com/office/drawing/2014/main" id="{F428BC9E-FC97-0212-00BE-12D042EC5C6B}"/>
                  </a:ext>
                </a:extLst>
              </p:cNvPr>
              <p:cNvSpPr>
                <a:spLocks noChangeArrowheads="1"/>
              </p:cNvSpPr>
              <p:nvPr/>
            </p:nvSpPr>
            <p:spPr bwMode="auto">
              <a:xfrm>
                <a:off x="1063" y="1825"/>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0544" name="Oval 25">
                <a:extLst>
                  <a:ext uri="{FF2B5EF4-FFF2-40B4-BE49-F238E27FC236}">
                    <a16:creationId xmlns:a16="http://schemas.microsoft.com/office/drawing/2014/main" id="{5AFC5A81-DC12-7203-4DA2-C4E8B1AA2988}"/>
                  </a:ext>
                </a:extLst>
              </p:cNvPr>
              <p:cNvSpPr>
                <a:spLocks noChangeArrowheads="1"/>
              </p:cNvSpPr>
              <p:nvPr/>
            </p:nvSpPr>
            <p:spPr bwMode="auto">
              <a:xfrm>
                <a:off x="1063" y="1921"/>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0545" name="Oval 26">
                <a:extLst>
                  <a:ext uri="{FF2B5EF4-FFF2-40B4-BE49-F238E27FC236}">
                    <a16:creationId xmlns:a16="http://schemas.microsoft.com/office/drawing/2014/main" id="{B648DF8B-00C1-7460-7E6B-0716A18D5DA9}"/>
                  </a:ext>
                </a:extLst>
              </p:cNvPr>
              <p:cNvSpPr>
                <a:spLocks noChangeArrowheads="1"/>
              </p:cNvSpPr>
              <p:nvPr/>
            </p:nvSpPr>
            <p:spPr bwMode="auto">
              <a:xfrm>
                <a:off x="1063" y="2017"/>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0546" name="Oval 27">
                <a:extLst>
                  <a:ext uri="{FF2B5EF4-FFF2-40B4-BE49-F238E27FC236}">
                    <a16:creationId xmlns:a16="http://schemas.microsoft.com/office/drawing/2014/main" id="{4ABBA291-92F8-7267-229A-5B9F538840AB}"/>
                  </a:ext>
                </a:extLst>
              </p:cNvPr>
              <p:cNvSpPr>
                <a:spLocks noChangeArrowheads="1"/>
              </p:cNvSpPr>
              <p:nvPr/>
            </p:nvSpPr>
            <p:spPr bwMode="auto">
              <a:xfrm>
                <a:off x="1063" y="2112"/>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0547" name="Oval 28">
                <a:extLst>
                  <a:ext uri="{FF2B5EF4-FFF2-40B4-BE49-F238E27FC236}">
                    <a16:creationId xmlns:a16="http://schemas.microsoft.com/office/drawing/2014/main" id="{E6E04044-FA67-3FEE-6359-3697F5291544}"/>
                  </a:ext>
                </a:extLst>
              </p:cNvPr>
              <p:cNvSpPr>
                <a:spLocks noChangeArrowheads="1"/>
              </p:cNvSpPr>
              <p:nvPr/>
            </p:nvSpPr>
            <p:spPr bwMode="auto">
              <a:xfrm>
                <a:off x="1063" y="2208"/>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grpSp>
        <p:grpSp>
          <p:nvGrpSpPr>
            <p:cNvPr id="20519" name="Group 29">
              <a:extLst>
                <a:ext uri="{FF2B5EF4-FFF2-40B4-BE49-F238E27FC236}">
                  <a16:creationId xmlns:a16="http://schemas.microsoft.com/office/drawing/2014/main" id="{86C6D66D-0CB5-9ECE-E165-AD9D96E418F2}"/>
                </a:ext>
              </a:extLst>
            </p:cNvPr>
            <p:cNvGrpSpPr>
              <a:grpSpLocks/>
            </p:cNvGrpSpPr>
            <p:nvPr/>
          </p:nvGrpSpPr>
          <p:grpSpPr bwMode="auto">
            <a:xfrm>
              <a:off x="3454" y="1729"/>
              <a:ext cx="576" cy="669"/>
              <a:chOff x="1063" y="1825"/>
              <a:chExt cx="576" cy="575"/>
            </a:xfrm>
          </p:grpSpPr>
          <p:sp>
            <p:nvSpPr>
              <p:cNvPr id="20538" name="Oval 30">
                <a:extLst>
                  <a:ext uri="{FF2B5EF4-FFF2-40B4-BE49-F238E27FC236}">
                    <a16:creationId xmlns:a16="http://schemas.microsoft.com/office/drawing/2014/main" id="{7FC31AA6-BCE4-D9AA-201B-E0F63D852A19}"/>
                  </a:ext>
                </a:extLst>
              </p:cNvPr>
              <p:cNvSpPr>
                <a:spLocks noChangeArrowheads="1"/>
              </p:cNvSpPr>
              <p:nvPr/>
            </p:nvSpPr>
            <p:spPr bwMode="auto">
              <a:xfrm>
                <a:off x="1063" y="1825"/>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0539" name="Oval 31">
                <a:extLst>
                  <a:ext uri="{FF2B5EF4-FFF2-40B4-BE49-F238E27FC236}">
                    <a16:creationId xmlns:a16="http://schemas.microsoft.com/office/drawing/2014/main" id="{3924670C-A9AF-378F-D8EF-7B18C7FDA7AB}"/>
                  </a:ext>
                </a:extLst>
              </p:cNvPr>
              <p:cNvSpPr>
                <a:spLocks noChangeArrowheads="1"/>
              </p:cNvSpPr>
              <p:nvPr/>
            </p:nvSpPr>
            <p:spPr bwMode="auto">
              <a:xfrm>
                <a:off x="1063" y="1921"/>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0540" name="Oval 32">
                <a:extLst>
                  <a:ext uri="{FF2B5EF4-FFF2-40B4-BE49-F238E27FC236}">
                    <a16:creationId xmlns:a16="http://schemas.microsoft.com/office/drawing/2014/main" id="{3F890693-F8CA-B0D5-6B79-30ACDCA6475F}"/>
                  </a:ext>
                </a:extLst>
              </p:cNvPr>
              <p:cNvSpPr>
                <a:spLocks noChangeArrowheads="1"/>
              </p:cNvSpPr>
              <p:nvPr/>
            </p:nvSpPr>
            <p:spPr bwMode="auto">
              <a:xfrm>
                <a:off x="1063" y="2017"/>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0541" name="Oval 33">
                <a:extLst>
                  <a:ext uri="{FF2B5EF4-FFF2-40B4-BE49-F238E27FC236}">
                    <a16:creationId xmlns:a16="http://schemas.microsoft.com/office/drawing/2014/main" id="{DC86FA6A-07FE-5682-8D74-15D0A33867D4}"/>
                  </a:ext>
                </a:extLst>
              </p:cNvPr>
              <p:cNvSpPr>
                <a:spLocks noChangeArrowheads="1"/>
              </p:cNvSpPr>
              <p:nvPr/>
            </p:nvSpPr>
            <p:spPr bwMode="auto">
              <a:xfrm>
                <a:off x="1063" y="2112"/>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0542" name="Oval 34">
                <a:extLst>
                  <a:ext uri="{FF2B5EF4-FFF2-40B4-BE49-F238E27FC236}">
                    <a16:creationId xmlns:a16="http://schemas.microsoft.com/office/drawing/2014/main" id="{612CB258-5CDE-01CB-715A-C84F3C280530}"/>
                  </a:ext>
                </a:extLst>
              </p:cNvPr>
              <p:cNvSpPr>
                <a:spLocks noChangeArrowheads="1"/>
              </p:cNvSpPr>
              <p:nvPr/>
            </p:nvSpPr>
            <p:spPr bwMode="auto">
              <a:xfrm>
                <a:off x="1063" y="2208"/>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grpSp>
        <p:grpSp>
          <p:nvGrpSpPr>
            <p:cNvPr id="20520" name="Group 35">
              <a:extLst>
                <a:ext uri="{FF2B5EF4-FFF2-40B4-BE49-F238E27FC236}">
                  <a16:creationId xmlns:a16="http://schemas.microsoft.com/office/drawing/2014/main" id="{1BB5FF26-BFDA-D39F-0270-E6C97E8F5794}"/>
                </a:ext>
              </a:extLst>
            </p:cNvPr>
            <p:cNvGrpSpPr>
              <a:grpSpLocks/>
            </p:cNvGrpSpPr>
            <p:nvPr/>
          </p:nvGrpSpPr>
          <p:grpSpPr bwMode="auto">
            <a:xfrm>
              <a:off x="2545" y="1729"/>
              <a:ext cx="576" cy="669"/>
              <a:chOff x="1063" y="1825"/>
              <a:chExt cx="576" cy="575"/>
            </a:xfrm>
          </p:grpSpPr>
          <p:sp>
            <p:nvSpPr>
              <p:cNvPr id="20533" name="Oval 36">
                <a:extLst>
                  <a:ext uri="{FF2B5EF4-FFF2-40B4-BE49-F238E27FC236}">
                    <a16:creationId xmlns:a16="http://schemas.microsoft.com/office/drawing/2014/main" id="{F7EC481E-5A4E-EC42-32C5-5DA41359ABB1}"/>
                  </a:ext>
                </a:extLst>
              </p:cNvPr>
              <p:cNvSpPr>
                <a:spLocks noChangeArrowheads="1"/>
              </p:cNvSpPr>
              <p:nvPr/>
            </p:nvSpPr>
            <p:spPr bwMode="auto">
              <a:xfrm>
                <a:off x="1063" y="1825"/>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0534" name="Oval 37">
                <a:extLst>
                  <a:ext uri="{FF2B5EF4-FFF2-40B4-BE49-F238E27FC236}">
                    <a16:creationId xmlns:a16="http://schemas.microsoft.com/office/drawing/2014/main" id="{E919327D-055B-C00A-27E3-811E50A389E5}"/>
                  </a:ext>
                </a:extLst>
              </p:cNvPr>
              <p:cNvSpPr>
                <a:spLocks noChangeArrowheads="1"/>
              </p:cNvSpPr>
              <p:nvPr/>
            </p:nvSpPr>
            <p:spPr bwMode="auto">
              <a:xfrm>
                <a:off x="1063" y="1921"/>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0535" name="Oval 38">
                <a:extLst>
                  <a:ext uri="{FF2B5EF4-FFF2-40B4-BE49-F238E27FC236}">
                    <a16:creationId xmlns:a16="http://schemas.microsoft.com/office/drawing/2014/main" id="{ADA5C2E7-3C19-D3ED-C087-6EFFA3A5D879}"/>
                  </a:ext>
                </a:extLst>
              </p:cNvPr>
              <p:cNvSpPr>
                <a:spLocks noChangeArrowheads="1"/>
              </p:cNvSpPr>
              <p:nvPr/>
            </p:nvSpPr>
            <p:spPr bwMode="auto">
              <a:xfrm>
                <a:off x="1063" y="2017"/>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0536" name="Oval 39">
                <a:extLst>
                  <a:ext uri="{FF2B5EF4-FFF2-40B4-BE49-F238E27FC236}">
                    <a16:creationId xmlns:a16="http://schemas.microsoft.com/office/drawing/2014/main" id="{0CEB12C3-FAEC-244F-5A88-877E66042AF4}"/>
                  </a:ext>
                </a:extLst>
              </p:cNvPr>
              <p:cNvSpPr>
                <a:spLocks noChangeArrowheads="1"/>
              </p:cNvSpPr>
              <p:nvPr/>
            </p:nvSpPr>
            <p:spPr bwMode="auto">
              <a:xfrm>
                <a:off x="1063" y="2112"/>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0537" name="Oval 40">
                <a:extLst>
                  <a:ext uri="{FF2B5EF4-FFF2-40B4-BE49-F238E27FC236}">
                    <a16:creationId xmlns:a16="http://schemas.microsoft.com/office/drawing/2014/main" id="{311B4116-9FB2-7A77-41CC-3A02056D6FC2}"/>
                  </a:ext>
                </a:extLst>
              </p:cNvPr>
              <p:cNvSpPr>
                <a:spLocks noChangeArrowheads="1"/>
              </p:cNvSpPr>
              <p:nvPr/>
            </p:nvSpPr>
            <p:spPr bwMode="auto">
              <a:xfrm>
                <a:off x="1063" y="2208"/>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grpSp>
        <p:grpSp>
          <p:nvGrpSpPr>
            <p:cNvPr id="20521" name="Group 41">
              <a:extLst>
                <a:ext uri="{FF2B5EF4-FFF2-40B4-BE49-F238E27FC236}">
                  <a16:creationId xmlns:a16="http://schemas.microsoft.com/office/drawing/2014/main" id="{EB59BA7C-13A1-0843-596E-16A2C58809CE}"/>
                </a:ext>
              </a:extLst>
            </p:cNvPr>
            <p:cNvGrpSpPr>
              <a:grpSpLocks/>
            </p:cNvGrpSpPr>
            <p:nvPr/>
          </p:nvGrpSpPr>
          <p:grpSpPr bwMode="auto">
            <a:xfrm>
              <a:off x="1685" y="1730"/>
              <a:ext cx="576" cy="669"/>
              <a:chOff x="1063" y="1825"/>
              <a:chExt cx="576" cy="575"/>
            </a:xfrm>
          </p:grpSpPr>
          <p:sp>
            <p:nvSpPr>
              <p:cNvPr id="20528" name="Oval 42">
                <a:extLst>
                  <a:ext uri="{FF2B5EF4-FFF2-40B4-BE49-F238E27FC236}">
                    <a16:creationId xmlns:a16="http://schemas.microsoft.com/office/drawing/2014/main" id="{8C4AD0DF-8C89-B692-77A5-C4D3909F6A77}"/>
                  </a:ext>
                </a:extLst>
              </p:cNvPr>
              <p:cNvSpPr>
                <a:spLocks noChangeArrowheads="1"/>
              </p:cNvSpPr>
              <p:nvPr/>
            </p:nvSpPr>
            <p:spPr bwMode="auto">
              <a:xfrm>
                <a:off x="1063" y="1825"/>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0529" name="Oval 43">
                <a:extLst>
                  <a:ext uri="{FF2B5EF4-FFF2-40B4-BE49-F238E27FC236}">
                    <a16:creationId xmlns:a16="http://schemas.microsoft.com/office/drawing/2014/main" id="{83D853F6-EF50-E330-AD77-3498356DA95F}"/>
                  </a:ext>
                </a:extLst>
              </p:cNvPr>
              <p:cNvSpPr>
                <a:spLocks noChangeArrowheads="1"/>
              </p:cNvSpPr>
              <p:nvPr/>
            </p:nvSpPr>
            <p:spPr bwMode="auto">
              <a:xfrm>
                <a:off x="1063" y="1921"/>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0530" name="Oval 44">
                <a:extLst>
                  <a:ext uri="{FF2B5EF4-FFF2-40B4-BE49-F238E27FC236}">
                    <a16:creationId xmlns:a16="http://schemas.microsoft.com/office/drawing/2014/main" id="{3220933E-B508-0943-CC22-26D535F239A7}"/>
                  </a:ext>
                </a:extLst>
              </p:cNvPr>
              <p:cNvSpPr>
                <a:spLocks noChangeArrowheads="1"/>
              </p:cNvSpPr>
              <p:nvPr/>
            </p:nvSpPr>
            <p:spPr bwMode="auto">
              <a:xfrm>
                <a:off x="1063" y="2017"/>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0531" name="Oval 45">
                <a:extLst>
                  <a:ext uri="{FF2B5EF4-FFF2-40B4-BE49-F238E27FC236}">
                    <a16:creationId xmlns:a16="http://schemas.microsoft.com/office/drawing/2014/main" id="{FC39FCCD-DAA0-4FA9-DE33-52ACB15D7E36}"/>
                  </a:ext>
                </a:extLst>
              </p:cNvPr>
              <p:cNvSpPr>
                <a:spLocks noChangeArrowheads="1"/>
              </p:cNvSpPr>
              <p:nvPr/>
            </p:nvSpPr>
            <p:spPr bwMode="auto">
              <a:xfrm>
                <a:off x="1063" y="2112"/>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0532" name="Oval 46">
                <a:extLst>
                  <a:ext uri="{FF2B5EF4-FFF2-40B4-BE49-F238E27FC236}">
                    <a16:creationId xmlns:a16="http://schemas.microsoft.com/office/drawing/2014/main" id="{08519628-0E04-C74D-26F4-3148AEBB4F82}"/>
                  </a:ext>
                </a:extLst>
              </p:cNvPr>
              <p:cNvSpPr>
                <a:spLocks noChangeArrowheads="1"/>
              </p:cNvSpPr>
              <p:nvPr/>
            </p:nvSpPr>
            <p:spPr bwMode="auto">
              <a:xfrm>
                <a:off x="1063" y="2208"/>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grpSp>
        <p:grpSp>
          <p:nvGrpSpPr>
            <p:cNvPr id="20522" name="Group 47">
              <a:extLst>
                <a:ext uri="{FF2B5EF4-FFF2-40B4-BE49-F238E27FC236}">
                  <a16:creationId xmlns:a16="http://schemas.microsoft.com/office/drawing/2014/main" id="{42EE656B-9592-EE32-69E5-244FE59B243E}"/>
                </a:ext>
              </a:extLst>
            </p:cNvPr>
            <p:cNvGrpSpPr>
              <a:grpSpLocks/>
            </p:cNvGrpSpPr>
            <p:nvPr/>
          </p:nvGrpSpPr>
          <p:grpSpPr bwMode="auto">
            <a:xfrm>
              <a:off x="4314" y="1729"/>
              <a:ext cx="576" cy="669"/>
              <a:chOff x="1063" y="1825"/>
              <a:chExt cx="576" cy="575"/>
            </a:xfrm>
          </p:grpSpPr>
          <p:sp>
            <p:nvSpPr>
              <p:cNvPr id="20523" name="Oval 48">
                <a:extLst>
                  <a:ext uri="{FF2B5EF4-FFF2-40B4-BE49-F238E27FC236}">
                    <a16:creationId xmlns:a16="http://schemas.microsoft.com/office/drawing/2014/main" id="{50B8A2BF-DF16-A1D1-CE29-6EF9557B6C7B}"/>
                  </a:ext>
                </a:extLst>
              </p:cNvPr>
              <p:cNvSpPr>
                <a:spLocks noChangeArrowheads="1"/>
              </p:cNvSpPr>
              <p:nvPr/>
            </p:nvSpPr>
            <p:spPr bwMode="auto">
              <a:xfrm>
                <a:off x="1063" y="1825"/>
                <a:ext cx="576" cy="192"/>
              </a:xfrm>
              <a:prstGeom prst="ellipse">
                <a:avLst/>
              </a:prstGeom>
              <a:solidFill>
                <a:srgbClr val="969696"/>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0524" name="Oval 49">
                <a:extLst>
                  <a:ext uri="{FF2B5EF4-FFF2-40B4-BE49-F238E27FC236}">
                    <a16:creationId xmlns:a16="http://schemas.microsoft.com/office/drawing/2014/main" id="{D93F2272-A8F3-4E3A-1F56-1524ABBA5CBF}"/>
                  </a:ext>
                </a:extLst>
              </p:cNvPr>
              <p:cNvSpPr>
                <a:spLocks noChangeArrowheads="1"/>
              </p:cNvSpPr>
              <p:nvPr/>
            </p:nvSpPr>
            <p:spPr bwMode="auto">
              <a:xfrm>
                <a:off x="1063" y="1921"/>
                <a:ext cx="576" cy="192"/>
              </a:xfrm>
              <a:prstGeom prst="ellipse">
                <a:avLst/>
              </a:prstGeom>
              <a:solidFill>
                <a:srgbClr val="969696"/>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0525" name="Oval 50">
                <a:extLst>
                  <a:ext uri="{FF2B5EF4-FFF2-40B4-BE49-F238E27FC236}">
                    <a16:creationId xmlns:a16="http://schemas.microsoft.com/office/drawing/2014/main" id="{7D56FBED-A62B-B319-0E67-448AA7D57E6A}"/>
                  </a:ext>
                </a:extLst>
              </p:cNvPr>
              <p:cNvSpPr>
                <a:spLocks noChangeArrowheads="1"/>
              </p:cNvSpPr>
              <p:nvPr/>
            </p:nvSpPr>
            <p:spPr bwMode="auto">
              <a:xfrm>
                <a:off x="1063" y="2017"/>
                <a:ext cx="576" cy="192"/>
              </a:xfrm>
              <a:prstGeom prst="ellipse">
                <a:avLst/>
              </a:prstGeom>
              <a:solidFill>
                <a:srgbClr val="969696"/>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0526" name="Oval 51">
                <a:extLst>
                  <a:ext uri="{FF2B5EF4-FFF2-40B4-BE49-F238E27FC236}">
                    <a16:creationId xmlns:a16="http://schemas.microsoft.com/office/drawing/2014/main" id="{3518638E-75FC-93C4-5C8A-27802DB88AD9}"/>
                  </a:ext>
                </a:extLst>
              </p:cNvPr>
              <p:cNvSpPr>
                <a:spLocks noChangeArrowheads="1"/>
              </p:cNvSpPr>
              <p:nvPr/>
            </p:nvSpPr>
            <p:spPr bwMode="auto">
              <a:xfrm>
                <a:off x="1063" y="2112"/>
                <a:ext cx="576" cy="192"/>
              </a:xfrm>
              <a:prstGeom prst="ellipse">
                <a:avLst/>
              </a:prstGeom>
              <a:solidFill>
                <a:srgbClr val="969696"/>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0527" name="Oval 52">
                <a:extLst>
                  <a:ext uri="{FF2B5EF4-FFF2-40B4-BE49-F238E27FC236}">
                    <a16:creationId xmlns:a16="http://schemas.microsoft.com/office/drawing/2014/main" id="{BC3D382D-7BB5-78ED-8101-6344F48309F2}"/>
                  </a:ext>
                </a:extLst>
              </p:cNvPr>
              <p:cNvSpPr>
                <a:spLocks noChangeArrowheads="1"/>
              </p:cNvSpPr>
              <p:nvPr/>
            </p:nvSpPr>
            <p:spPr bwMode="auto">
              <a:xfrm>
                <a:off x="1063" y="2208"/>
                <a:ext cx="576" cy="192"/>
              </a:xfrm>
              <a:prstGeom prst="ellipse">
                <a:avLst/>
              </a:prstGeom>
              <a:solidFill>
                <a:srgbClr val="969696"/>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grpSp>
      </p:grpSp>
      <p:sp>
        <p:nvSpPr>
          <p:cNvPr id="20486" name="AutoShape 65">
            <a:extLst>
              <a:ext uri="{FF2B5EF4-FFF2-40B4-BE49-F238E27FC236}">
                <a16:creationId xmlns:a16="http://schemas.microsoft.com/office/drawing/2014/main" id="{E961C810-3BA8-714D-2A35-BE67C0CCAF93}"/>
              </a:ext>
            </a:extLst>
          </p:cNvPr>
          <p:cNvSpPr>
            <a:spLocks noChangeArrowheads="1"/>
          </p:cNvSpPr>
          <p:nvPr/>
        </p:nvSpPr>
        <p:spPr bwMode="auto">
          <a:xfrm>
            <a:off x="6772275" y="1911350"/>
            <a:ext cx="2201863" cy="609600"/>
          </a:xfrm>
          <a:prstGeom prst="wedgeRoundRectCallout">
            <a:avLst>
              <a:gd name="adj1" fmla="val -19792"/>
              <a:gd name="adj2" fmla="val 70051"/>
              <a:gd name="adj3" fmla="val 16667"/>
            </a:avLst>
          </a:prstGeom>
          <a:solidFill>
            <a:srgbClr val="FF5050"/>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r>
              <a:rPr lang="en-US" altLang="en-US" b="1"/>
              <a:t>Bottleneck</a:t>
            </a:r>
          </a:p>
        </p:txBody>
      </p:sp>
      <p:grpSp>
        <p:nvGrpSpPr>
          <p:cNvPr id="20487" name="Group 77">
            <a:extLst>
              <a:ext uri="{FF2B5EF4-FFF2-40B4-BE49-F238E27FC236}">
                <a16:creationId xmlns:a16="http://schemas.microsoft.com/office/drawing/2014/main" id="{E3CCD214-F26E-1669-1DCD-5B43FB19CB8C}"/>
              </a:ext>
            </a:extLst>
          </p:cNvPr>
          <p:cNvGrpSpPr>
            <a:grpSpLocks/>
          </p:cNvGrpSpPr>
          <p:nvPr/>
        </p:nvGrpSpPr>
        <p:grpSpPr bwMode="auto">
          <a:xfrm flipV="1">
            <a:off x="1231900" y="4795838"/>
            <a:ext cx="6454775" cy="1062037"/>
            <a:chOff x="776" y="3021"/>
            <a:chExt cx="4066" cy="669"/>
          </a:xfrm>
        </p:grpSpPr>
        <p:grpSp>
          <p:nvGrpSpPr>
            <p:cNvPr id="20488" name="Group 69">
              <a:extLst>
                <a:ext uri="{FF2B5EF4-FFF2-40B4-BE49-F238E27FC236}">
                  <a16:creationId xmlns:a16="http://schemas.microsoft.com/office/drawing/2014/main" id="{26A13D92-AC56-AFB1-39CF-EC51D9C62D1A}"/>
                </a:ext>
              </a:extLst>
            </p:cNvPr>
            <p:cNvGrpSpPr>
              <a:grpSpLocks/>
            </p:cNvGrpSpPr>
            <p:nvPr/>
          </p:nvGrpSpPr>
          <p:grpSpPr bwMode="auto">
            <a:xfrm>
              <a:off x="776" y="3021"/>
              <a:ext cx="3254" cy="669"/>
              <a:chOff x="776" y="3021"/>
              <a:chExt cx="3254" cy="669"/>
            </a:xfrm>
          </p:grpSpPr>
          <p:sp>
            <p:nvSpPr>
              <p:cNvPr id="20495" name="Oval 12">
                <a:extLst>
                  <a:ext uri="{FF2B5EF4-FFF2-40B4-BE49-F238E27FC236}">
                    <a16:creationId xmlns:a16="http://schemas.microsoft.com/office/drawing/2014/main" id="{1147607C-736E-2603-6201-B13D75324293}"/>
                  </a:ext>
                </a:extLst>
              </p:cNvPr>
              <p:cNvSpPr>
                <a:spLocks noChangeArrowheads="1"/>
              </p:cNvSpPr>
              <p:nvPr/>
            </p:nvSpPr>
            <p:spPr bwMode="auto">
              <a:xfrm>
                <a:off x="3454" y="3021"/>
                <a:ext cx="576" cy="223"/>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0496" name="Oval 13">
                <a:extLst>
                  <a:ext uri="{FF2B5EF4-FFF2-40B4-BE49-F238E27FC236}">
                    <a16:creationId xmlns:a16="http://schemas.microsoft.com/office/drawing/2014/main" id="{B4E8D62F-F3B4-5317-C5E8-0C2771965841}"/>
                  </a:ext>
                </a:extLst>
              </p:cNvPr>
              <p:cNvSpPr>
                <a:spLocks noChangeArrowheads="1"/>
              </p:cNvSpPr>
              <p:nvPr/>
            </p:nvSpPr>
            <p:spPr bwMode="auto">
              <a:xfrm>
                <a:off x="3454" y="3133"/>
                <a:ext cx="576" cy="223"/>
              </a:xfrm>
              <a:prstGeom prst="ellipse">
                <a:avLst/>
              </a:prstGeom>
              <a:solidFill>
                <a:srgbClr val="969696"/>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0497" name="Oval 14">
                <a:extLst>
                  <a:ext uri="{FF2B5EF4-FFF2-40B4-BE49-F238E27FC236}">
                    <a16:creationId xmlns:a16="http://schemas.microsoft.com/office/drawing/2014/main" id="{304B68E6-4067-ED25-D8CD-897000E52912}"/>
                  </a:ext>
                </a:extLst>
              </p:cNvPr>
              <p:cNvSpPr>
                <a:spLocks noChangeArrowheads="1"/>
              </p:cNvSpPr>
              <p:nvPr/>
            </p:nvSpPr>
            <p:spPr bwMode="auto">
              <a:xfrm>
                <a:off x="3454" y="3244"/>
                <a:ext cx="576" cy="224"/>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0498" name="Oval 15">
                <a:extLst>
                  <a:ext uri="{FF2B5EF4-FFF2-40B4-BE49-F238E27FC236}">
                    <a16:creationId xmlns:a16="http://schemas.microsoft.com/office/drawing/2014/main" id="{172FAFCA-2474-8953-C5F3-7F4CBEA1B169}"/>
                  </a:ext>
                </a:extLst>
              </p:cNvPr>
              <p:cNvSpPr>
                <a:spLocks noChangeArrowheads="1"/>
              </p:cNvSpPr>
              <p:nvPr/>
            </p:nvSpPr>
            <p:spPr bwMode="auto">
              <a:xfrm>
                <a:off x="3454" y="3355"/>
                <a:ext cx="576" cy="223"/>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0499" name="Oval 16">
                <a:extLst>
                  <a:ext uri="{FF2B5EF4-FFF2-40B4-BE49-F238E27FC236}">
                    <a16:creationId xmlns:a16="http://schemas.microsoft.com/office/drawing/2014/main" id="{29CAE74E-7C5B-11D7-C620-0FA29B63232C}"/>
                  </a:ext>
                </a:extLst>
              </p:cNvPr>
              <p:cNvSpPr>
                <a:spLocks noChangeArrowheads="1"/>
              </p:cNvSpPr>
              <p:nvPr/>
            </p:nvSpPr>
            <p:spPr bwMode="auto">
              <a:xfrm>
                <a:off x="3454" y="3467"/>
                <a:ext cx="576" cy="223"/>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grpSp>
            <p:nvGrpSpPr>
              <p:cNvPr id="20500" name="Group 68">
                <a:extLst>
                  <a:ext uri="{FF2B5EF4-FFF2-40B4-BE49-F238E27FC236}">
                    <a16:creationId xmlns:a16="http://schemas.microsoft.com/office/drawing/2014/main" id="{46DF127F-110F-F993-45C1-F36EAA0647FF}"/>
                  </a:ext>
                </a:extLst>
              </p:cNvPr>
              <p:cNvGrpSpPr>
                <a:grpSpLocks/>
              </p:cNvGrpSpPr>
              <p:nvPr/>
            </p:nvGrpSpPr>
            <p:grpSpPr bwMode="auto">
              <a:xfrm>
                <a:off x="776" y="3021"/>
                <a:ext cx="2345" cy="669"/>
                <a:chOff x="776" y="3021"/>
                <a:chExt cx="2345" cy="669"/>
              </a:xfrm>
            </p:grpSpPr>
            <p:grpSp>
              <p:nvGrpSpPr>
                <p:cNvPr id="20501" name="Group 67">
                  <a:extLst>
                    <a:ext uri="{FF2B5EF4-FFF2-40B4-BE49-F238E27FC236}">
                      <a16:creationId xmlns:a16="http://schemas.microsoft.com/office/drawing/2014/main" id="{06317D48-2AFF-EE85-EFE6-7A245F1B35F1}"/>
                    </a:ext>
                  </a:extLst>
                </p:cNvPr>
                <p:cNvGrpSpPr>
                  <a:grpSpLocks/>
                </p:cNvGrpSpPr>
                <p:nvPr/>
              </p:nvGrpSpPr>
              <p:grpSpPr bwMode="auto">
                <a:xfrm>
                  <a:off x="776" y="3021"/>
                  <a:ext cx="1485" cy="669"/>
                  <a:chOff x="776" y="3021"/>
                  <a:chExt cx="1485" cy="669"/>
                </a:xfrm>
              </p:grpSpPr>
              <p:grpSp>
                <p:nvGrpSpPr>
                  <p:cNvPr id="20507" name="Group 66">
                    <a:extLst>
                      <a:ext uri="{FF2B5EF4-FFF2-40B4-BE49-F238E27FC236}">
                        <a16:creationId xmlns:a16="http://schemas.microsoft.com/office/drawing/2014/main" id="{322A5A8D-7C65-A483-7876-DFDC651BD4A3}"/>
                      </a:ext>
                    </a:extLst>
                  </p:cNvPr>
                  <p:cNvGrpSpPr>
                    <a:grpSpLocks/>
                  </p:cNvGrpSpPr>
                  <p:nvPr/>
                </p:nvGrpSpPr>
                <p:grpSpPr bwMode="auto">
                  <a:xfrm>
                    <a:off x="776" y="3021"/>
                    <a:ext cx="576" cy="669"/>
                    <a:chOff x="776" y="3021"/>
                    <a:chExt cx="576" cy="669"/>
                  </a:xfrm>
                </p:grpSpPr>
                <p:sp>
                  <p:nvSpPr>
                    <p:cNvPr id="20513" name="Oval 5">
                      <a:extLst>
                        <a:ext uri="{FF2B5EF4-FFF2-40B4-BE49-F238E27FC236}">
                          <a16:creationId xmlns:a16="http://schemas.microsoft.com/office/drawing/2014/main" id="{3559B7A5-B193-5307-B3D6-28FFB7DCBBC7}"/>
                        </a:ext>
                      </a:extLst>
                    </p:cNvPr>
                    <p:cNvSpPr>
                      <a:spLocks noChangeArrowheads="1"/>
                    </p:cNvSpPr>
                    <p:nvPr/>
                  </p:nvSpPr>
                  <p:spPr bwMode="auto">
                    <a:xfrm>
                      <a:off x="776" y="3021"/>
                      <a:ext cx="576" cy="223"/>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0514" name="Oval 6">
                      <a:extLst>
                        <a:ext uri="{FF2B5EF4-FFF2-40B4-BE49-F238E27FC236}">
                          <a16:creationId xmlns:a16="http://schemas.microsoft.com/office/drawing/2014/main" id="{50518EF0-E26B-E106-0153-F9C8F11D067C}"/>
                        </a:ext>
                      </a:extLst>
                    </p:cNvPr>
                    <p:cNvSpPr>
                      <a:spLocks noChangeArrowheads="1"/>
                    </p:cNvSpPr>
                    <p:nvPr/>
                  </p:nvSpPr>
                  <p:spPr bwMode="auto">
                    <a:xfrm>
                      <a:off x="776" y="3133"/>
                      <a:ext cx="576" cy="223"/>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0515" name="Oval 7">
                      <a:extLst>
                        <a:ext uri="{FF2B5EF4-FFF2-40B4-BE49-F238E27FC236}">
                          <a16:creationId xmlns:a16="http://schemas.microsoft.com/office/drawing/2014/main" id="{DF861C6C-89EF-656B-F4F5-0C595D9A1089}"/>
                        </a:ext>
                      </a:extLst>
                    </p:cNvPr>
                    <p:cNvSpPr>
                      <a:spLocks noChangeArrowheads="1"/>
                    </p:cNvSpPr>
                    <p:nvPr/>
                  </p:nvSpPr>
                  <p:spPr bwMode="auto">
                    <a:xfrm>
                      <a:off x="776" y="3244"/>
                      <a:ext cx="576" cy="224"/>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0516" name="Oval 8">
                      <a:extLst>
                        <a:ext uri="{FF2B5EF4-FFF2-40B4-BE49-F238E27FC236}">
                          <a16:creationId xmlns:a16="http://schemas.microsoft.com/office/drawing/2014/main" id="{DDF75968-89E1-3796-3730-831A933088DC}"/>
                        </a:ext>
                      </a:extLst>
                    </p:cNvPr>
                    <p:cNvSpPr>
                      <a:spLocks noChangeArrowheads="1"/>
                    </p:cNvSpPr>
                    <p:nvPr/>
                  </p:nvSpPr>
                  <p:spPr bwMode="auto">
                    <a:xfrm>
                      <a:off x="776" y="3355"/>
                      <a:ext cx="576" cy="223"/>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0517" name="Oval 9">
                      <a:extLst>
                        <a:ext uri="{FF2B5EF4-FFF2-40B4-BE49-F238E27FC236}">
                          <a16:creationId xmlns:a16="http://schemas.microsoft.com/office/drawing/2014/main" id="{7FE7602A-AE4A-A690-1539-A122891332FF}"/>
                        </a:ext>
                      </a:extLst>
                    </p:cNvPr>
                    <p:cNvSpPr>
                      <a:spLocks noChangeArrowheads="1"/>
                    </p:cNvSpPr>
                    <p:nvPr/>
                  </p:nvSpPr>
                  <p:spPr bwMode="auto">
                    <a:xfrm>
                      <a:off x="776" y="3467"/>
                      <a:ext cx="576" cy="223"/>
                    </a:xfrm>
                    <a:prstGeom prst="ellipse">
                      <a:avLst/>
                    </a:prstGeom>
                    <a:solidFill>
                      <a:srgbClr val="969696"/>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grpSp>
              <p:sp>
                <p:nvSpPr>
                  <p:cNvPr id="20508" name="Oval 18">
                    <a:extLst>
                      <a:ext uri="{FF2B5EF4-FFF2-40B4-BE49-F238E27FC236}">
                        <a16:creationId xmlns:a16="http://schemas.microsoft.com/office/drawing/2014/main" id="{58A13ED8-CD0D-D167-450A-BC01AA7BD8F7}"/>
                      </a:ext>
                    </a:extLst>
                  </p:cNvPr>
                  <p:cNvSpPr>
                    <a:spLocks noChangeArrowheads="1"/>
                  </p:cNvSpPr>
                  <p:nvPr/>
                </p:nvSpPr>
                <p:spPr bwMode="auto">
                  <a:xfrm>
                    <a:off x="1685" y="3021"/>
                    <a:ext cx="576" cy="223"/>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0509" name="Oval 19">
                    <a:extLst>
                      <a:ext uri="{FF2B5EF4-FFF2-40B4-BE49-F238E27FC236}">
                        <a16:creationId xmlns:a16="http://schemas.microsoft.com/office/drawing/2014/main" id="{1AA0B007-FE37-E011-62E2-168B4B3EB613}"/>
                      </a:ext>
                    </a:extLst>
                  </p:cNvPr>
                  <p:cNvSpPr>
                    <a:spLocks noChangeArrowheads="1"/>
                  </p:cNvSpPr>
                  <p:nvPr/>
                </p:nvSpPr>
                <p:spPr bwMode="auto">
                  <a:xfrm>
                    <a:off x="1685" y="3133"/>
                    <a:ext cx="576" cy="223"/>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0510" name="Oval 20">
                    <a:extLst>
                      <a:ext uri="{FF2B5EF4-FFF2-40B4-BE49-F238E27FC236}">
                        <a16:creationId xmlns:a16="http://schemas.microsoft.com/office/drawing/2014/main" id="{F0A462DD-EFEC-CCE3-582E-43358D93DCD0}"/>
                      </a:ext>
                    </a:extLst>
                  </p:cNvPr>
                  <p:cNvSpPr>
                    <a:spLocks noChangeArrowheads="1"/>
                  </p:cNvSpPr>
                  <p:nvPr/>
                </p:nvSpPr>
                <p:spPr bwMode="auto">
                  <a:xfrm>
                    <a:off x="1685" y="3244"/>
                    <a:ext cx="576" cy="224"/>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0511" name="Oval 21">
                    <a:extLst>
                      <a:ext uri="{FF2B5EF4-FFF2-40B4-BE49-F238E27FC236}">
                        <a16:creationId xmlns:a16="http://schemas.microsoft.com/office/drawing/2014/main" id="{A1007624-37E8-5F45-7104-43B13F2169DA}"/>
                      </a:ext>
                    </a:extLst>
                  </p:cNvPr>
                  <p:cNvSpPr>
                    <a:spLocks noChangeArrowheads="1"/>
                  </p:cNvSpPr>
                  <p:nvPr/>
                </p:nvSpPr>
                <p:spPr bwMode="auto">
                  <a:xfrm>
                    <a:off x="1685" y="3355"/>
                    <a:ext cx="576" cy="223"/>
                  </a:xfrm>
                  <a:prstGeom prst="ellipse">
                    <a:avLst/>
                  </a:prstGeom>
                  <a:solidFill>
                    <a:srgbClr val="969696"/>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0512" name="Oval 22">
                    <a:extLst>
                      <a:ext uri="{FF2B5EF4-FFF2-40B4-BE49-F238E27FC236}">
                        <a16:creationId xmlns:a16="http://schemas.microsoft.com/office/drawing/2014/main" id="{1027BEB4-4105-5618-3461-F4DAF1ACED6E}"/>
                      </a:ext>
                    </a:extLst>
                  </p:cNvPr>
                  <p:cNvSpPr>
                    <a:spLocks noChangeArrowheads="1"/>
                  </p:cNvSpPr>
                  <p:nvPr/>
                </p:nvSpPr>
                <p:spPr bwMode="auto">
                  <a:xfrm>
                    <a:off x="1685" y="3467"/>
                    <a:ext cx="576" cy="223"/>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grpSp>
            <p:sp>
              <p:nvSpPr>
                <p:cNvPr id="20502" name="Oval 54">
                  <a:extLst>
                    <a:ext uri="{FF2B5EF4-FFF2-40B4-BE49-F238E27FC236}">
                      <a16:creationId xmlns:a16="http://schemas.microsoft.com/office/drawing/2014/main" id="{0E3A534E-3945-F579-D215-466811943115}"/>
                    </a:ext>
                  </a:extLst>
                </p:cNvPr>
                <p:cNvSpPr>
                  <a:spLocks noChangeArrowheads="1"/>
                </p:cNvSpPr>
                <p:nvPr/>
              </p:nvSpPr>
              <p:spPr bwMode="auto">
                <a:xfrm>
                  <a:off x="2545" y="3021"/>
                  <a:ext cx="576" cy="223"/>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0503" name="Oval 55">
                  <a:extLst>
                    <a:ext uri="{FF2B5EF4-FFF2-40B4-BE49-F238E27FC236}">
                      <a16:creationId xmlns:a16="http://schemas.microsoft.com/office/drawing/2014/main" id="{E736A0CD-1D19-D97F-A8FD-02C860189567}"/>
                    </a:ext>
                  </a:extLst>
                </p:cNvPr>
                <p:cNvSpPr>
                  <a:spLocks noChangeArrowheads="1"/>
                </p:cNvSpPr>
                <p:nvPr/>
              </p:nvSpPr>
              <p:spPr bwMode="auto">
                <a:xfrm>
                  <a:off x="2545" y="3133"/>
                  <a:ext cx="576" cy="223"/>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0504" name="Oval 56">
                  <a:extLst>
                    <a:ext uri="{FF2B5EF4-FFF2-40B4-BE49-F238E27FC236}">
                      <a16:creationId xmlns:a16="http://schemas.microsoft.com/office/drawing/2014/main" id="{CDDFB5ED-CDF1-5445-0B9E-15A80A601188}"/>
                    </a:ext>
                  </a:extLst>
                </p:cNvPr>
                <p:cNvSpPr>
                  <a:spLocks noChangeArrowheads="1"/>
                </p:cNvSpPr>
                <p:nvPr/>
              </p:nvSpPr>
              <p:spPr bwMode="auto">
                <a:xfrm>
                  <a:off x="2545" y="3244"/>
                  <a:ext cx="576" cy="224"/>
                </a:xfrm>
                <a:prstGeom prst="ellipse">
                  <a:avLst/>
                </a:prstGeom>
                <a:solidFill>
                  <a:srgbClr val="969696"/>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0505" name="Oval 57">
                  <a:extLst>
                    <a:ext uri="{FF2B5EF4-FFF2-40B4-BE49-F238E27FC236}">
                      <a16:creationId xmlns:a16="http://schemas.microsoft.com/office/drawing/2014/main" id="{E9BBE175-0236-95A2-73F9-008AB0FD5080}"/>
                    </a:ext>
                  </a:extLst>
                </p:cNvPr>
                <p:cNvSpPr>
                  <a:spLocks noChangeArrowheads="1"/>
                </p:cNvSpPr>
                <p:nvPr/>
              </p:nvSpPr>
              <p:spPr bwMode="auto">
                <a:xfrm>
                  <a:off x="2545" y="3355"/>
                  <a:ext cx="576" cy="223"/>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0506" name="Oval 58">
                  <a:extLst>
                    <a:ext uri="{FF2B5EF4-FFF2-40B4-BE49-F238E27FC236}">
                      <a16:creationId xmlns:a16="http://schemas.microsoft.com/office/drawing/2014/main" id="{979D1882-1944-0B8F-73E5-127D2280B63F}"/>
                    </a:ext>
                  </a:extLst>
                </p:cNvPr>
                <p:cNvSpPr>
                  <a:spLocks noChangeArrowheads="1"/>
                </p:cNvSpPr>
                <p:nvPr/>
              </p:nvSpPr>
              <p:spPr bwMode="auto">
                <a:xfrm>
                  <a:off x="2545" y="3467"/>
                  <a:ext cx="576" cy="223"/>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grpSp>
        </p:grpSp>
        <p:grpSp>
          <p:nvGrpSpPr>
            <p:cNvPr id="20489" name="Group 71">
              <a:extLst>
                <a:ext uri="{FF2B5EF4-FFF2-40B4-BE49-F238E27FC236}">
                  <a16:creationId xmlns:a16="http://schemas.microsoft.com/office/drawing/2014/main" id="{1B64E81D-0FAC-7AB9-00F7-59D40ED223CA}"/>
                </a:ext>
              </a:extLst>
            </p:cNvPr>
            <p:cNvGrpSpPr>
              <a:grpSpLocks/>
            </p:cNvGrpSpPr>
            <p:nvPr/>
          </p:nvGrpSpPr>
          <p:grpSpPr bwMode="auto">
            <a:xfrm>
              <a:off x="4266" y="3021"/>
              <a:ext cx="576" cy="669"/>
              <a:chOff x="1063" y="1825"/>
              <a:chExt cx="576" cy="575"/>
            </a:xfrm>
          </p:grpSpPr>
          <p:sp>
            <p:nvSpPr>
              <p:cNvPr id="20490" name="Oval 72">
                <a:extLst>
                  <a:ext uri="{FF2B5EF4-FFF2-40B4-BE49-F238E27FC236}">
                    <a16:creationId xmlns:a16="http://schemas.microsoft.com/office/drawing/2014/main" id="{B3820D0B-823B-9056-7A62-C2FD68207A4E}"/>
                  </a:ext>
                </a:extLst>
              </p:cNvPr>
              <p:cNvSpPr>
                <a:spLocks noChangeArrowheads="1"/>
              </p:cNvSpPr>
              <p:nvPr/>
            </p:nvSpPr>
            <p:spPr bwMode="auto">
              <a:xfrm>
                <a:off x="1063" y="1825"/>
                <a:ext cx="576" cy="192"/>
              </a:xfrm>
              <a:prstGeom prst="ellipse">
                <a:avLst/>
              </a:prstGeom>
              <a:solidFill>
                <a:srgbClr val="969696"/>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0491" name="Oval 73">
                <a:extLst>
                  <a:ext uri="{FF2B5EF4-FFF2-40B4-BE49-F238E27FC236}">
                    <a16:creationId xmlns:a16="http://schemas.microsoft.com/office/drawing/2014/main" id="{082EF356-7CFD-29BC-4675-5082624616E0}"/>
                  </a:ext>
                </a:extLst>
              </p:cNvPr>
              <p:cNvSpPr>
                <a:spLocks noChangeArrowheads="1"/>
              </p:cNvSpPr>
              <p:nvPr/>
            </p:nvSpPr>
            <p:spPr bwMode="auto">
              <a:xfrm>
                <a:off x="1063" y="1921"/>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0492" name="Oval 74">
                <a:extLst>
                  <a:ext uri="{FF2B5EF4-FFF2-40B4-BE49-F238E27FC236}">
                    <a16:creationId xmlns:a16="http://schemas.microsoft.com/office/drawing/2014/main" id="{BB477430-5F67-EE09-9F62-EB2516F6240D}"/>
                  </a:ext>
                </a:extLst>
              </p:cNvPr>
              <p:cNvSpPr>
                <a:spLocks noChangeArrowheads="1"/>
              </p:cNvSpPr>
              <p:nvPr/>
            </p:nvSpPr>
            <p:spPr bwMode="auto">
              <a:xfrm>
                <a:off x="1063" y="2017"/>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0493" name="Oval 75">
                <a:extLst>
                  <a:ext uri="{FF2B5EF4-FFF2-40B4-BE49-F238E27FC236}">
                    <a16:creationId xmlns:a16="http://schemas.microsoft.com/office/drawing/2014/main" id="{A422DF21-CF2E-35DE-CBA6-B8709003FF54}"/>
                  </a:ext>
                </a:extLst>
              </p:cNvPr>
              <p:cNvSpPr>
                <a:spLocks noChangeArrowheads="1"/>
              </p:cNvSpPr>
              <p:nvPr/>
            </p:nvSpPr>
            <p:spPr bwMode="auto">
              <a:xfrm>
                <a:off x="1063" y="2112"/>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0494" name="Oval 76">
                <a:extLst>
                  <a:ext uri="{FF2B5EF4-FFF2-40B4-BE49-F238E27FC236}">
                    <a16:creationId xmlns:a16="http://schemas.microsoft.com/office/drawing/2014/main" id="{2890E8F4-4CBD-40DC-1069-AA34A2763FFB}"/>
                  </a:ext>
                </a:extLst>
              </p:cNvPr>
              <p:cNvSpPr>
                <a:spLocks noChangeArrowheads="1"/>
              </p:cNvSpPr>
              <p:nvPr/>
            </p:nvSpPr>
            <p:spPr bwMode="auto">
              <a:xfrm>
                <a:off x="1063" y="2208"/>
                <a:ext cx="576" cy="192"/>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grpSp>
      </p:grpSp>
    </p:spTree>
    <p:extLst>
      <p:ext uri="{BB962C8B-B14F-4D97-AF65-F5344CB8AC3E}">
        <p14:creationId xmlns:p14="http://schemas.microsoft.com/office/powerpoint/2010/main" val="3376105032"/>
      </p:ext>
    </p:extLst>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CC1373BF-7530-6D77-47E3-8CCB4BAF25D3}"/>
              </a:ext>
            </a:extLst>
          </p:cNvPr>
          <p:cNvSpPr>
            <a:spLocks noGrp="1" noChangeArrowheads="1"/>
          </p:cNvSpPr>
          <p:nvPr>
            <p:ph type="title"/>
          </p:nvPr>
        </p:nvSpPr>
        <p:spPr>
          <a:xfrm>
            <a:off x="685800" y="609600"/>
            <a:ext cx="8153400" cy="1144588"/>
          </a:xfrm>
          <a:extLst>
            <a:ext uri="{91240B29-F687-4F45-9708-019B960494DF}">
              <a14:hiddenLine xmlns:a14="http://schemas.microsoft.com/office/drawing/2010/main" w="9525">
                <a:solidFill>
                  <a:srgbClr val="000000"/>
                </a:solidFill>
                <a:round/>
                <a:headEnd/>
                <a:tailEnd/>
              </a14:hiddenLine>
            </a:ext>
          </a:extLst>
        </p:spPr>
        <p:txBody>
          <a:bodyPr lIns="92160" tIns="46080" rIns="92160" bIns="46080"/>
          <a:lstStyle/>
          <a:p>
            <a:pPr defTabSz="4572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solidFill>
                  <a:srgbClr val="C00000"/>
                </a:solidFill>
              </a:rPr>
              <a:t>RAID  LEVEL 5</a:t>
            </a:r>
          </a:p>
        </p:txBody>
      </p:sp>
      <p:sp>
        <p:nvSpPr>
          <p:cNvPr id="21507" name="Rectangle 3">
            <a:extLst>
              <a:ext uri="{FF2B5EF4-FFF2-40B4-BE49-F238E27FC236}">
                <a16:creationId xmlns:a16="http://schemas.microsoft.com/office/drawing/2014/main" id="{03DED024-C80C-3544-1A1E-A7738AF13A84}"/>
              </a:ext>
            </a:extLst>
          </p:cNvPr>
          <p:cNvSpPr>
            <a:spLocks noGrp="1" noChangeArrowheads="1"/>
          </p:cNvSpPr>
          <p:nvPr>
            <p:ph type="body" idx="1"/>
          </p:nvPr>
        </p:nvSpPr>
        <p:spPr>
          <a:xfrm>
            <a:off x="684212" y="1181894"/>
            <a:ext cx="7773988" cy="3200400"/>
          </a:xfrm>
          <a:extLst>
            <a:ext uri="{91240B29-F687-4F45-9708-019B960494DF}">
              <a14:hiddenLine xmlns:a14="http://schemas.microsoft.com/office/drawing/2010/main" w="9525">
                <a:solidFill>
                  <a:srgbClr val="000000"/>
                </a:solidFill>
                <a:round/>
                <a:headEnd/>
                <a:tailEnd/>
              </a14:hiddenLine>
            </a:ext>
          </a:extLst>
        </p:spPr>
        <p:txBody>
          <a:bodyPr lIns="92160" tIns="46080" rIns="92160" bIns="46080"/>
          <a:lstStyle/>
          <a:p>
            <a:pPr marL="341313" indent="-341313"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100" dirty="0"/>
              <a:t>Single parity drive of RAID level 4 is involved in every write</a:t>
            </a:r>
            <a:r>
              <a:rPr lang="en-GB" altLang="en-US" sz="2100" i="1" dirty="0"/>
              <a:t> </a:t>
            </a:r>
          </a:p>
          <a:p>
            <a:pPr marL="741363" lvl="1" indent="-284163"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b="1" i="1" dirty="0"/>
              <a:t>Will limit parallelism</a:t>
            </a:r>
          </a:p>
          <a:p>
            <a:pPr marL="341313" indent="-341313"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100" dirty="0"/>
              <a:t>RAID-5 distribute the parity blocks among the  N+1 drives</a:t>
            </a:r>
          </a:p>
          <a:p>
            <a:pPr marL="741363" lvl="1" indent="-284163"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b="1" i="1" dirty="0"/>
              <a:t>Much better</a:t>
            </a:r>
          </a:p>
        </p:txBody>
      </p:sp>
      <p:pic>
        <p:nvPicPr>
          <p:cNvPr id="8" name="Picture 7">
            <a:extLst>
              <a:ext uri="{FF2B5EF4-FFF2-40B4-BE49-F238E27FC236}">
                <a16:creationId xmlns:a16="http://schemas.microsoft.com/office/drawing/2014/main" id="{491EA654-AB11-A8E9-06EA-385DA1B1B2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9947" y="3221595"/>
            <a:ext cx="7184106" cy="2088031"/>
          </a:xfrm>
          <a:prstGeom prst="rect">
            <a:avLst/>
          </a:prstGeom>
        </p:spPr>
      </p:pic>
    </p:spTree>
    <p:extLst>
      <p:ext uri="{BB962C8B-B14F-4D97-AF65-F5344CB8AC3E}">
        <p14:creationId xmlns:p14="http://schemas.microsoft.com/office/powerpoint/2010/main" val="351204680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E1B6940B-13B7-73B7-E5FF-050AAD10423E}"/>
              </a:ext>
            </a:extLst>
          </p:cNvPr>
          <p:cNvSpPr>
            <a:spLocks noGrp="1"/>
          </p:cNvSpPr>
          <p:nvPr>
            <p:ph type="title"/>
          </p:nvPr>
        </p:nvSpPr>
        <p:spPr/>
        <p:txBody>
          <a:bodyPr/>
          <a:lstStyle/>
          <a:p>
            <a:r>
              <a:rPr lang="en-US" altLang="en-US" dirty="0">
                <a:solidFill>
                  <a:srgbClr val="C00000"/>
                </a:solidFill>
              </a:rPr>
              <a:t>RAID 5 and RAID 6</a:t>
            </a:r>
            <a:endParaRPr lang="en-MY" altLang="en-US" dirty="0">
              <a:solidFill>
                <a:srgbClr val="C00000"/>
              </a:solidFill>
            </a:endParaRPr>
          </a:p>
        </p:txBody>
      </p:sp>
      <p:sp>
        <p:nvSpPr>
          <p:cNvPr id="23555" name="Content Placeholder 2">
            <a:extLst>
              <a:ext uri="{FF2B5EF4-FFF2-40B4-BE49-F238E27FC236}">
                <a16:creationId xmlns:a16="http://schemas.microsoft.com/office/drawing/2014/main" id="{5921C90E-83EC-E93A-6EBA-D08B573BD4A0}"/>
              </a:ext>
            </a:extLst>
          </p:cNvPr>
          <p:cNvSpPr>
            <a:spLocks noGrp="1"/>
          </p:cNvSpPr>
          <p:nvPr>
            <p:ph idx="1"/>
          </p:nvPr>
        </p:nvSpPr>
        <p:spPr/>
        <p:txBody>
          <a:bodyPr/>
          <a:lstStyle/>
          <a:p>
            <a:pPr algn="just"/>
            <a:r>
              <a:rPr lang="en-US" altLang="en-US" sz="2100" dirty="0"/>
              <a:t>RAID 5 is similar to RAID 4, except that the parity is distributed across all disks instead of stored on a dedicated disk.</a:t>
            </a:r>
          </a:p>
          <a:p>
            <a:pPr lvl="1" algn="just"/>
            <a:r>
              <a:rPr lang="en-US" altLang="en-US" dirty="0"/>
              <a:t>This overcomes the write bottleneck on the parity disk.</a:t>
            </a:r>
          </a:p>
          <a:p>
            <a:pPr algn="just"/>
            <a:r>
              <a:rPr lang="en-US" altLang="en-US" sz="2100" dirty="0"/>
              <a:t>RAID 6 is similar to RAID 5, except that it includes a second parity element to allow survival in the event of two disk failures.</a:t>
            </a:r>
          </a:p>
          <a:p>
            <a:pPr lvl="1" algn="just"/>
            <a:r>
              <a:rPr lang="en-US" altLang="en-US" dirty="0"/>
              <a:t>The probability for this to happen increases and the number of drives in the array increases.  </a:t>
            </a:r>
          </a:p>
          <a:p>
            <a:pPr lvl="1" algn="just"/>
            <a:r>
              <a:rPr lang="en-US" altLang="en-US" dirty="0"/>
              <a:t>Calculates both horizontal parity (as in RAID 5) and diagonal parity.</a:t>
            </a:r>
          </a:p>
          <a:p>
            <a:pPr lvl="1" algn="just"/>
            <a:r>
              <a:rPr lang="en-US" altLang="en-US" dirty="0"/>
              <a:t>Has more write penalty than in RAID 5.</a:t>
            </a:r>
          </a:p>
          <a:p>
            <a:pPr lvl="1" algn="just"/>
            <a:r>
              <a:rPr lang="en-US" altLang="en-US" dirty="0"/>
              <a:t>Rebuild operation may take longer than on RAID 5.</a:t>
            </a:r>
            <a:endParaRPr lang="en-MY" altLang="en-US" dirty="0"/>
          </a:p>
        </p:txBody>
      </p:sp>
    </p:spTree>
    <p:extLst>
      <p:ext uri="{BB962C8B-B14F-4D97-AF65-F5344CB8AC3E}">
        <p14:creationId xmlns:p14="http://schemas.microsoft.com/office/powerpoint/2010/main" val="1718069791"/>
      </p:ext>
    </p:extLst>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Line 17">
            <a:extLst>
              <a:ext uri="{FF2B5EF4-FFF2-40B4-BE49-F238E27FC236}">
                <a16:creationId xmlns:a16="http://schemas.microsoft.com/office/drawing/2014/main" id="{2A44E499-1118-17BE-2882-2CDF6FD4FFB1}"/>
              </a:ext>
            </a:extLst>
          </p:cNvPr>
          <p:cNvSpPr>
            <a:spLocks noChangeShapeType="1"/>
          </p:cNvSpPr>
          <p:nvPr/>
        </p:nvSpPr>
        <p:spPr bwMode="auto">
          <a:xfrm>
            <a:off x="1400175" y="3765550"/>
            <a:ext cx="4921250" cy="0"/>
          </a:xfrm>
          <a:prstGeom prst="line">
            <a:avLst/>
          </a:prstGeom>
          <a:noFill/>
          <a:ln w="12700">
            <a:solidFill>
              <a:srgbClr val="000000"/>
            </a:solidFill>
            <a:round/>
            <a:headEnd type="none" w="med" len="lg"/>
            <a:tailEnd type="none" w="med" len="lg"/>
          </a:ln>
          <a:extLst>
            <a:ext uri="{909E8E84-426E-40DD-AFC4-6F175D3DCCD1}">
              <a14:hiddenFill xmlns:a14="http://schemas.microsoft.com/office/drawing/2010/main">
                <a:noFill/>
              </a14:hiddenFill>
            </a:ext>
          </a:extLst>
        </p:spPr>
        <p:txBody>
          <a:bodyPr lIns="0" tIns="0" rIns="0" bIns="0" anchor="ctr">
            <a:spAutoFit/>
          </a:body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grpSp>
        <p:nvGrpSpPr>
          <p:cNvPr id="24579" name="Group 83">
            <a:extLst>
              <a:ext uri="{FF2B5EF4-FFF2-40B4-BE49-F238E27FC236}">
                <a16:creationId xmlns:a16="http://schemas.microsoft.com/office/drawing/2014/main" id="{73D6E503-9167-BAFB-BE85-F6CA7E1AB53E}"/>
              </a:ext>
            </a:extLst>
          </p:cNvPr>
          <p:cNvGrpSpPr>
            <a:grpSpLocks/>
          </p:cNvGrpSpPr>
          <p:nvPr/>
        </p:nvGrpSpPr>
        <p:grpSpPr bwMode="auto">
          <a:xfrm>
            <a:off x="533400" y="2819400"/>
            <a:ext cx="1228725" cy="2133600"/>
            <a:chOff x="336" y="1776"/>
            <a:chExt cx="774" cy="1344"/>
          </a:xfrm>
        </p:grpSpPr>
        <p:pic>
          <p:nvPicPr>
            <p:cNvPr id="24658" name="Picture 84" descr="host12">
              <a:extLst>
                <a:ext uri="{FF2B5EF4-FFF2-40B4-BE49-F238E27FC236}">
                  <a16:creationId xmlns:a16="http://schemas.microsoft.com/office/drawing/2014/main" id="{43EFE591-0AAA-7658-45C9-4B6EE8133A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 y="1776"/>
              <a:ext cx="774" cy="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659" name="Text Box 85">
              <a:extLst>
                <a:ext uri="{FF2B5EF4-FFF2-40B4-BE49-F238E27FC236}">
                  <a16:creationId xmlns:a16="http://schemas.microsoft.com/office/drawing/2014/main" id="{1F660658-213A-EC9F-2739-99DAA302E555}"/>
                </a:ext>
              </a:extLst>
            </p:cNvPr>
            <p:cNvSpPr txBox="1">
              <a:spLocks noChangeArrowheads="1"/>
            </p:cNvSpPr>
            <p:nvPr/>
          </p:nvSpPr>
          <p:spPr bwMode="auto">
            <a:xfrm>
              <a:off x="672" y="2986"/>
              <a:ext cx="28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marL="354013" indent="-354013"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354013" marR="0" lvl="0" indent="-354013" algn="ctr"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r>
                <a:rPr kumimoji="0" lang="en-US" altLang="en-US" sz="1400" b="1" i="0" u="none" strike="noStrike" kern="1200" cap="none" spc="0" normalizeH="0" baseline="0" noProof="0">
                  <a:ln>
                    <a:noFill/>
                  </a:ln>
                  <a:solidFill>
                    <a:srgbClr val="000610"/>
                  </a:solidFill>
                  <a:effectLst/>
                  <a:uLnTx/>
                  <a:uFillTx/>
                  <a:latin typeface="Verdana" panose="020B0604030504040204" pitchFamily="34" charset="0"/>
                  <a:ea typeface="+mn-ea"/>
                  <a:cs typeface="Arial" panose="020B0604020202020204" pitchFamily="34" charset="0"/>
                </a:rPr>
                <a:t>Host</a:t>
              </a:r>
            </a:p>
          </p:txBody>
        </p:sp>
      </p:grpSp>
      <p:sp>
        <p:nvSpPr>
          <p:cNvPr id="24580" name="Freeform 2">
            <a:extLst>
              <a:ext uri="{FF2B5EF4-FFF2-40B4-BE49-F238E27FC236}">
                <a16:creationId xmlns:a16="http://schemas.microsoft.com/office/drawing/2014/main" id="{9565F00D-EF5E-1EEF-37D0-E36446380209}"/>
              </a:ext>
            </a:extLst>
          </p:cNvPr>
          <p:cNvSpPr>
            <a:spLocks/>
          </p:cNvSpPr>
          <p:nvPr/>
        </p:nvSpPr>
        <p:spPr bwMode="auto">
          <a:xfrm>
            <a:off x="5392738" y="1817688"/>
            <a:ext cx="641350" cy="3919537"/>
          </a:xfrm>
          <a:custGeom>
            <a:avLst/>
            <a:gdLst>
              <a:gd name="T0" fmla="*/ 2147483647 w 404"/>
              <a:gd name="T1" fmla="*/ 0 h 2488"/>
              <a:gd name="T2" fmla="*/ 0 w 404"/>
              <a:gd name="T3" fmla="*/ 0 h 2488"/>
              <a:gd name="T4" fmla="*/ 0 w 404"/>
              <a:gd name="T5" fmla="*/ 2147483647 h 2488"/>
              <a:gd name="T6" fmla="*/ 2147483647 w 404"/>
              <a:gd name="T7" fmla="*/ 2147483647 h 2488"/>
              <a:gd name="T8" fmla="*/ 0 60000 65536"/>
              <a:gd name="T9" fmla="*/ 0 60000 65536"/>
              <a:gd name="T10" fmla="*/ 0 60000 65536"/>
              <a:gd name="T11" fmla="*/ 0 60000 65536"/>
              <a:gd name="T12" fmla="*/ 0 w 404"/>
              <a:gd name="T13" fmla="*/ 0 h 2488"/>
              <a:gd name="T14" fmla="*/ 404 w 404"/>
              <a:gd name="T15" fmla="*/ 2488 h 2488"/>
            </a:gdLst>
            <a:ahLst/>
            <a:cxnLst>
              <a:cxn ang="T8">
                <a:pos x="T0" y="T1"/>
              </a:cxn>
              <a:cxn ang="T9">
                <a:pos x="T2" y="T3"/>
              </a:cxn>
              <a:cxn ang="T10">
                <a:pos x="T4" y="T5"/>
              </a:cxn>
              <a:cxn ang="T11">
                <a:pos x="T6" y="T7"/>
              </a:cxn>
            </a:cxnLst>
            <a:rect l="T12" t="T13" r="T14" b="T15"/>
            <a:pathLst>
              <a:path w="404" h="2488">
                <a:moveTo>
                  <a:pt x="380" y="0"/>
                </a:moveTo>
                <a:lnTo>
                  <a:pt x="0" y="0"/>
                </a:lnTo>
                <a:lnTo>
                  <a:pt x="0" y="2488"/>
                </a:lnTo>
                <a:lnTo>
                  <a:pt x="404" y="2488"/>
                </a:lnTo>
              </a:path>
            </a:pathLst>
          </a:custGeom>
          <a:noFill/>
          <a:ln w="12700" cap="flat" cmpd="sng">
            <a:solidFill>
              <a:srgbClr val="000000"/>
            </a:solidFill>
            <a:prstDash val="solid"/>
            <a:round/>
            <a:headEnd type="none" w="med" len="lg"/>
            <a:tailEnd type="none" w="med" len="lg"/>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grpSp>
        <p:nvGrpSpPr>
          <p:cNvPr id="3" name="Group 8">
            <a:extLst>
              <a:ext uri="{FF2B5EF4-FFF2-40B4-BE49-F238E27FC236}">
                <a16:creationId xmlns:a16="http://schemas.microsoft.com/office/drawing/2014/main" id="{48416EE5-C929-0B7E-76BC-98F20ACD86AB}"/>
              </a:ext>
            </a:extLst>
          </p:cNvPr>
          <p:cNvGrpSpPr>
            <a:grpSpLocks/>
          </p:cNvGrpSpPr>
          <p:nvPr/>
        </p:nvGrpSpPr>
        <p:grpSpPr bwMode="auto">
          <a:xfrm>
            <a:off x="6927850" y="1460500"/>
            <a:ext cx="981075" cy="325438"/>
            <a:chOff x="4364" y="926"/>
            <a:chExt cx="618" cy="205"/>
          </a:xfrm>
        </p:grpSpPr>
        <p:sp>
          <p:nvSpPr>
            <p:cNvPr id="24656" name="Rectangle 9">
              <a:extLst>
                <a:ext uri="{FF2B5EF4-FFF2-40B4-BE49-F238E27FC236}">
                  <a16:creationId xmlns:a16="http://schemas.microsoft.com/office/drawing/2014/main" id="{BC1B70A9-2B24-C099-8A1A-D55CC10CEE7E}"/>
                </a:ext>
              </a:extLst>
            </p:cNvPr>
            <p:cNvSpPr>
              <a:spLocks noChangeArrowheads="1"/>
            </p:cNvSpPr>
            <p:nvPr/>
          </p:nvSpPr>
          <p:spPr bwMode="auto">
            <a:xfrm>
              <a:off x="4364" y="926"/>
              <a:ext cx="618" cy="205"/>
            </a:xfrm>
            <a:prstGeom prst="rect">
              <a:avLst/>
            </a:prstGeom>
            <a:solidFill>
              <a:srgbClr val="43996C"/>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4657" name="Text Box 10">
              <a:extLst>
                <a:ext uri="{FF2B5EF4-FFF2-40B4-BE49-F238E27FC236}">
                  <a16:creationId xmlns:a16="http://schemas.microsoft.com/office/drawing/2014/main" id="{29D4B72E-1C6B-66FA-696D-E0A6DE4A2A4E}"/>
                </a:ext>
              </a:extLst>
            </p:cNvPr>
            <p:cNvSpPr txBox="1">
              <a:spLocks noChangeArrowheads="1"/>
            </p:cNvSpPr>
            <p:nvPr/>
          </p:nvSpPr>
          <p:spPr bwMode="auto">
            <a:xfrm>
              <a:off x="4446" y="959"/>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0</a:t>
              </a:r>
            </a:p>
          </p:txBody>
        </p:sp>
      </p:grpSp>
      <p:grpSp>
        <p:nvGrpSpPr>
          <p:cNvPr id="4" name="Group 11">
            <a:extLst>
              <a:ext uri="{FF2B5EF4-FFF2-40B4-BE49-F238E27FC236}">
                <a16:creationId xmlns:a16="http://schemas.microsoft.com/office/drawing/2014/main" id="{D8C72D94-B9DA-2429-3198-2342E24D21F3}"/>
              </a:ext>
            </a:extLst>
          </p:cNvPr>
          <p:cNvGrpSpPr>
            <a:grpSpLocks/>
          </p:cNvGrpSpPr>
          <p:nvPr/>
        </p:nvGrpSpPr>
        <p:grpSpPr bwMode="auto">
          <a:xfrm>
            <a:off x="6927850" y="5384800"/>
            <a:ext cx="981075" cy="325438"/>
            <a:chOff x="4364" y="926"/>
            <a:chExt cx="618" cy="205"/>
          </a:xfrm>
        </p:grpSpPr>
        <p:sp>
          <p:nvSpPr>
            <p:cNvPr id="24654" name="Rectangle 12">
              <a:extLst>
                <a:ext uri="{FF2B5EF4-FFF2-40B4-BE49-F238E27FC236}">
                  <a16:creationId xmlns:a16="http://schemas.microsoft.com/office/drawing/2014/main" id="{FE016DC7-B7BD-EF8D-C3BD-B2D2FC26BAF1}"/>
                </a:ext>
              </a:extLst>
            </p:cNvPr>
            <p:cNvSpPr>
              <a:spLocks noChangeArrowheads="1"/>
            </p:cNvSpPr>
            <p:nvPr/>
          </p:nvSpPr>
          <p:spPr bwMode="auto">
            <a:xfrm>
              <a:off x="4364" y="926"/>
              <a:ext cx="618" cy="205"/>
            </a:xfrm>
            <a:prstGeom prst="rect">
              <a:avLst/>
            </a:prstGeom>
            <a:solidFill>
              <a:srgbClr val="43996C"/>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4655" name="Text Box 13">
              <a:extLst>
                <a:ext uri="{FF2B5EF4-FFF2-40B4-BE49-F238E27FC236}">
                  <a16:creationId xmlns:a16="http://schemas.microsoft.com/office/drawing/2014/main" id="{2451EC62-2977-B885-DCA5-FB2E91711E66}"/>
                </a:ext>
              </a:extLst>
            </p:cNvPr>
            <p:cNvSpPr txBox="1">
              <a:spLocks noChangeArrowheads="1"/>
            </p:cNvSpPr>
            <p:nvPr/>
          </p:nvSpPr>
          <p:spPr bwMode="auto">
            <a:xfrm>
              <a:off x="4419" y="959"/>
              <a:ext cx="513"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P 0 1 2 3</a:t>
              </a:r>
            </a:p>
          </p:txBody>
        </p:sp>
      </p:grpSp>
      <p:grpSp>
        <p:nvGrpSpPr>
          <p:cNvPr id="24583" name="Group 14">
            <a:extLst>
              <a:ext uri="{FF2B5EF4-FFF2-40B4-BE49-F238E27FC236}">
                <a16:creationId xmlns:a16="http://schemas.microsoft.com/office/drawing/2014/main" id="{02459134-F581-1034-B847-4DB51A532D79}"/>
              </a:ext>
            </a:extLst>
          </p:cNvPr>
          <p:cNvGrpSpPr>
            <a:grpSpLocks/>
          </p:cNvGrpSpPr>
          <p:nvPr/>
        </p:nvGrpSpPr>
        <p:grpSpPr bwMode="auto">
          <a:xfrm>
            <a:off x="6927850" y="5765800"/>
            <a:ext cx="981075" cy="325438"/>
            <a:chOff x="4364" y="1154"/>
            <a:chExt cx="618" cy="205"/>
          </a:xfrm>
        </p:grpSpPr>
        <p:sp>
          <p:nvSpPr>
            <p:cNvPr id="24652" name="Rectangle 15">
              <a:extLst>
                <a:ext uri="{FF2B5EF4-FFF2-40B4-BE49-F238E27FC236}">
                  <a16:creationId xmlns:a16="http://schemas.microsoft.com/office/drawing/2014/main" id="{A3A238C4-117A-BA60-96A8-C79A96E6460B}"/>
                </a:ext>
              </a:extLst>
            </p:cNvPr>
            <p:cNvSpPr>
              <a:spLocks noChangeArrowheads="1"/>
            </p:cNvSpPr>
            <p:nvPr/>
          </p:nvSpPr>
          <p:spPr bwMode="auto">
            <a:xfrm>
              <a:off x="4364" y="1154"/>
              <a:ext cx="618" cy="205"/>
            </a:xfrm>
            <a:prstGeom prst="rect">
              <a:avLst/>
            </a:prstGeom>
            <a:solidFill>
              <a:srgbClr val="E46620"/>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4653" name="Text Box 16">
              <a:extLst>
                <a:ext uri="{FF2B5EF4-FFF2-40B4-BE49-F238E27FC236}">
                  <a16:creationId xmlns:a16="http://schemas.microsoft.com/office/drawing/2014/main" id="{119418E4-F0A2-F6F9-93C5-C75140EA4CCE}"/>
                </a:ext>
              </a:extLst>
            </p:cNvPr>
            <p:cNvSpPr txBox="1">
              <a:spLocks noChangeArrowheads="1"/>
            </p:cNvSpPr>
            <p:nvPr/>
          </p:nvSpPr>
          <p:spPr bwMode="auto">
            <a:xfrm>
              <a:off x="4448" y="1187"/>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7</a:t>
              </a:r>
            </a:p>
          </p:txBody>
        </p:sp>
      </p:grpSp>
      <p:sp>
        <p:nvSpPr>
          <p:cNvPr id="24584" name="Line 18">
            <a:extLst>
              <a:ext uri="{FF2B5EF4-FFF2-40B4-BE49-F238E27FC236}">
                <a16:creationId xmlns:a16="http://schemas.microsoft.com/office/drawing/2014/main" id="{F54BB273-6A6E-662E-41FA-9765EC4EA383}"/>
              </a:ext>
            </a:extLst>
          </p:cNvPr>
          <p:cNvSpPr>
            <a:spLocks noChangeShapeType="1"/>
          </p:cNvSpPr>
          <p:nvPr/>
        </p:nvSpPr>
        <p:spPr bwMode="auto">
          <a:xfrm>
            <a:off x="5392738" y="2794000"/>
            <a:ext cx="55403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4585" name="Line 19">
            <a:extLst>
              <a:ext uri="{FF2B5EF4-FFF2-40B4-BE49-F238E27FC236}">
                <a16:creationId xmlns:a16="http://schemas.microsoft.com/office/drawing/2014/main" id="{6A24F18F-9216-7136-5795-3ABA117951FF}"/>
              </a:ext>
            </a:extLst>
          </p:cNvPr>
          <p:cNvSpPr>
            <a:spLocks noChangeShapeType="1"/>
          </p:cNvSpPr>
          <p:nvPr/>
        </p:nvSpPr>
        <p:spPr bwMode="auto">
          <a:xfrm>
            <a:off x="5392738" y="4756150"/>
            <a:ext cx="55403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grpSp>
        <p:nvGrpSpPr>
          <p:cNvPr id="24586" name="Group 20">
            <a:extLst>
              <a:ext uri="{FF2B5EF4-FFF2-40B4-BE49-F238E27FC236}">
                <a16:creationId xmlns:a16="http://schemas.microsoft.com/office/drawing/2014/main" id="{44E4F418-2268-084C-112E-945938851AB5}"/>
              </a:ext>
            </a:extLst>
          </p:cNvPr>
          <p:cNvGrpSpPr>
            <a:grpSpLocks/>
          </p:cNvGrpSpPr>
          <p:nvPr/>
        </p:nvGrpSpPr>
        <p:grpSpPr bwMode="auto">
          <a:xfrm>
            <a:off x="2955925" y="3425825"/>
            <a:ext cx="1358900" cy="720725"/>
            <a:chOff x="2166" y="2158"/>
            <a:chExt cx="856" cy="454"/>
          </a:xfrm>
        </p:grpSpPr>
        <p:sp>
          <p:nvSpPr>
            <p:cNvPr id="24650" name="Rectangle 21">
              <a:extLst>
                <a:ext uri="{FF2B5EF4-FFF2-40B4-BE49-F238E27FC236}">
                  <a16:creationId xmlns:a16="http://schemas.microsoft.com/office/drawing/2014/main" id="{A2F74B88-A6C8-BBA8-10D4-6FE709024F3B}"/>
                </a:ext>
              </a:extLst>
            </p:cNvPr>
            <p:cNvSpPr>
              <a:spLocks noChangeArrowheads="1"/>
            </p:cNvSpPr>
            <p:nvPr/>
          </p:nvSpPr>
          <p:spPr bwMode="auto">
            <a:xfrm>
              <a:off x="2166" y="2158"/>
              <a:ext cx="856" cy="454"/>
            </a:xfrm>
            <a:prstGeom prst="rect">
              <a:avLst/>
            </a:prstGeom>
            <a:gradFill rotWithShape="1">
              <a:gsLst>
                <a:gs pos="0">
                  <a:srgbClr val="86BAB5"/>
                </a:gs>
                <a:gs pos="100000">
                  <a:srgbClr val="5B7E7B"/>
                </a:gs>
              </a:gsLst>
              <a:lin ang="2700000" scaled="1"/>
            </a:gradFill>
            <a:ln w="12700" algn="ctr">
              <a:solidFill>
                <a:srgbClr val="88B8B6"/>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4651" name="Text Box 22">
              <a:extLst>
                <a:ext uri="{FF2B5EF4-FFF2-40B4-BE49-F238E27FC236}">
                  <a16:creationId xmlns:a16="http://schemas.microsoft.com/office/drawing/2014/main" id="{09EF5628-FFE7-851A-479E-9CD6A5DB5A6C}"/>
                </a:ext>
              </a:extLst>
            </p:cNvPr>
            <p:cNvSpPr txBox="1">
              <a:spLocks noChangeArrowheads="1"/>
            </p:cNvSpPr>
            <p:nvPr/>
          </p:nvSpPr>
          <p:spPr bwMode="auto">
            <a:xfrm>
              <a:off x="2288" y="2246"/>
              <a:ext cx="612" cy="278"/>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RAID</a:t>
              </a:r>
              <a:b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b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Controller</a:t>
              </a:r>
            </a:p>
          </p:txBody>
        </p:sp>
      </p:grpSp>
      <p:grpSp>
        <p:nvGrpSpPr>
          <p:cNvPr id="7" name="Group 23">
            <a:extLst>
              <a:ext uri="{FF2B5EF4-FFF2-40B4-BE49-F238E27FC236}">
                <a16:creationId xmlns:a16="http://schemas.microsoft.com/office/drawing/2014/main" id="{60BB02C9-5111-A232-CAF3-9C5869C5054F}"/>
              </a:ext>
            </a:extLst>
          </p:cNvPr>
          <p:cNvGrpSpPr>
            <a:grpSpLocks/>
          </p:cNvGrpSpPr>
          <p:nvPr/>
        </p:nvGrpSpPr>
        <p:grpSpPr bwMode="auto">
          <a:xfrm>
            <a:off x="3144838" y="4046538"/>
            <a:ext cx="981075" cy="325437"/>
            <a:chOff x="1981" y="3277"/>
            <a:chExt cx="618" cy="205"/>
          </a:xfrm>
        </p:grpSpPr>
        <p:sp>
          <p:nvSpPr>
            <p:cNvPr id="24648" name="Rectangle 24">
              <a:extLst>
                <a:ext uri="{FF2B5EF4-FFF2-40B4-BE49-F238E27FC236}">
                  <a16:creationId xmlns:a16="http://schemas.microsoft.com/office/drawing/2014/main" id="{C9B31880-EC82-249F-8003-CDC8CFFFD09B}"/>
                </a:ext>
              </a:extLst>
            </p:cNvPr>
            <p:cNvSpPr>
              <a:spLocks noChangeArrowheads="1"/>
            </p:cNvSpPr>
            <p:nvPr/>
          </p:nvSpPr>
          <p:spPr bwMode="auto">
            <a:xfrm>
              <a:off x="1981" y="3277"/>
              <a:ext cx="618" cy="205"/>
            </a:xfrm>
            <a:prstGeom prst="rect">
              <a:avLst/>
            </a:prstGeom>
            <a:solidFill>
              <a:srgbClr val="B2DEC7"/>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4649" name="Text Box 25">
              <a:extLst>
                <a:ext uri="{FF2B5EF4-FFF2-40B4-BE49-F238E27FC236}">
                  <a16:creationId xmlns:a16="http://schemas.microsoft.com/office/drawing/2014/main" id="{FC51B096-8054-AF6A-1ED1-FE99FB38685D}"/>
                </a:ext>
              </a:extLst>
            </p:cNvPr>
            <p:cNvSpPr txBox="1">
              <a:spLocks noChangeArrowheads="1"/>
            </p:cNvSpPr>
            <p:nvPr/>
          </p:nvSpPr>
          <p:spPr bwMode="auto">
            <a:xfrm>
              <a:off x="2035" y="3310"/>
              <a:ext cx="513"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l"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P 0 1 2 3</a:t>
              </a:r>
            </a:p>
          </p:txBody>
        </p:sp>
      </p:grpSp>
      <p:grpSp>
        <p:nvGrpSpPr>
          <p:cNvPr id="8" name="Group 26">
            <a:extLst>
              <a:ext uri="{FF2B5EF4-FFF2-40B4-BE49-F238E27FC236}">
                <a16:creationId xmlns:a16="http://schemas.microsoft.com/office/drawing/2014/main" id="{7E1CA2CD-CF3B-7E38-AF60-CD19B5CCD6D8}"/>
              </a:ext>
            </a:extLst>
          </p:cNvPr>
          <p:cNvGrpSpPr>
            <a:grpSpLocks/>
          </p:cNvGrpSpPr>
          <p:nvPr/>
        </p:nvGrpSpPr>
        <p:grpSpPr bwMode="auto">
          <a:xfrm>
            <a:off x="3144838" y="3613150"/>
            <a:ext cx="981075" cy="325438"/>
            <a:chOff x="1981" y="2276"/>
            <a:chExt cx="618" cy="205"/>
          </a:xfrm>
        </p:grpSpPr>
        <p:sp>
          <p:nvSpPr>
            <p:cNvPr id="24646" name="Rectangle 27">
              <a:extLst>
                <a:ext uri="{FF2B5EF4-FFF2-40B4-BE49-F238E27FC236}">
                  <a16:creationId xmlns:a16="http://schemas.microsoft.com/office/drawing/2014/main" id="{22BB58BF-CB33-FF88-773B-CAD449CA30DC}"/>
                </a:ext>
              </a:extLst>
            </p:cNvPr>
            <p:cNvSpPr>
              <a:spLocks noChangeArrowheads="1"/>
            </p:cNvSpPr>
            <p:nvPr/>
          </p:nvSpPr>
          <p:spPr bwMode="auto">
            <a:xfrm>
              <a:off x="1981" y="2276"/>
              <a:ext cx="618" cy="205"/>
            </a:xfrm>
            <a:prstGeom prst="rect">
              <a:avLst/>
            </a:prstGeom>
            <a:solidFill>
              <a:srgbClr val="B2DEC7"/>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4647" name="Text Box 28">
              <a:extLst>
                <a:ext uri="{FF2B5EF4-FFF2-40B4-BE49-F238E27FC236}">
                  <a16:creationId xmlns:a16="http://schemas.microsoft.com/office/drawing/2014/main" id="{14FA54E7-ED12-A1D2-959C-AD91F2783D6A}"/>
                </a:ext>
              </a:extLst>
            </p:cNvPr>
            <p:cNvSpPr txBox="1">
              <a:spLocks noChangeArrowheads="1"/>
            </p:cNvSpPr>
            <p:nvPr/>
          </p:nvSpPr>
          <p:spPr bwMode="auto">
            <a:xfrm>
              <a:off x="2063" y="2309"/>
              <a:ext cx="455"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l"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Block 0</a:t>
              </a:r>
            </a:p>
          </p:txBody>
        </p:sp>
      </p:grpSp>
      <p:grpSp>
        <p:nvGrpSpPr>
          <p:cNvPr id="9" name="Group 29">
            <a:extLst>
              <a:ext uri="{FF2B5EF4-FFF2-40B4-BE49-F238E27FC236}">
                <a16:creationId xmlns:a16="http://schemas.microsoft.com/office/drawing/2014/main" id="{CEA6B0C3-F7ED-06D1-FB31-EF63D42BCDA4}"/>
              </a:ext>
            </a:extLst>
          </p:cNvPr>
          <p:cNvGrpSpPr>
            <a:grpSpLocks/>
          </p:cNvGrpSpPr>
          <p:nvPr/>
        </p:nvGrpSpPr>
        <p:grpSpPr bwMode="auto">
          <a:xfrm>
            <a:off x="698500" y="3613150"/>
            <a:ext cx="981075" cy="325438"/>
            <a:chOff x="440" y="2276"/>
            <a:chExt cx="618" cy="205"/>
          </a:xfrm>
        </p:grpSpPr>
        <p:sp>
          <p:nvSpPr>
            <p:cNvPr id="24644" name="Rectangle 30">
              <a:extLst>
                <a:ext uri="{FF2B5EF4-FFF2-40B4-BE49-F238E27FC236}">
                  <a16:creationId xmlns:a16="http://schemas.microsoft.com/office/drawing/2014/main" id="{ACEAD860-8D73-F584-DFE0-365CF663616D}"/>
                </a:ext>
              </a:extLst>
            </p:cNvPr>
            <p:cNvSpPr>
              <a:spLocks noChangeArrowheads="1"/>
            </p:cNvSpPr>
            <p:nvPr/>
          </p:nvSpPr>
          <p:spPr bwMode="auto">
            <a:xfrm>
              <a:off x="440" y="2276"/>
              <a:ext cx="618" cy="205"/>
            </a:xfrm>
            <a:prstGeom prst="rect">
              <a:avLst/>
            </a:prstGeom>
            <a:solidFill>
              <a:srgbClr val="FCB994"/>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4645" name="Text Box 31">
              <a:extLst>
                <a:ext uri="{FF2B5EF4-FFF2-40B4-BE49-F238E27FC236}">
                  <a16:creationId xmlns:a16="http://schemas.microsoft.com/office/drawing/2014/main" id="{80045E96-DC50-0E10-8BDE-7A2FAD70CAD2}"/>
                </a:ext>
              </a:extLst>
            </p:cNvPr>
            <p:cNvSpPr txBox="1">
              <a:spLocks noChangeArrowheads="1"/>
            </p:cNvSpPr>
            <p:nvPr/>
          </p:nvSpPr>
          <p:spPr bwMode="auto">
            <a:xfrm>
              <a:off x="522" y="2309"/>
              <a:ext cx="455"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l"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Block 4</a:t>
              </a:r>
            </a:p>
          </p:txBody>
        </p:sp>
      </p:grpSp>
      <p:grpSp>
        <p:nvGrpSpPr>
          <p:cNvPr id="10" name="Group 32">
            <a:extLst>
              <a:ext uri="{FF2B5EF4-FFF2-40B4-BE49-F238E27FC236}">
                <a16:creationId xmlns:a16="http://schemas.microsoft.com/office/drawing/2014/main" id="{73CA34DE-63C6-A778-AA5F-7BD7C3EBA494}"/>
              </a:ext>
            </a:extLst>
          </p:cNvPr>
          <p:cNvGrpSpPr>
            <a:grpSpLocks/>
          </p:cNvGrpSpPr>
          <p:nvPr/>
        </p:nvGrpSpPr>
        <p:grpSpPr bwMode="auto">
          <a:xfrm>
            <a:off x="698500" y="3613150"/>
            <a:ext cx="981075" cy="325438"/>
            <a:chOff x="440" y="2276"/>
            <a:chExt cx="618" cy="205"/>
          </a:xfrm>
        </p:grpSpPr>
        <p:sp>
          <p:nvSpPr>
            <p:cNvPr id="24642" name="Rectangle 33">
              <a:extLst>
                <a:ext uri="{FF2B5EF4-FFF2-40B4-BE49-F238E27FC236}">
                  <a16:creationId xmlns:a16="http://schemas.microsoft.com/office/drawing/2014/main" id="{AF6E831C-BCD7-1088-EF86-24DD3520AABB}"/>
                </a:ext>
              </a:extLst>
            </p:cNvPr>
            <p:cNvSpPr>
              <a:spLocks noChangeArrowheads="1"/>
            </p:cNvSpPr>
            <p:nvPr/>
          </p:nvSpPr>
          <p:spPr bwMode="auto">
            <a:xfrm>
              <a:off x="440" y="2276"/>
              <a:ext cx="618" cy="205"/>
            </a:xfrm>
            <a:prstGeom prst="rect">
              <a:avLst/>
            </a:prstGeom>
            <a:solidFill>
              <a:srgbClr val="B2DEC7"/>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4643" name="Text Box 34">
              <a:extLst>
                <a:ext uri="{FF2B5EF4-FFF2-40B4-BE49-F238E27FC236}">
                  <a16:creationId xmlns:a16="http://schemas.microsoft.com/office/drawing/2014/main" id="{852A163C-CEC8-A154-773C-741FC554901B}"/>
                </a:ext>
              </a:extLst>
            </p:cNvPr>
            <p:cNvSpPr txBox="1">
              <a:spLocks noChangeArrowheads="1"/>
            </p:cNvSpPr>
            <p:nvPr/>
          </p:nvSpPr>
          <p:spPr bwMode="auto">
            <a:xfrm>
              <a:off x="522" y="2309"/>
              <a:ext cx="455"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l"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Block 0</a:t>
              </a:r>
            </a:p>
          </p:txBody>
        </p:sp>
      </p:grpSp>
      <p:grpSp>
        <p:nvGrpSpPr>
          <p:cNvPr id="24591" name="Group 35">
            <a:extLst>
              <a:ext uri="{FF2B5EF4-FFF2-40B4-BE49-F238E27FC236}">
                <a16:creationId xmlns:a16="http://schemas.microsoft.com/office/drawing/2014/main" id="{DF36EA06-819D-61F5-9DD4-466E13B26D35}"/>
              </a:ext>
            </a:extLst>
          </p:cNvPr>
          <p:cNvGrpSpPr>
            <a:grpSpLocks/>
          </p:cNvGrpSpPr>
          <p:nvPr/>
        </p:nvGrpSpPr>
        <p:grpSpPr bwMode="auto">
          <a:xfrm>
            <a:off x="6927850" y="2441575"/>
            <a:ext cx="981075" cy="325438"/>
            <a:chOff x="4364" y="926"/>
            <a:chExt cx="618" cy="205"/>
          </a:xfrm>
        </p:grpSpPr>
        <p:sp>
          <p:nvSpPr>
            <p:cNvPr id="24640" name="Rectangle 36">
              <a:extLst>
                <a:ext uri="{FF2B5EF4-FFF2-40B4-BE49-F238E27FC236}">
                  <a16:creationId xmlns:a16="http://schemas.microsoft.com/office/drawing/2014/main" id="{794D6581-3463-D282-1513-EA7CF2E582E7}"/>
                </a:ext>
              </a:extLst>
            </p:cNvPr>
            <p:cNvSpPr>
              <a:spLocks noChangeArrowheads="1"/>
            </p:cNvSpPr>
            <p:nvPr/>
          </p:nvSpPr>
          <p:spPr bwMode="auto">
            <a:xfrm>
              <a:off x="4364" y="926"/>
              <a:ext cx="618" cy="205"/>
            </a:xfrm>
            <a:prstGeom prst="rect">
              <a:avLst/>
            </a:prstGeom>
            <a:solidFill>
              <a:srgbClr val="43996C"/>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4641" name="Text Box 37">
              <a:extLst>
                <a:ext uri="{FF2B5EF4-FFF2-40B4-BE49-F238E27FC236}">
                  <a16:creationId xmlns:a16="http://schemas.microsoft.com/office/drawing/2014/main" id="{D0C4F30C-E900-E192-8066-264CB150DF4E}"/>
                </a:ext>
              </a:extLst>
            </p:cNvPr>
            <p:cNvSpPr txBox="1">
              <a:spLocks noChangeArrowheads="1"/>
            </p:cNvSpPr>
            <p:nvPr/>
          </p:nvSpPr>
          <p:spPr bwMode="auto">
            <a:xfrm>
              <a:off x="4446" y="959"/>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1</a:t>
              </a:r>
            </a:p>
          </p:txBody>
        </p:sp>
      </p:grpSp>
      <p:grpSp>
        <p:nvGrpSpPr>
          <p:cNvPr id="24592" name="Group 38">
            <a:extLst>
              <a:ext uri="{FF2B5EF4-FFF2-40B4-BE49-F238E27FC236}">
                <a16:creationId xmlns:a16="http://schemas.microsoft.com/office/drawing/2014/main" id="{9C18D19C-4953-AF9F-5801-C60DB358EC67}"/>
              </a:ext>
            </a:extLst>
          </p:cNvPr>
          <p:cNvGrpSpPr>
            <a:grpSpLocks/>
          </p:cNvGrpSpPr>
          <p:nvPr/>
        </p:nvGrpSpPr>
        <p:grpSpPr bwMode="auto">
          <a:xfrm>
            <a:off x="6927850" y="2822575"/>
            <a:ext cx="981075" cy="325438"/>
            <a:chOff x="4364" y="1154"/>
            <a:chExt cx="618" cy="205"/>
          </a:xfrm>
        </p:grpSpPr>
        <p:sp>
          <p:nvSpPr>
            <p:cNvPr id="24638" name="Rectangle 39">
              <a:extLst>
                <a:ext uri="{FF2B5EF4-FFF2-40B4-BE49-F238E27FC236}">
                  <a16:creationId xmlns:a16="http://schemas.microsoft.com/office/drawing/2014/main" id="{22310233-37ED-85BF-D062-D1BB3570C053}"/>
                </a:ext>
              </a:extLst>
            </p:cNvPr>
            <p:cNvSpPr>
              <a:spLocks noChangeArrowheads="1"/>
            </p:cNvSpPr>
            <p:nvPr/>
          </p:nvSpPr>
          <p:spPr bwMode="auto">
            <a:xfrm>
              <a:off x="4364" y="1154"/>
              <a:ext cx="618" cy="205"/>
            </a:xfrm>
            <a:prstGeom prst="rect">
              <a:avLst/>
            </a:prstGeom>
            <a:solidFill>
              <a:srgbClr val="E46620"/>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4639" name="Text Box 40">
              <a:extLst>
                <a:ext uri="{FF2B5EF4-FFF2-40B4-BE49-F238E27FC236}">
                  <a16:creationId xmlns:a16="http://schemas.microsoft.com/office/drawing/2014/main" id="{F6499D96-7B2A-3D02-10DB-647ED5542252}"/>
                </a:ext>
              </a:extLst>
            </p:cNvPr>
            <p:cNvSpPr txBox="1">
              <a:spLocks noChangeArrowheads="1"/>
            </p:cNvSpPr>
            <p:nvPr/>
          </p:nvSpPr>
          <p:spPr bwMode="auto">
            <a:xfrm>
              <a:off x="4446" y="1187"/>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5</a:t>
              </a:r>
            </a:p>
          </p:txBody>
        </p:sp>
      </p:grpSp>
      <p:grpSp>
        <p:nvGrpSpPr>
          <p:cNvPr id="24593" name="Group 41">
            <a:extLst>
              <a:ext uri="{FF2B5EF4-FFF2-40B4-BE49-F238E27FC236}">
                <a16:creationId xmlns:a16="http://schemas.microsoft.com/office/drawing/2014/main" id="{D0B3338D-969D-9BF3-0353-21AED0114D4B}"/>
              </a:ext>
            </a:extLst>
          </p:cNvPr>
          <p:cNvGrpSpPr>
            <a:grpSpLocks/>
          </p:cNvGrpSpPr>
          <p:nvPr/>
        </p:nvGrpSpPr>
        <p:grpSpPr bwMode="auto">
          <a:xfrm>
            <a:off x="6927850" y="3422650"/>
            <a:ext cx="981075" cy="325438"/>
            <a:chOff x="4364" y="926"/>
            <a:chExt cx="618" cy="205"/>
          </a:xfrm>
        </p:grpSpPr>
        <p:sp>
          <p:nvSpPr>
            <p:cNvPr id="24636" name="Rectangle 42">
              <a:extLst>
                <a:ext uri="{FF2B5EF4-FFF2-40B4-BE49-F238E27FC236}">
                  <a16:creationId xmlns:a16="http://schemas.microsoft.com/office/drawing/2014/main" id="{EA5C0705-588F-5034-68A9-C5F05C7D38AD}"/>
                </a:ext>
              </a:extLst>
            </p:cNvPr>
            <p:cNvSpPr>
              <a:spLocks noChangeArrowheads="1"/>
            </p:cNvSpPr>
            <p:nvPr/>
          </p:nvSpPr>
          <p:spPr bwMode="auto">
            <a:xfrm>
              <a:off x="4364" y="926"/>
              <a:ext cx="618" cy="205"/>
            </a:xfrm>
            <a:prstGeom prst="rect">
              <a:avLst/>
            </a:prstGeom>
            <a:solidFill>
              <a:srgbClr val="43996C"/>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4637" name="Text Box 43">
              <a:extLst>
                <a:ext uri="{FF2B5EF4-FFF2-40B4-BE49-F238E27FC236}">
                  <a16:creationId xmlns:a16="http://schemas.microsoft.com/office/drawing/2014/main" id="{7DAF22D2-F6F9-EAB3-8EE3-B204B9331E2C}"/>
                </a:ext>
              </a:extLst>
            </p:cNvPr>
            <p:cNvSpPr txBox="1">
              <a:spLocks noChangeArrowheads="1"/>
            </p:cNvSpPr>
            <p:nvPr/>
          </p:nvSpPr>
          <p:spPr bwMode="auto">
            <a:xfrm>
              <a:off x="4446" y="959"/>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2</a:t>
              </a:r>
            </a:p>
          </p:txBody>
        </p:sp>
      </p:grpSp>
      <p:grpSp>
        <p:nvGrpSpPr>
          <p:cNvPr id="24594" name="Group 44">
            <a:extLst>
              <a:ext uri="{FF2B5EF4-FFF2-40B4-BE49-F238E27FC236}">
                <a16:creationId xmlns:a16="http://schemas.microsoft.com/office/drawing/2014/main" id="{933C9B1A-977A-9770-AD35-474F3BA4E10D}"/>
              </a:ext>
            </a:extLst>
          </p:cNvPr>
          <p:cNvGrpSpPr>
            <a:grpSpLocks/>
          </p:cNvGrpSpPr>
          <p:nvPr/>
        </p:nvGrpSpPr>
        <p:grpSpPr bwMode="auto">
          <a:xfrm>
            <a:off x="6927850" y="3803650"/>
            <a:ext cx="981075" cy="325438"/>
            <a:chOff x="4364" y="1154"/>
            <a:chExt cx="618" cy="205"/>
          </a:xfrm>
        </p:grpSpPr>
        <p:sp>
          <p:nvSpPr>
            <p:cNvPr id="24634" name="Rectangle 45">
              <a:extLst>
                <a:ext uri="{FF2B5EF4-FFF2-40B4-BE49-F238E27FC236}">
                  <a16:creationId xmlns:a16="http://schemas.microsoft.com/office/drawing/2014/main" id="{1C014FD2-AFD6-D727-4053-6A9C15018296}"/>
                </a:ext>
              </a:extLst>
            </p:cNvPr>
            <p:cNvSpPr>
              <a:spLocks noChangeArrowheads="1"/>
            </p:cNvSpPr>
            <p:nvPr/>
          </p:nvSpPr>
          <p:spPr bwMode="auto">
            <a:xfrm>
              <a:off x="4364" y="1154"/>
              <a:ext cx="618" cy="205"/>
            </a:xfrm>
            <a:prstGeom prst="rect">
              <a:avLst/>
            </a:prstGeom>
            <a:solidFill>
              <a:srgbClr val="E46620"/>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4635" name="Text Box 46">
              <a:extLst>
                <a:ext uri="{FF2B5EF4-FFF2-40B4-BE49-F238E27FC236}">
                  <a16:creationId xmlns:a16="http://schemas.microsoft.com/office/drawing/2014/main" id="{E21FD52E-CDA1-1011-AA9A-1E7F27377E02}"/>
                </a:ext>
              </a:extLst>
            </p:cNvPr>
            <p:cNvSpPr txBox="1">
              <a:spLocks noChangeArrowheads="1"/>
            </p:cNvSpPr>
            <p:nvPr/>
          </p:nvSpPr>
          <p:spPr bwMode="auto">
            <a:xfrm>
              <a:off x="4446" y="1187"/>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6</a:t>
              </a:r>
            </a:p>
          </p:txBody>
        </p:sp>
      </p:grpSp>
      <p:grpSp>
        <p:nvGrpSpPr>
          <p:cNvPr id="24595" name="Group 47">
            <a:extLst>
              <a:ext uri="{FF2B5EF4-FFF2-40B4-BE49-F238E27FC236}">
                <a16:creationId xmlns:a16="http://schemas.microsoft.com/office/drawing/2014/main" id="{FC899A51-D804-3060-87B6-5222CC78376F}"/>
              </a:ext>
            </a:extLst>
          </p:cNvPr>
          <p:cNvGrpSpPr>
            <a:grpSpLocks/>
          </p:cNvGrpSpPr>
          <p:nvPr/>
        </p:nvGrpSpPr>
        <p:grpSpPr bwMode="auto">
          <a:xfrm>
            <a:off x="6927850" y="4403725"/>
            <a:ext cx="981075" cy="325438"/>
            <a:chOff x="4364" y="926"/>
            <a:chExt cx="618" cy="205"/>
          </a:xfrm>
        </p:grpSpPr>
        <p:sp>
          <p:nvSpPr>
            <p:cNvPr id="24632" name="Rectangle 48">
              <a:extLst>
                <a:ext uri="{FF2B5EF4-FFF2-40B4-BE49-F238E27FC236}">
                  <a16:creationId xmlns:a16="http://schemas.microsoft.com/office/drawing/2014/main" id="{1CA4AD6A-BB86-7E4B-EA7F-7D221BC1D556}"/>
                </a:ext>
              </a:extLst>
            </p:cNvPr>
            <p:cNvSpPr>
              <a:spLocks noChangeArrowheads="1"/>
            </p:cNvSpPr>
            <p:nvPr/>
          </p:nvSpPr>
          <p:spPr bwMode="auto">
            <a:xfrm>
              <a:off x="4364" y="926"/>
              <a:ext cx="618" cy="205"/>
            </a:xfrm>
            <a:prstGeom prst="rect">
              <a:avLst/>
            </a:prstGeom>
            <a:solidFill>
              <a:srgbClr val="43996C"/>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4633" name="Text Box 49">
              <a:extLst>
                <a:ext uri="{FF2B5EF4-FFF2-40B4-BE49-F238E27FC236}">
                  <a16:creationId xmlns:a16="http://schemas.microsoft.com/office/drawing/2014/main" id="{88355232-6C89-95A0-0638-14891E9ACDBC}"/>
                </a:ext>
              </a:extLst>
            </p:cNvPr>
            <p:cNvSpPr txBox="1">
              <a:spLocks noChangeArrowheads="1"/>
            </p:cNvSpPr>
            <p:nvPr/>
          </p:nvSpPr>
          <p:spPr bwMode="auto">
            <a:xfrm>
              <a:off x="4446" y="959"/>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3</a:t>
              </a:r>
            </a:p>
          </p:txBody>
        </p:sp>
      </p:grpSp>
      <p:grpSp>
        <p:nvGrpSpPr>
          <p:cNvPr id="16" name="Group 50">
            <a:extLst>
              <a:ext uri="{FF2B5EF4-FFF2-40B4-BE49-F238E27FC236}">
                <a16:creationId xmlns:a16="http://schemas.microsoft.com/office/drawing/2014/main" id="{73285F7C-8421-0EBF-48A1-4A9408CC4B27}"/>
              </a:ext>
            </a:extLst>
          </p:cNvPr>
          <p:cNvGrpSpPr>
            <a:grpSpLocks/>
          </p:cNvGrpSpPr>
          <p:nvPr/>
        </p:nvGrpSpPr>
        <p:grpSpPr bwMode="auto">
          <a:xfrm>
            <a:off x="2994025" y="2965450"/>
            <a:ext cx="1281113" cy="1630363"/>
            <a:chOff x="1886" y="2228"/>
            <a:chExt cx="807" cy="1027"/>
          </a:xfrm>
        </p:grpSpPr>
        <p:sp>
          <p:nvSpPr>
            <p:cNvPr id="24630" name="AutoShape 51">
              <a:extLst>
                <a:ext uri="{FF2B5EF4-FFF2-40B4-BE49-F238E27FC236}">
                  <a16:creationId xmlns:a16="http://schemas.microsoft.com/office/drawing/2014/main" id="{CE449351-F7DF-ED8B-0226-A71654343D15}"/>
                </a:ext>
              </a:extLst>
            </p:cNvPr>
            <p:cNvSpPr>
              <a:spLocks noChangeArrowheads="1"/>
            </p:cNvSpPr>
            <p:nvPr/>
          </p:nvSpPr>
          <p:spPr bwMode="auto">
            <a:xfrm>
              <a:off x="1886" y="2228"/>
              <a:ext cx="807" cy="1027"/>
            </a:xfrm>
            <a:prstGeom prst="roundRect">
              <a:avLst>
                <a:gd name="adj" fmla="val 12019"/>
              </a:avLst>
            </a:prstGeom>
            <a:solidFill>
              <a:srgbClr val="B2DEC7"/>
            </a:solidFill>
            <a:ln w="9525" algn="ctr">
              <a:solidFill>
                <a:srgbClr val="000000"/>
              </a:solidFill>
              <a:round/>
              <a:headEnd/>
              <a:tailEn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4631" name="Text Box 52">
              <a:extLst>
                <a:ext uri="{FF2B5EF4-FFF2-40B4-BE49-F238E27FC236}">
                  <a16:creationId xmlns:a16="http://schemas.microsoft.com/office/drawing/2014/main" id="{C6DCFC0F-CB0A-30EB-B289-55641002ED39}"/>
                </a:ext>
              </a:extLst>
            </p:cNvPr>
            <p:cNvSpPr txBox="1">
              <a:spLocks noChangeArrowheads="1"/>
            </p:cNvSpPr>
            <p:nvPr/>
          </p:nvSpPr>
          <p:spPr bwMode="auto">
            <a:xfrm>
              <a:off x="1973" y="2603"/>
              <a:ext cx="633"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Parity</a:t>
              </a:r>
              <a:br>
                <a:rPr kumimoji="0" lang="en-US" altLang="en-US" sz="16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br>
              <a:r>
                <a:rPr kumimoji="0" lang="en-US" altLang="en-US" sz="16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Generated</a:t>
              </a:r>
            </a:p>
          </p:txBody>
        </p:sp>
      </p:grpSp>
      <p:grpSp>
        <p:nvGrpSpPr>
          <p:cNvPr id="17" name="Group 53">
            <a:extLst>
              <a:ext uri="{FF2B5EF4-FFF2-40B4-BE49-F238E27FC236}">
                <a16:creationId xmlns:a16="http://schemas.microsoft.com/office/drawing/2014/main" id="{97A62E58-69A1-45CD-A330-2FBFAFA4AA80}"/>
              </a:ext>
            </a:extLst>
          </p:cNvPr>
          <p:cNvGrpSpPr>
            <a:grpSpLocks/>
          </p:cNvGrpSpPr>
          <p:nvPr/>
        </p:nvGrpSpPr>
        <p:grpSpPr bwMode="auto">
          <a:xfrm>
            <a:off x="6927850" y="1460500"/>
            <a:ext cx="981075" cy="325438"/>
            <a:chOff x="4364" y="926"/>
            <a:chExt cx="618" cy="205"/>
          </a:xfrm>
        </p:grpSpPr>
        <p:sp>
          <p:nvSpPr>
            <p:cNvPr id="24628" name="Rectangle 54">
              <a:extLst>
                <a:ext uri="{FF2B5EF4-FFF2-40B4-BE49-F238E27FC236}">
                  <a16:creationId xmlns:a16="http://schemas.microsoft.com/office/drawing/2014/main" id="{98F4856E-92B8-B977-A4B6-BC815C088791}"/>
                </a:ext>
              </a:extLst>
            </p:cNvPr>
            <p:cNvSpPr>
              <a:spLocks noChangeArrowheads="1"/>
            </p:cNvSpPr>
            <p:nvPr/>
          </p:nvSpPr>
          <p:spPr bwMode="auto">
            <a:xfrm>
              <a:off x="4364" y="926"/>
              <a:ext cx="618" cy="205"/>
            </a:xfrm>
            <a:prstGeom prst="rect">
              <a:avLst/>
            </a:prstGeom>
            <a:solidFill>
              <a:srgbClr val="43996C"/>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4629" name="Text Box 55">
              <a:extLst>
                <a:ext uri="{FF2B5EF4-FFF2-40B4-BE49-F238E27FC236}">
                  <a16:creationId xmlns:a16="http://schemas.microsoft.com/office/drawing/2014/main" id="{B71CAA81-52D0-10AF-D6FE-D645076B4F64}"/>
                </a:ext>
              </a:extLst>
            </p:cNvPr>
            <p:cNvSpPr txBox="1">
              <a:spLocks noChangeArrowheads="1"/>
            </p:cNvSpPr>
            <p:nvPr/>
          </p:nvSpPr>
          <p:spPr bwMode="auto">
            <a:xfrm>
              <a:off x="4446" y="959"/>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0</a:t>
              </a:r>
            </a:p>
          </p:txBody>
        </p:sp>
      </p:grpSp>
      <p:grpSp>
        <p:nvGrpSpPr>
          <p:cNvPr id="18" name="Group 56">
            <a:extLst>
              <a:ext uri="{FF2B5EF4-FFF2-40B4-BE49-F238E27FC236}">
                <a16:creationId xmlns:a16="http://schemas.microsoft.com/office/drawing/2014/main" id="{BCCFE208-2889-D09E-BB29-F90E99C1F480}"/>
              </a:ext>
            </a:extLst>
          </p:cNvPr>
          <p:cNvGrpSpPr>
            <a:grpSpLocks/>
          </p:cNvGrpSpPr>
          <p:nvPr/>
        </p:nvGrpSpPr>
        <p:grpSpPr bwMode="auto">
          <a:xfrm>
            <a:off x="6927850" y="5384800"/>
            <a:ext cx="981075" cy="325438"/>
            <a:chOff x="4364" y="926"/>
            <a:chExt cx="618" cy="205"/>
          </a:xfrm>
        </p:grpSpPr>
        <p:sp>
          <p:nvSpPr>
            <p:cNvPr id="24626" name="Rectangle 57">
              <a:extLst>
                <a:ext uri="{FF2B5EF4-FFF2-40B4-BE49-F238E27FC236}">
                  <a16:creationId xmlns:a16="http://schemas.microsoft.com/office/drawing/2014/main" id="{F643C797-ED0F-E14C-E0A9-EBC3E3C1E918}"/>
                </a:ext>
              </a:extLst>
            </p:cNvPr>
            <p:cNvSpPr>
              <a:spLocks noChangeArrowheads="1"/>
            </p:cNvSpPr>
            <p:nvPr/>
          </p:nvSpPr>
          <p:spPr bwMode="auto">
            <a:xfrm>
              <a:off x="4364" y="926"/>
              <a:ext cx="618" cy="205"/>
            </a:xfrm>
            <a:prstGeom prst="rect">
              <a:avLst/>
            </a:prstGeom>
            <a:solidFill>
              <a:srgbClr val="43996C"/>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4627" name="Text Box 58">
              <a:extLst>
                <a:ext uri="{FF2B5EF4-FFF2-40B4-BE49-F238E27FC236}">
                  <a16:creationId xmlns:a16="http://schemas.microsoft.com/office/drawing/2014/main" id="{82353872-3745-00FE-858B-57E67A42D9AA}"/>
                </a:ext>
              </a:extLst>
            </p:cNvPr>
            <p:cNvSpPr txBox="1">
              <a:spLocks noChangeArrowheads="1"/>
            </p:cNvSpPr>
            <p:nvPr/>
          </p:nvSpPr>
          <p:spPr bwMode="auto">
            <a:xfrm>
              <a:off x="4419" y="959"/>
              <a:ext cx="513"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P 0 1 2 3</a:t>
              </a:r>
            </a:p>
          </p:txBody>
        </p:sp>
      </p:grpSp>
      <p:grpSp>
        <p:nvGrpSpPr>
          <p:cNvPr id="19" name="Group 59">
            <a:extLst>
              <a:ext uri="{FF2B5EF4-FFF2-40B4-BE49-F238E27FC236}">
                <a16:creationId xmlns:a16="http://schemas.microsoft.com/office/drawing/2014/main" id="{CD44BF1A-C13C-BDE9-0C26-29840100FD86}"/>
              </a:ext>
            </a:extLst>
          </p:cNvPr>
          <p:cNvGrpSpPr>
            <a:grpSpLocks/>
          </p:cNvGrpSpPr>
          <p:nvPr/>
        </p:nvGrpSpPr>
        <p:grpSpPr bwMode="auto">
          <a:xfrm>
            <a:off x="6927850" y="1841500"/>
            <a:ext cx="981075" cy="325438"/>
            <a:chOff x="4364" y="1154"/>
            <a:chExt cx="618" cy="205"/>
          </a:xfrm>
        </p:grpSpPr>
        <p:sp>
          <p:nvSpPr>
            <p:cNvPr id="24624" name="Rectangle 60">
              <a:extLst>
                <a:ext uri="{FF2B5EF4-FFF2-40B4-BE49-F238E27FC236}">
                  <a16:creationId xmlns:a16="http://schemas.microsoft.com/office/drawing/2014/main" id="{A25DAA72-6A5C-DA06-F6C0-F67869DB9679}"/>
                </a:ext>
              </a:extLst>
            </p:cNvPr>
            <p:cNvSpPr>
              <a:spLocks noChangeArrowheads="1"/>
            </p:cNvSpPr>
            <p:nvPr/>
          </p:nvSpPr>
          <p:spPr bwMode="auto">
            <a:xfrm>
              <a:off x="4364" y="1154"/>
              <a:ext cx="618" cy="205"/>
            </a:xfrm>
            <a:prstGeom prst="rect">
              <a:avLst/>
            </a:prstGeom>
            <a:solidFill>
              <a:srgbClr val="E46620"/>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4625" name="Text Box 61">
              <a:extLst>
                <a:ext uri="{FF2B5EF4-FFF2-40B4-BE49-F238E27FC236}">
                  <a16:creationId xmlns:a16="http://schemas.microsoft.com/office/drawing/2014/main" id="{2365F3FC-018B-A514-FFCE-57B63BDD0690}"/>
                </a:ext>
              </a:extLst>
            </p:cNvPr>
            <p:cNvSpPr txBox="1">
              <a:spLocks noChangeArrowheads="1"/>
            </p:cNvSpPr>
            <p:nvPr/>
          </p:nvSpPr>
          <p:spPr bwMode="auto">
            <a:xfrm>
              <a:off x="4446" y="1187"/>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4</a:t>
              </a:r>
            </a:p>
          </p:txBody>
        </p:sp>
      </p:grpSp>
      <p:grpSp>
        <p:nvGrpSpPr>
          <p:cNvPr id="20" name="Group 62">
            <a:extLst>
              <a:ext uri="{FF2B5EF4-FFF2-40B4-BE49-F238E27FC236}">
                <a16:creationId xmlns:a16="http://schemas.microsoft.com/office/drawing/2014/main" id="{FA437530-FF44-4590-7DE1-8435DC214468}"/>
              </a:ext>
            </a:extLst>
          </p:cNvPr>
          <p:cNvGrpSpPr>
            <a:grpSpLocks/>
          </p:cNvGrpSpPr>
          <p:nvPr/>
        </p:nvGrpSpPr>
        <p:grpSpPr bwMode="auto">
          <a:xfrm>
            <a:off x="6927850" y="4784725"/>
            <a:ext cx="981075" cy="325438"/>
            <a:chOff x="4364" y="1154"/>
            <a:chExt cx="618" cy="205"/>
          </a:xfrm>
        </p:grpSpPr>
        <p:sp>
          <p:nvSpPr>
            <p:cNvPr id="24622" name="Rectangle 63">
              <a:extLst>
                <a:ext uri="{FF2B5EF4-FFF2-40B4-BE49-F238E27FC236}">
                  <a16:creationId xmlns:a16="http://schemas.microsoft.com/office/drawing/2014/main" id="{440D30C1-EEB0-C769-2598-3D04DBD5DB65}"/>
                </a:ext>
              </a:extLst>
            </p:cNvPr>
            <p:cNvSpPr>
              <a:spLocks noChangeArrowheads="1"/>
            </p:cNvSpPr>
            <p:nvPr/>
          </p:nvSpPr>
          <p:spPr bwMode="auto">
            <a:xfrm>
              <a:off x="4364" y="1154"/>
              <a:ext cx="618" cy="205"/>
            </a:xfrm>
            <a:prstGeom prst="rect">
              <a:avLst/>
            </a:prstGeom>
            <a:solidFill>
              <a:srgbClr val="E46620"/>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4623" name="Text Box 64">
              <a:extLst>
                <a:ext uri="{FF2B5EF4-FFF2-40B4-BE49-F238E27FC236}">
                  <a16:creationId xmlns:a16="http://schemas.microsoft.com/office/drawing/2014/main" id="{C4B6CAD4-0EC3-D5A6-2B26-795F96BE3DC9}"/>
                </a:ext>
              </a:extLst>
            </p:cNvPr>
            <p:cNvSpPr txBox="1">
              <a:spLocks noChangeArrowheads="1"/>
            </p:cNvSpPr>
            <p:nvPr/>
          </p:nvSpPr>
          <p:spPr bwMode="auto">
            <a:xfrm>
              <a:off x="4417" y="1187"/>
              <a:ext cx="513"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P 4 5 6 7</a:t>
              </a:r>
            </a:p>
          </p:txBody>
        </p:sp>
      </p:grpSp>
      <p:grpSp>
        <p:nvGrpSpPr>
          <p:cNvPr id="21" name="Group 65">
            <a:extLst>
              <a:ext uri="{FF2B5EF4-FFF2-40B4-BE49-F238E27FC236}">
                <a16:creationId xmlns:a16="http://schemas.microsoft.com/office/drawing/2014/main" id="{BD2B0461-A652-B98A-ECBD-A777D1B9ACFC}"/>
              </a:ext>
            </a:extLst>
          </p:cNvPr>
          <p:cNvGrpSpPr>
            <a:grpSpLocks/>
          </p:cNvGrpSpPr>
          <p:nvPr/>
        </p:nvGrpSpPr>
        <p:grpSpPr bwMode="auto">
          <a:xfrm>
            <a:off x="6927850" y="4784725"/>
            <a:ext cx="981075" cy="325438"/>
            <a:chOff x="4364" y="1154"/>
            <a:chExt cx="618" cy="205"/>
          </a:xfrm>
        </p:grpSpPr>
        <p:sp>
          <p:nvSpPr>
            <p:cNvPr id="24620" name="Rectangle 66">
              <a:extLst>
                <a:ext uri="{FF2B5EF4-FFF2-40B4-BE49-F238E27FC236}">
                  <a16:creationId xmlns:a16="http://schemas.microsoft.com/office/drawing/2014/main" id="{B4EF444A-3532-44F9-4F55-99995E3450D9}"/>
                </a:ext>
              </a:extLst>
            </p:cNvPr>
            <p:cNvSpPr>
              <a:spLocks noChangeArrowheads="1"/>
            </p:cNvSpPr>
            <p:nvPr/>
          </p:nvSpPr>
          <p:spPr bwMode="auto">
            <a:xfrm>
              <a:off x="4364" y="1154"/>
              <a:ext cx="618" cy="205"/>
            </a:xfrm>
            <a:prstGeom prst="rect">
              <a:avLst/>
            </a:prstGeom>
            <a:solidFill>
              <a:srgbClr val="E46620"/>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4621" name="Text Box 67">
              <a:extLst>
                <a:ext uri="{FF2B5EF4-FFF2-40B4-BE49-F238E27FC236}">
                  <a16:creationId xmlns:a16="http://schemas.microsoft.com/office/drawing/2014/main" id="{645DADE1-2B0B-E229-47C9-1CD1F53697AA}"/>
                </a:ext>
              </a:extLst>
            </p:cNvPr>
            <p:cNvSpPr txBox="1">
              <a:spLocks noChangeArrowheads="1"/>
            </p:cNvSpPr>
            <p:nvPr/>
          </p:nvSpPr>
          <p:spPr bwMode="auto">
            <a:xfrm>
              <a:off x="4417" y="1187"/>
              <a:ext cx="513"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P 4 5 6 7</a:t>
              </a:r>
            </a:p>
          </p:txBody>
        </p:sp>
      </p:grpSp>
      <p:grpSp>
        <p:nvGrpSpPr>
          <p:cNvPr id="22" name="Group 68">
            <a:extLst>
              <a:ext uri="{FF2B5EF4-FFF2-40B4-BE49-F238E27FC236}">
                <a16:creationId xmlns:a16="http://schemas.microsoft.com/office/drawing/2014/main" id="{C56DC527-17D1-A643-9B31-26248B98D414}"/>
              </a:ext>
            </a:extLst>
          </p:cNvPr>
          <p:cNvGrpSpPr>
            <a:grpSpLocks/>
          </p:cNvGrpSpPr>
          <p:nvPr/>
        </p:nvGrpSpPr>
        <p:grpSpPr bwMode="auto">
          <a:xfrm>
            <a:off x="6927850" y="1841500"/>
            <a:ext cx="981075" cy="325438"/>
            <a:chOff x="4364" y="1154"/>
            <a:chExt cx="618" cy="205"/>
          </a:xfrm>
        </p:grpSpPr>
        <p:sp>
          <p:nvSpPr>
            <p:cNvPr id="24618" name="Rectangle 69">
              <a:extLst>
                <a:ext uri="{FF2B5EF4-FFF2-40B4-BE49-F238E27FC236}">
                  <a16:creationId xmlns:a16="http://schemas.microsoft.com/office/drawing/2014/main" id="{DCE7B8C2-256B-254E-07BA-007AA7CB37F8}"/>
                </a:ext>
              </a:extLst>
            </p:cNvPr>
            <p:cNvSpPr>
              <a:spLocks noChangeArrowheads="1"/>
            </p:cNvSpPr>
            <p:nvPr/>
          </p:nvSpPr>
          <p:spPr bwMode="auto">
            <a:xfrm>
              <a:off x="4364" y="1154"/>
              <a:ext cx="618" cy="205"/>
            </a:xfrm>
            <a:prstGeom prst="rect">
              <a:avLst/>
            </a:prstGeom>
            <a:solidFill>
              <a:srgbClr val="E46620"/>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4619" name="Text Box 70">
              <a:extLst>
                <a:ext uri="{FF2B5EF4-FFF2-40B4-BE49-F238E27FC236}">
                  <a16:creationId xmlns:a16="http://schemas.microsoft.com/office/drawing/2014/main" id="{C119676C-6CAF-0B56-687A-020104D055FB}"/>
                </a:ext>
              </a:extLst>
            </p:cNvPr>
            <p:cNvSpPr txBox="1">
              <a:spLocks noChangeArrowheads="1"/>
            </p:cNvSpPr>
            <p:nvPr/>
          </p:nvSpPr>
          <p:spPr bwMode="auto">
            <a:xfrm>
              <a:off x="4446" y="1187"/>
              <a:ext cx="455" cy="139"/>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Block 4</a:t>
              </a:r>
            </a:p>
          </p:txBody>
        </p:sp>
      </p:grpSp>
      <p:grpSp>
        <p:nvGrpSpPr>
          <p:cNvPr id="23" name="Group 71">
            <a:extLst>
              <a:ext uri="{FF2B5EF4-FFF2-40B4-BE49-F238E27FC236}">
                <a16:creationId xmlns:a16="http://schemas.microsoft.com/office/drawing/2014/main" id="{998B4D7E-230F-A7C5-7023-15D0A885ECC7}"/>
              </a:ext>
            </a:extLst>
          </p:cNvPr>
          <p:cNvGrpSpPr>
            <a:grpSpLocks/>
          </p:cNvGrpSpPr>
          <p:nvPr/>
        </p:nvGrpSpPr>
        <p:grpSpPr bwMode="auto">
          <a:xfrm>
            <a:off x="3144838" y="4046538"/>
            <a:ext cx="981075" cy="325437"/>
            <a:chOff x="1981" y="2549"/>
            <a:chExt cx="618" cy="205"/>
          </a:xfrm>
        </p:grpSpPr>
        <p:sp>
          <p:nvSpPr>
            <p:cNvPr id="24616" name="Rectangle 72">
              <a:extLst>
                <a:ext uri="{FF2B5EF4-FFF2-40B4-BE49-F238E27FC236}">
                  <a16:creationId xmlns:a16="http://schemas.microsoft.com/office/drawing/2014/main" id="{54CC7A45-F24F-CAFF-0524-3DF67A14948E}"/>
                </a:ext>
              </a:extLst>
            </p:cNvPr>
            <p:cNvSpPr>
              <a:spLocks noChangeArrowheads="1"/>
            </p:cNvSpPr>
            <p:nvPr/>
          </p:nvSpPr>
          <p:spPr bwMode="auto">
            <a:xfrm>
              <a:off x="1981" y="2549"/>
              <a:ext cx="618" cy="205"/>
            </a:xfrm>
            <a:prstGeom prst="rect">
              <a:avLst/>
            </a:prstGeom>
            <a:solidFill>
              <a:srgbClr val="FCB994"/>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4617" name="Text Box 73">
              <a:extLst>
                <a:ext uri="{FF2B5EF4-FFF2-40B4-BE49-F238E27FC236}">
                  <a16:creationId xmlns:a16="http://schemas.microsoft.com/office/drawing/2014/main" id="{D856EECE-2BAE-ABD5-1F32-0EB5FAF41A2E}"/>
                </a:ext>
              </a:extLst>
            </p:cNvPr>
            <p:cNvSpPr txBox="1">
              <a:spLocks noChangeArrowheads="1"/>
            </p:cNvSpPr>
            <p:nvPr/>
          </p:nvSpPr>
          <p:spPr bwMode="auto">
            <a:xfrm>
              <a:off x="2035" y="2582"/>
              <a:ext cx="513"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l"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P 4 5 6 7</a:t>
              </a:r>
            </a:p>
          </p:txBody>
        </p:sp>
      </p:grpSp>
      <p:grpSp>
        <p:nvGrpSpPr>
          <p:cNvPr id="24" name="Group 74">
            <a:extLst>
              <a:ext uri="{FF2B5EF4-FFF2-40B4-BE49-F238E27FC236}">
                <a16:creationId xmlns:a16="http://schemas.microsoft.com/office/drawing/2014/main" id="{81E644E7-EC9B-9DB3-CF9B-F62373596538}"/>
              </a:ext>
            </a:extLst>
          </p:cNvPr>
          <p:cNvGrpSpPr>
            <a:grpSpLocks/>
          </p:cNvGrpSpPr>
          <p:nvPr/>
        </p:nvGrpSpPr>
        <p:grpSpPr bwMode="auto">
          <a:xfrm>
            <a:off x="3144838" y="3613150"/>
            <a:ext cx="981075" cy="325438"/>
            <a:chOff x="1981" y="2276"/>
            <a:chExt cx="618" cy="205"/>
          </a:xfrm>
        </p:grpSpPr>
        <p:sp>
          <p:nvSpPr>
            <p:cNvPr id="24614" name="Rectangle 75">
              <a:extLst>
                <a:ext uri="{FF2B5EF4-FFF2-40B4-BE49-F238E27FC236}">
                  <a16:creationId xmlns:a16="http://schemas.microsoft.com/office/drawing/2014/main" id="{EEC55CF5-38AD-4FB7-DB6E-27A7990FE2F9}"/>
                </a:ext>
              </a:extLst>
            </p:cNvPr>
            <p:cNvSpPr>
              <a:spLocks noChangeArrowheads="1"/>
            </p:cNvSpPr>
            <p:nvPr/>
          </p:nvSpPr>
          <p:spPr bwMode="auto">
            <a:xfrm>
              <a:off x="1981" y="2276"/>
              <a:ext cx="618" cy="205"/>
            </a:xfrm>
            <a:prstGeom prst="rect">
              <a:avLst/>
            </a:prstGeom>
            <a:solidFill>
              <a:srgbClr val="FCB994"/>
            </a:solidFill>
            <a:ln w="28575" algn="ctr">
              <a:solidFill>
                <a:srgbClr val="000610"/>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4615" name="Text Box 76">
              <a:extLst>
                <a:ext uri="{FF2B5EF4-FFF2-40B4-BE49-F238E27FC236}">
                  <a16:creationId xmlns:a16="http://schemas.microsoft.com/office/drawing/2014/main" id="{CA8FC5A9-84A7-B15A-B679-2C6ED162D5BD}"/>
                </a:ext>
              </a:extLst>
            </p:cNvPr>
            <p:cNvSpPr txBox="1">
              <a:spLocks noChangeArrowheads="1"/>
            </p:cNvSpPr>
            <p:nvPr/>
          </p:nvSpPr>
          <p:spPr bwMode="auto">
            <a:xfrm>
              <a:off x="2063" y="2309"/>
              <a:ext cx="455"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l"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Block 4</a:t>
              </a:r>
            </a:p>
          </p:txBody>
        </p:sp>
      </p:grpSp>
      <p:grpSp>
        <p:nvGrpSpPr>
          <p:cNvPr id="25" name="Group 77">
            <a:extLst>
              <a:ext uri="{FF2B5EF4-FFF2-40B4-BE49-F238E27FC236}">
                <a16:creationId xmlns:a16="http://schemas.microsoft.com/office/drawing/2014/main" id="{E68CFF94-8ECA-F3F0-9E5C-DDD25F5590DB}"/>
              </a:ext>
            </a:extLst>
          </p:cNvPr>
          <p:cNvGrpSpPr>
            <a:grpSpLocks/>
          </p:cNvGrpSpPr>
          <p:nvPr/>
        </p:nvGrpSpPr>
        <p:grpSpPr bwMode="auto">
          <a:xfrm>
            <a:off x="2994025" y="2965450"/>
            <a:ext cx="1281113" cy="1630363"/>
            <a:chOff x="1886" y="770"/>
            <a:chExt cx="807" cy="1027"/>
          </a:xfrm>
        </p:grpSpPr>
        <p:sp>
          <p:nvSpPr>
            <p:cNvPr id="24612" name="AutoShape 78">
              <a:extLst>
                <a:ext uri="{FF2B5EF4-FFF2-40B4-BE49-F238E27FC236}">
                  <a16:creationId xmlns:a16="http://schemas.microsoft.com/office/drawing/2014/main" id="{D27C8D3E-E32D-DEE5-CE63-C3CF639FE376}"/>
                </a:ext>
              </a:extLst>
            </p:cNvPr>
            <p:cNvSpPr>
              <a:spLocks noChangeArrowheads="1"/>
            </p:cNvSpPr>
            <p:nvPr/>
          </p:nvSpPr>
          <p:spPr bwMode="auto">
            <a:xfrm>
              <a:off x="1886" y="770"/>
              <a:ext cx="807" cy="1027"/>
            </a:xfrm>
            <a:prstGeom prst="roundRect">
              <a:avLst>
                <a:gd name="adj" fmla="val 12019"/>
              </a:avLst>
            </a:prstGeom>
            <a:solidFill>
              <a:srgbClr val="FCB994"/>
            </a:solidFill>
            <a:ln w="9525" algn="ctr">
              <a:solidFill>
                <a:srgbClr val="000000"/>
              </a:solidFill>
              <a:round/>
              <a:headEnd/>
              <a:tailEn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4613" name="Text Box 79">
              <a:extLst>
                <a:ext uri="{FF2B5EF4-FFF2-40B4-BE49-F238E27FC236}">
                  <a16:creationId xmlns:a16="http://schemas.microsoft.com/office/drawing/2014/main" id="{C286D633-2868-2D53-EA99-4EE3B06839BD}"/>
                </a:ext>
              </a:extLst>
            </p:cNvPr>
            <p:cNvSpPr txBox="1">
              <a:spLocks noChangeArrowheads="1"/>
            </p:cNvSpPr>
            <p:nvPr/>
          </p:nvSpPr>
          <p:spPr bwMode="auto">
            <a:xfrm>
              <a:off x="1973" y="1145"/>
              <a:ext cx="633"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Parity</a:t>
              </a:r>
              <a:b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b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Generated</a:t>
              </a:r>
            </a:p>
          </p:txBody>
        </p:sp>
      </p:grpSp>
      <p:sp>
        <p:nvSpPr>
          <p:cNvPr id="24606" name="Rectangle 82">
            <a:extLst>
              <a:ext uri="{FF2B5EF4-FFF2-40B4-BE49-F238E27FC236}">
                <a16:creationId xmlns:a16="http://schemas.microsoft.com/office/drawing/2014/main" id="{69D890F2-BB8D-3E02-9141-2E12D5B5E9E6}"/>
              </a:ext>
            </a:extLst>
          </p:cNvPr>
          <p:cNvSpPr>
            <a:spLocks noGrp="1" noChangeArrowheads="1"/>
          </p:cNvSpPr>
          <p:nvPr>
            <p:ph type="title"/>
          </p:nvPr>
        </p:nvSpPr>
        <p:spPr>
          <a:noFill/>
        </p:spPr>
        <p:txBody>
          <a:bodyPr/>
          <a:lstStyle/>
          <a:p>
            <a:pPr eaLnBrk="1" hangingPunct="1"/>
            <a:r>
              <a:rPr lang="en-US" altLang="en-US"/>
              <a:t>RAID 5 </a:t>
            </a:r>
          </a:p>
        </p:txBody>
      </p:sp>
      <p:pic>
        <p:nvPicPr>
          <p:cNvPr id="24607" name="Picture 86" descr="strippeddisk">
            <a:extLst>
              <a:ext uri="{FF2B5EF4-FFF2-40B4-BE49-F238E27FC236}">
                <a16:creationId xmlns:a16="http://schemas.microsoft.com/office/drawing/2014/main" id="{8D0F27DD-A332-9AAE-3A40-2332D0669D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7400" y="15240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08" name="Picture 87" descr="strippeddisk">
            <a:extLst>
              <a:ext uri="{FF2B5EF4-FFF2-40B4-BE49-F238E27FC236}">
                <a16:creationId xmlns:a16="http://schemas.microsoft.com/office/drawing/2014/main" id="{E3F6E6EC-28FB-82CD-71B4-229E23FC87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7400" y="25146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09" name="Picture 88" descr="strippeddisk">
            <a:extLst>
              <a:ext uri="{FF2B5EF4-FFF2-40B4-BE49-F238E27FC236}">
                <a16:creationId xmlns:a16="http://schemas.microsoft.com/office/drawing/2014/main" id="{E78142DE-C64C-D73F-7F24-21BDC8692F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7400" y="35052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10" name="Picture 89" descr="strippeddisk">
            <a:extLst>
              <a:ext uri="{FF2B5EF4-FFF2-40B4-BE49-F238E27FC236}">
                <a16:creationId xmlns:a16="http://schemas.microsoft.com/office/drawing/2014/main" id="{8BC2C1C4-60FD-4A30-A655-00C486EF4E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7400" y="44958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11" name="Picture 90" descr="strippeddisk">
            <a:extLst>
              <a:ext uri="{FF2B5EF4-FFF2-40B4-BE49-F238E27FC236}">
                <a16:creationId xmlns:a16="http://schemas.microsoft.com/office/drawing/2014/main" id="{58E9204C-436C-2A45-5A8A-64067800C4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7400" y="5486400"/>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3" presetClass="path" presetSubtype="0" accel="50000" decel="50000" fill="hold" nodeType="clickEffect">
                                  <p:stCondLst>
                                    <p:cond delay="0"/>
                                  </p:stCondLst>
                                  <p:childTnLst>
                                    <p:animMotion origin="layout" path="M -4.72222E-6 0.00509 L 0.26789 0.00509 " pathEditMode="relative" rAng="0" ptsTypes="AA">
                                      <p:cBhvr>
                                        <p:cTn id="6" dur="1000" fill="hold"/>
                                        <p:tgtEl>
                                          <p:spTgt spid="10"/>
                                        </p:tgtEl>
                                        <p:attrNameLst>
                                          <p:attrName>ppt_x</p:attrName>
                                          <p:attrName>ppt_y</p:attrName>
                                        </p:attrNameLst>
                                      </p:cBhvr>
                                      <p:rCtr x="13385" y="0"/>
                                    </p:animMotion>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par>
                          <p:cTn id="9" fill="hold" nodeType="afterGroup">
                            <p:stCondLst>
                              <p:cond delay="1000"/>
                            </p:stCondLst>
                            <p:childTnLst>
                              <p:par>
                                <p:cTn id="10" presetID="0" presetClass="path" presetSubtype="0" accel="50000" decel="50000" fill="hold" nodeType="afterEffect">
                                  <p:stCondLst>
                                    <p:cond delay="0"/>
                                  </p:stCondLst>
                                  <p:childTnLst>
                                    <p:animMotion origin="layout" path="M 0.00018 -0.00047 L -0.2217 -0.00047 L -0.2217 -0.19491 L -0.4144 -0.19491 " pathEditMode="relative" rAng="0" ptsTypes="AAAA">
                                      <p:cBhvr>
                                        <p:cTn id="11" dur="2000" fill="hold"/>
                                        <p:tgtEl>
                                          <p:spTgt spid="18"/>
                                        </p:tgtEl>
                                        <p:attrNameLst>
                                          <p:attrName>ppt_x</p:attrName>
                                          <p:attrName>ppt_y</p:attrName>
                                        </p:attrNameLst>
                                      </p:cBhvr>
                                      <p:rCtr x="-20729" y="-9722"/>
                                    </p:animMotion>
                                  </p:childTnLst>
                                </p:cTn>
                              </p:par>
                            </p:childTnLst>
                          </p:cTn>
                        </p:par>
                        <p:par>
                          <p:cTn id="12" fill="hold" nodeType="afterGroup">
                            <p:stCondLst>
                              <p:cond delay="3000"/>
                            </p:stCondLst>
                            <p:childTnLst>
                              <p:par>
                                <p:cTn id="13" presetID="0" presetClass="path" presetSubtype="0" accel="50000" decel="50000" fill="hold" nodeType="afterEffect">
                                  <p:stCondLst>
                                    <p:cond delay="0"/>
                                  </p:stCondLst>
                                  <p:childTnLst>
                                    <p:animMotion origin="layout" path="M 0.00018 0 L -0.22066 0 L -0.22066 0.25 L -0.41336 0.25 " pathEditMode="relative" rAng="0" ptsTypes="AAAA">
                                      <p:cBhvr>
                                        <p:cTn id="14" dur="2000" fill="hold"/>
                                        <p:tgtEl>
                                          <p:spTgt spid="17"/>
                                        </p:tgtEl>
                                        <p:attrNameLst>
                                          <p:attrName>ppt_x</p:attrName>
                                          <p:attrName>ppt_y</p:attrName>
                                        </p:attrNameLst>
                                      </p:cBhvr>
                                      <p:rCtr x="-20677" y="12500"/>
                                    </p:animMotion>
                                  </p:childTnLst>
                                </p:cTn>
                              </p:par>
                            </p:childTnLst>
                          </p:cTn>
                        </p:par>
                      </p:childTnLst>
                    </p:cTn>
                  </p:par>
                  <p:par>
                    <p:cTn id="15" fill="hold" nodeType="clickPar">
                      <p:stCondLst>
                        <p:cond delay="indefinite"/>
                      </p:stCondLst>
                      <p:childTnLst>
                        <p:par>
                          <p:cTn id="16" fill="hold" nodeType="withGroup">
                            <p:stCondLst>
                              <p:cond delay="0"/>
                            </p:stCondLst>
                            <p:childTnLst>
                              <p:par>
                                <p:cTn id="17"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1000"/>
                                        <p:tgtEl>
                                          <p:spTgt spid="16"/>
                                        </p:tgtEl>
                                      </p:cBhvr>
                                    </p:animEffect>
                                  </p:childTnLst>
                                </p:cTn>
                              </p:par>
                            </p:childTnLst>
                          </p:cTn>
                        </p:par>
                        <p:par>
                          <p:cTn id="20" fill="hold" nodeType="afterGroup">
                            <p:stCondLst>
                              <p:cond delay="1000"/>
                            </p:stCondLst>
                            <p:childTnLst>
                              <p:par>
                                <p:cTn id="21" presetID="1" presetClass="exit" presetSubtype="0" fill="hold" nodeType="afterEffect">
                                  <p:stCondLst>
                                    <p:cond delay="0"/>
                                  </p:stCondLst>
                                  <p:childTnLst>
                                    <p:set>
                                      <p:cBhvr>
                                        <p:cTn id="22" dur="1" fill="hold">
                                          <p:stCondLst>
                                            <p:cond delay="0"/>
                                          </p:stCondLst>
                                        </p:cTn>
                                        <p:tgtEl>
                                          <p:spTgt spid="17"/>
                                        </p:tgtEl>
                                        <p:attrNameLst>
                                          <p:attrName>style.visibility</p:attrName>
                                        </p:attrNameLst>
                                      </p:cBhvr>
                                      <p:to>
                                        <p:strVal val="hidden"/>
                                      </p:to>
                                    </p:set>
                                  </p:childTnLst>
                                </p:cTn>
                              </p:par>
                            </p:childTnLst>
                          </p:cTn>
                        </p:par>
                        <p:par>
                          <p:cTn id="23" fill="hold" nodeType="afterGroup">
                            <p:stCondLst>
                              <p:cond delay="1000"/>
                            </p:stCondLst>
                            <p:childTnLst>
                              <p:par>
                                <p:cTn id="24" presetID="1" presetClass="exit" presetSubtype="0" fill="hold" nodeType="afterEffect">
                                  <p:stCondLst>
                                    <p:cond delay="0"/>
                                  </p:stCondLst>
                                  <p:childTnLst>
                                    <p:set>
                                      <p:cBhvr>
                                        <p:cTn id="25" dur="1" fill="hold">
                                          <p:stCondLst>
                                            <p:cond delay="0"/>
                                          </p:stCondLst>
                                        </p:cTn>
                                        <p:tgtEl>
                                          <p:spTgt spid="18"/>
                                        </p:tgtEl>
                                        <p:attrNameLst>
                                          <p:attrName>style.visibility</p:attrName>
                                        </p:attrNameLst>
                                      </p:cBhvr>
                                      <p:to>
                                        <p:strVal val="hidden"/>
                                      </p:to>
                                    </p:set>
                                  </p:childTnLst>
                                </p:cTn>
                              </p:par>
                            </p:childTnLst>
                          </p:cTn>
                        </p:par>
                        <p:par>
                          <p:cTn id="26" fill="hold" nodeType="afterGroup">
                            <p:stCondLst>
                              <p:cond delay="1000"/>
                            </p:stCondLst>
                            <p:childTnLst>
                              <p:par>
                                <p:cTn id="27" presetID="1" presetClass="exit" presetSubtype="0" fill="hold" nodeType="afterEffect">
                                  <p:stCondLst>
                                    <p:cond delay="0"/>
                                  </p:stCondLst>
                                  <p:childTnLst>
                                    <p:set>
                                      <p:cBhvr>
                                        <p:cTn id="28" dur="1" fill="hold">
                                          <p:stCondLst>
                                            <p:cond delay="0"/>
                                          </p:stCondLst>
                                        </p:cTn>
                                        <p:tgtEl>
                                          <p:spTgt spid="10"/>
                                        </p:tgtEl>
                                        <p:attrNameLst>
                                          <p:attrName>style.visibility</p:attrName>
                                        </p:attrNameLst>
                                      </p:cBhvr>
                                      <p:to>
                                        <p:strVal val="hidden"/>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par>
                          <p:cTn id="35" fill="hold" nodeType="afterGroup">
                            <p:stCondLst>
                              <p:cond delay="0"/>
                            </p:stCondLst>
                            <p:childTnLst>
                              <p:par>
                                <p:cTn id="36" presetID="10" presetClass="exit" presetSubtype="0" fill="hold" nodeType="afterEffect">
                                  <p:stCondLst>
                                    <p:cond delay="1000"/>
                                  </p:stCondLst>
                                  <p:childTnLst>
                                    <p:animEffect transition="out" filter="fade">
                                      <p:cBhvr>
                                        <p:cTn id="37" dur="1000"/>
                                        <p:tgtEl>
                                          <p:spTgt spid="16"/>
                                        </p:tgtEl>
                                      </p:cBhvr>
                                    </p:animEffect>
                                    <p:set>
                                      <p:cBhvr>
                                        <p:cTn id="38" dur="1" fill="hold">
                                          <p:stCondLst>
                                            <p:cond delay="999"/>
                                          </p:stCondLst>
                                        </p:cTn>
                                        <p:tgtEl>
                                          <p:spTgt spid="16"/>
                                        </p:tgtEl>
                                        <p:attrNameLst>
                                          <p:attrName>style.visibility</p:attrName>
                                        </p:attrNameLst>
                                      </p:cBhvr>
                                      <p:to>
                                        <p:strVal val="hidden"/>
                                      </p:to>
                                    </p:set>
                                  </p:childTnLst>
                                </p:cTn>
                              </p:par>
                            </p:childTnLst>
                          </p:cTn>
                        </p:par>
                        <p:par>
                          <p:cTn id="39" fill="hold" nodeType="afterGroup">
                            <p:stCondLst>
                              <p:cond delay="2000"/>
                            </p:stCondLst>
                            <p:childTnLst>
                              <p:par>
                                <p:cTn id="40" presetID="0" presetClass="path" presetSubtype="0" accel="50000" decel="50000" fill="hold" nodeType="afterEffect">
                                  <p:stCondLst>
                                    <p:cond delay="0"/>
                                  </p:stCondLst>
                                  <p:childTnLst>
                                    <p:animMotion origin="layout" path="M -0.00069 0.00023 L 0.19201 0.00023 L 0.19201 0.19467 L 0.41371 0.19467 " pathEditMode="relative" rAng="0" ptsTypes="AAAA">
                                      <p:cBhvr>
                                        <p:cTn id="41" dur="2000" fill="hold"/>
                                        <p:tgtEl>
                                          <p:spTgt spid="7"/>
                                        </p:tgtEl>
                                        <p:attrNameLst>
                                          <p:attrName>ppt_x</p:attrName>
                                          <p:attrName>ppt_y</p:attrName>
                                        </p:attrNameLst>
                                      </p:cBhvr>
                                      <p:rCtr x="20712" y="9722"/>
                                    </p:animMotion>
                                  </p:childTnLst>
                                </p:cTn>
                              </p:par>
                              <p:par>
                                <p:cTn id="42" presetID="1" presetClass="exit" presetSubtype="0" fill="hold" nodeType="withEffect">
                                  <p:stCondLst>
                                    <p:cond delay="1900"/>
                                  </p:stCondLst>
                                  <p:childTnLst>
                                    <p:set>
                                      <p:cBhvr>
                                        <p:cTn id="43" dur="1" fill="hold">
                                          <p:stCondLst>
                                            <p:cond delay="0"/>
                                          </p:stCondLst>
                                        </p:cTn>
                                        <p:tgtEl>
                                          <p:spTgt spid="4"/>
                                        </p:tgtEl>
                                        <p:attrNameLst>
                                          <p:attrName>style.visibility</p:attrName>
                                        </p:attrNameLst>
                                      </p:cBhvr>
                                      <p:to>
                                        <p:strVal val="hidden"/>
                                      </p:to>
                                    </p:set>
                                  </p:childTnLst>
                                </p:cTn>
                              </p:par>
                            </p:childTnLst>
                          </p:cTn>
                        </p:par>
                        <p:par>
                          <p:cTn id="44" fill="hold" nodeType="afterGroup">
                            <p:stCondLst>
                              <p:cond delay="4000"/>
                            </p:stCondLst>
                            <p:childTnLst>
                              <p:par>
                                <p:cTn id="45" presetID="0" presetClass="path" presetSubtype="0" accel="50000" decel="50000" fill="hold" nodeType="afterEffect">
                                  <p:stCondLst>
                                    <p:cond delay="0"/>
                                  </p:stCondLst>
                                  <p:childTnLst>
                                    <p:animMotion origin="layout" path="M 0.00035 2.96296E-6 L 0.19305 2.96296E-6 L 0.19305 -0.31389 L 0.41389 -0.31389 " pathEditMode="relative" ptsTypes="AAAA">
                                      <p:cBhvr>
                                        <p:cTn id="46" dur="2000" fill="hold"/>
                                        <p:tgtEl>
                                          <p:spTgt spid="8"/>
                                        </p:tgtEl>
                                        <p:attrNameLst>
                                          <p:attrName>ppt_x</p:attrName>
                                          <p:attrName>ppt_y</p:attrName>
                                        </p:attrNameLst>
                                      </p:cBhvr>
                                    </p:animMotion>
                                  </p:childTnLst>
                                </p:cTn>
                              </p:par>
                              <p:par>
                                <p:cTn id="47" presetID="1" presetClass="exit" presetSubtype="0" fill="hold" nodeType="withEffect">
                                  <p:stCondLst>
                                    <p:cond delay="1900"/>
                                  </p:stCondLst>
                                  <p:childTnLst>
                                    <p:set>
                                      <p:cBhvr>
                                        <p:cTn id="48" dur="1" fill="hold">
                                          <p:stCondLst>
                                            <p:cond delay="0"/>
                                          </p:stCondLst>
                                        </p:cTn>
                                        <p:tgtEl>
                                          <p:spTgt spid="3"/>
                                        </p:tgtEl>
                                        <p:attrNameLst>
                                          <p:attrName>style.visibility</p:attrName>
                                        </p:attrNameLst>
                                      </p:cBhvr>
                                      <p:to>
                                        <p:strVal val="hidden"/>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63" presetClass="path" presetSubtype="0" accel="50000" decel="50000" fill="hold" nodeType="clickEffect">
                                  <p:stCondLst>
                                    <p:cond delay="0"/>
                                  </p:stCondLst>
                                  <p:childTnLst>
                                    <p:animMotion origin="layout" path="M -4.72222E-6 0.00509 L 0.26875 0.00509 " pathEditMode="relative" rAng="0" ptsTypes="AA">
                                      <p:cBhvr>
                                        <p:cTn id="52" dur="1000" fill="hold"/>
                                        <p:tgtEl>
                                          <p:spTgt spid="9"/>
                                        </p:tgtEl>
                                        <p:attrNameLst>
                                          <p:attrName>ppt_x</p:attrName>
                                          <p:attrName>ppt_y</p:attrName>
                                        </p:attrNameLst>
                                      </p:cBhvr>
                                      <p:rCtr x="13438" y="0"/>
                                    </p:animMotion>
                                  </p:childTnLst>
                                </p:cTn>
                              </p:par>
                            </p:childTnLst>
                          </p:cTn>
                        </p:par>
                        <p:par>
                          <p:cTn id="53" fill="hold" nodeType="afterGroup">
                            <p:stCondLst>
                              <p:cond delay="1000"/>
                            </p:stCondLst>
                            <p:childTnLst>
                              <p:par>
                                <p:cTn id="54" presetID="0" presetClass="path" presetSubtype="0" accel="50000" decel="50000" fill="hold" nodeType="afterEffect">
                                  <p:stCondLst>
                                    <p:cond delay="0"/>
                                  </p:stCondLst>
                                  <p:childTnLst>
                                    <p:animMotion origin="layout" path="M -0.00086 -0.00047 L -0.2217 -0.00047 L -0.2217 -0.1088 L -0.4144 -0.1088 " pathEditMode="relative" ptsTypes="AAAA">
                                      <p:cBhvr>
                                        <p:cTn id="55" dur="2000" fill="hold"/>
                                        <p:tgtEl>
                                          <p:spTgt spid="21"/>
                                        </p:tgtEl>
                                        <p:attrNameLst>
                                          <p:attrName>ppt_x</p:attrName>
                                          <p:attrName>ppt_y</p:attrName>
                                        </p:attrNameLst>
                                      </p:cBhvr>
                                    </p:animMotion>
                                  </p:childTnLst>
                                </p:cTn>
                              </p:par>
                            </p:childTnLst>
                          </p:cTn>
                        </p:par>
                        <p:par>
                          <p:cTn id="56" fill="hold" nodeType="afterGroup">
                            <p:stCondLst>
                              <p:cond delay="3000"/>
                            </p:stCondLst>
                            <p:childTnLst>
                              <p:par>
                                <p:cTn id="57" presetID="0" presetClass="path" presetSubtype="0" accel="50000" decel="50000" fill="hold" nodeType="afterEffect">
                                  <p:stCondLst>
                                    <p:cond delay="0"/>
                                  </p:stCondLst>
                                  <p:childTnLst>
                                    <p:animMotion origin="layout" path="M 0.00104 4.44444E-6 L -0.2198 4.44444E-6 L -0.2198 0.19583 L -0.4125 0.19583 " pathEditMode="relative" rAng="0" ptsTypes="AAAA">
                                      <p:cBhvr>
                                        <p:cTn id="58" dur="2000" fill="hold"/>
                                        <p:tgtEl>
                                          <p:spTgt spid="22"/>
                                        </p:tgtEl>
                                        <p:attrNameLst>
                                          <p:attrName>ppt_x</p:attrName>
                                          <p:attrName>ppt_y</p:attrName>
                                        </p:attrNameLst>
                                      </p:cBhvr>
                                      <p:rCtr x="-20677" y="9792"/>
                                    </p:animMotion>
                                  </p:childTnLst>
                                </p:cTn>
                              </p:par>
                            </p:childTnLst>
                          </p:cTn>
                        </p:par>
                      </p:childTnLst>
                    </p:cTn>
                  </p:par>
                  <p:par>
                    <p:cTn id="59" fill="hold" nodeType="clickPar">
                      <p:stCondLst>
                        <p:cond delay="indefinite"/>
                      </p:stCondLst>
                      <p:childTnLst>
                        <p:par>
                          <p:cTn id="60" fill="hold" nodeType="withGroup">
                            <p:stCondLst>
                              <p:cond delay="0"/>
                            </p:stCondLst>
                            <p:childTnLst>
                              <p:par>
                                <p:cTn id="61" presetID="10" presetClass="entr" presetSubtype="0" fill="hold" nodeType="click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1000"/>
                                        <p:tgtEl>
                                          <p:spTgt spid="25"/>
                                        </p:tgtEl>
                                      </p:cBhvr>
                                    </p:animEffect>
                                  </p:childTnLst>
                                </p:cTn>
                              </p:par>
                            </p:childTnLst>
                          </p:cTn>
                        </p:par>
                        <p:par>
                          <p:cTn id="64" fill="hold" nodeType="afterGroup">
                            <p:stCondLst>
                              <p:cond delay="1000"/>
                            </p:stCondLst>
                            <p:childTnLst>
                              <p:par>
                                <p:cTn id="65" presetID="1" presetClass="exit" presetSubtype="0" fill="hold" nodeType="afterEffect">
                                  <p:stCondLst>
                                    <p:cond delay="0"/>
                                  </p:stCondLst>
                                  <p:childTnLst>
                                    <p:set>
                                      <p:cBhvr>
                                        <p:cTn id="66" dur="1" fill="hold">
                                          <p:stCondLst>
                                            <p:cond delay="0"/>
                                          </p:stCondLst>
                                        </p:cTn>
                                        <p:tgtEl>
                                          <p:spTgt spid="22"/>
                                        </p:tgtEl>
                                        <p:attrNameLst>
                                          <p:attrName>style.visibility</p:attrName>
                                        </p:attrNameLst>
                                      </p:cBhvr>
                                      <p:to>
                                        <p:strVal val="hidden"/>
                                      </p:to>
                                    </p:set>
                                  </p:childTnLst>
                                </p:cTn>
                              </p:par>
                            </p:childTnLst>
                          </p:cTn>
                        </p:par>
                        <p:par>
                          <p:cTn id="67" fill="hold" nodeType="afterGroup">
                            <p:stCondLst>
                              <p:cond delay="1000"/>
                            </p:stCondLst>
                            <p:childTnLst>
                              <p:par>
                                <p:cTn id="68" presetID="1" presetClass="exit" presetSubtype="0" fill="hold" nodeType="afterEffect">
                                  <p:stCondLst>
                                    <p:cond delay="0"/>
                                  </p:stCondLst>
                                  <p:childTnLst>
                                    <p:set>
                                      <p:cBhvr>
                                        <p:cTn id="69" dur="1" fill="hold">
                                          <p:stCondLst>
                                            <p:cond delay="0"/>
                                          </p:stCondLst>
                                        </p:cTn>
                                        <p:tgtEl>
                                          <p:spTgt spid="21"/>
                                        </p:tgtEl>
                                        <p:attrNameLst>
                                          <p:attrName>style.visibility</p:attrName>
                                        </p:attrNameLst>
                                      </p:cBhvr>
                                      <p:to>
                                        <p:strVal val="hidden"/>
                                      </p:to>
                                    </p:set>
                                  </p:childTnLst>
                                </p:cTn>
                              </p:par>
                            </p:childTnLst>
                          </p:cTn>
                        </p:par>
                        <p:par>
                          <p:cTn id="70" fill="hold" nodeType="afterGroup">
                            <p:stCondLst>
                              <p:cond delay="1000"/>
                            </p:stCondLst>
                            <p:childTnLst>
                              <p:par>
                                <p:cTn id="71" presetID="1" presetClass="exit" presetSubtype="0" fill="hold" nodeType="afterEffect">
                                  <p:stCondLst>
                                    <p:cond delay="0"/>
                                  </p:stCondLst>
                                  <p:childTnLst>
                                    <p:set>
                                      <p:cBhvr>
                                        <p:cTn id="72" dur="1" fill="hold">
                                          <p:stCondLst>
                                            <p:cond delay="0"/>
                                          </p:stCondLst>
                                        </p:cTn>
                                        <p:tgtEl>
                                          <p:spTgt spid="9"/>
                                        </p:tgtEl>
                                        <p:attrNameLst>
                                          <p:attrName>style.visibility</p:attrName>
                                        </p:attrNameLst>
                                      </p:cBhvr>
                                      <p:to>
                                        <p:strVal val="hidden"/>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1" presetClass="entr" presetSubtype="0" fill="hold" nodeType="clickEffect">
                                  <p:stCondLst>
                                    <p:cond delay="0"/>
                                  </p:stCondLst>
                                  <p:childTnLst>
                                    <p:set>
                                      <p:cBhvr>
                                        <p:cTn id="76" dur="1" fill="hold">
                                          <p:stCondLst>
                                            <p:cond delay="0"/>
                                          </p:stCondLst>
                                        </p:cTn>
                                        <p:tgtEl>
                                          <p:spTgt spid="24"/>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23"/>
                                        </p:tgtEl>
                                        <p:attrNameLst>
                                          <p:attrName>style.visibility</p:attrName>
                                        </p:attrNameLst>
                                      </p:cBhvr>
                                      <p:to>
                                        <p:strVal val="visible"/>
                                      </p:to>
                                    </p:set>
                                  </p:childTnLst>
                                </p:cTn>
                              </p:par>
                            </p:childTnLst>
                          </p:cTn>
                        </p:par>
                        <p:par>
                          <p:cTn id="79" fill="hold" nodeType="afterGroup">
                            <p:stCondLst>
                              <p:cond delay="0"/>
                            </p:stCondLst>
                            <p:childTnLst>
                              <p:par>
                                <p:cTn id="80" presetID="10" presetClass="exit" presetSubtype="0" fill="hold" nodeType="afterEffect">
                                  <p:stCondLst>
                                    <p:cond delay="0"/>
                                  </p:stCondLst>
                                  <p:childTnLst>
                                    <p:animEffect transition="out" filter="fade">
                                      <p:cBhvr>
                                        <p:cTn id="81" dur="1000"/>
                                        <p:tgtEl>
                                          <p:spTgt spid="25"/>
                                        </p:tgtEl>
                                      </p:cBhvr>
                                    </p:animEffect>
                                    <p:set>
                                      <p:cBhvr>
                                        <p:cTn id="82" dur="1" fill="hold">
                                          <p:stCondLst>
                                            <p:cond delay="999"/>
                                          </p:stCondLst>
                                        </p:cTn>
                                        <p:tgtEl>
                                          <p:spTgt spid="25"/>
                                        </p:tgtEl>
                                        <p:attrNameLst>
                                          <p:attrName>style.visibility</p:attrName>
                                        </p:attrNameLst>
                                      </p:cBhvr>
                                      <p:to>
                                        <p:strVal val="hidden"/>
                                      </p:to>
                                    </p:set>
                                  </p:childTnLst>
                                </p:cTn>
                              </p:par>
                            </p:childTnLst>
                          </p:cTn>
                        </p:par>
                        <p:par>
                          <p:cTn id="83" fill="hold" nodeType="afterGroup">
                            <p:stCondLst>
                              <p:cond delay="1000"/>
                            </p:stCondLst>
                            <p:childTnLst>
                              <p:par>
                                <p:cTn id="84" presetID="0" presetClass="path" presetSubtype="0" accel="50000" decel="50000" fill="hold" nodeType="afterEffect">
                                  <p:stCondLst>
                                    <p:cond delay="0"/>
                                  </p:stCondLst>
                                  <p:childTnLst>
                                    <p:animMotion origin="layout" path="M 4.44444E-6 -2.59259E-6 L 0.1927 -2.59259E-6 L 0.1927 0.10833 L 0.41354 0.10833 " pathEditMode="relative" ptsTypes="AAAA">
                                      <p:cBhvr>
                                        <p:cTn id="85" dur="2000" fill="hold"/>
                                        <p:tgtEl>
                                          <p:spTgt spid="23"/>
                                        </p:tgtEl>
                                        <p:attrNameLst>
                                          <p:attrName>ppt_x</p:attrName>
                                          <p:attrName>ppt_y</p:attrName>
                                        </p:attrNameLst>
                                      </p:cBhvr>
                                    </p:animMotion>
                                  </p:childTnLst>
                                </p:cTn>
                              </p:par>
                              <p:par>
                                <p:cTn id="86" presetID="1" presetClass="exit" presetSubtype="0" fill="hold" nodeType="withEffect">
                                  <p:stCondLst>
                                    <p:cond delay="1900"/>
                                  </p:stCondLst>
                                  <p:childTnLst>
                                    <p:set>
                                      <p:cBhvr>
                                        <p:cTn id="87" dur="1" fill="hold">
                                          <p:stCondLst>
                                            <p:cond delay="0"/>
                                          </p:stCondLst>
                                        </p:cTn>
                                        <p:tgtEl>
                                          <p:spTgt spid="20"/>
                                        </p:tgtEl>
                                        <p:attrNameLst>
                                          <p:attrName>style.visibility</p:attrName>
                                        </p:attrNameLst>
                                      </p:cBhvr>
                                      <p:to>
                                        <p:strVal val="hidden"/>
                                      </p:to>
                                    </p:set>
                                  </p:childTnLst>
                                </p:cTn>
                              </p:par>
                            </p:childTnLst>
                          </p:cTn>
                        </p:par>
                        <p:par>
                          <p:cTn id="88" fill="hold" nodeType="afterGroup">
                            <p:stCondLst>
                              <p:cond delay="3000"/>
                            </p:stCondLst>
                            <p:childTnLst>
                              <p:par>
                                <p:cTn id="89" presetID="0" presetClass="path" presetSubtype="0" accel="50000" decel="50000" fill="hold" nodeType="afterEffect">
                                  <p:stCondLst>
                                    <p:cond delay="0"/>
                                  </p:stCondLst>
                                  <p:childTnLst>
                                    <p:animMotion origin="layout" path="M 0.00121 0.00139 L 0.19392 0.00139 L 0.19392 -0.25833 L 0.41476 -0.25833 " pathEditMode="relative" rAng="0" ptsTypes="AAAA">
                                      <p:cBhvr>
                                        <p:cTn id="90" dur="2000" fill="hold"/>
                                        <p:tgtEl>
                                          <p:spTgt spid="24"/>
                                        </p:tgtEl>
                                        <p:attrNameLst>
                                          <p:attrName>ppt_x</p:attrName>
                                          <p:attrName>ppt_y</p:attrName>
                                        </p:attrNameLst>
                                      </p:cBhvr>
                                      <p:rCtr x="20677" y="-12986"/>
                                    </p:animMotion>
                                  </p:childTnLst>
                                </p:cTn>
                              </p:par>
                              <p:par>
                                <p:cTn id="91" presetID="1" presetClass="exit" presetSubtype="0" fill="hold" nodeType="withEffect">
                                  <p:stCondLst>
                                    <p:cond delay="1900"/>
                                  </p:stCondLst>
                                  <p:childTnLst>
                                    <p:set>
                                      <p:cBhvr>
                                        <p:cTn id="92" dur="1" fill="hold">
                                          <p:stCondLst>
                                            <p:cond delay="0"/>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00FF30AE-AFB1-B0A1-ABA3-A87478092763}"/>
              </a:ext>
            </a:extLst>
          </p:cNvPr>
          <p:cNvSpPr>
            <a:spLocks noGrp="1" noChangeArrowheads="1"/>
          </p:cNvSpPr>
          <p:nvPr>
            <p:ph type="title"/>
          </p:nvPr>
        </p:nvSpPr>
        <p:spPr>
          <a:xfrm>
            <a:off x="685800" y="609600"/>
            <a:ext cx="7773988" cy="1144588"/>
          </a:xfrm>
          <a:extLst>
            <a:ext uri="{91240B29-F687-4F45-9708-019B960494DF}">
              <a14:hiddenLine xmlns:a14="http://schemas.microsoft.com/office/drawing/2010/main" w="9525">
                <a:solidFill>
                  <a:srgbClr val="000000"/>
                </a:solidFill>
                <a:round/>
                <a:headEnd/>
                <a:tailEnd/>
              </a14:hiddenLine>
            </a:ext>
          </a:extLst>
        </p:spPr>
        <p:txBody>
          <a:bodyPr lIns="92160" tIns="46080" rIns="92160" bIns="46080"/>
          <a:lstStyle/>
          <a:p>
            <a:pPr defTabSz="4572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t>Other RAID organizations (I)</a:t>
            </a:r>
          </a:p>
        </p:txBody>
      </p:sp>
      <p:sp>
        <p:nvSpPr>
          <p:cNvPr id="25603" name="Rectangle 3">
            <a:extLst>
              <a:ext uri="{FF2B5EF4-FFF2-40B4-BE49-F238E27FC236}">
                <a16:creationId xmlns:a16="http://schemas.microsoft.com/office/drawing/2014/main" id="{F3DBEDCD-3501-2C21-C2E1-26922FE27A7F}"/>
              </a:ext>
            </a:extLst>
          </p:cNvPr>
          <p:cNvSpPr>
            <a:spLocks noGrp="1" noChangeArrowheads="1"/>
          </p:cNvSpPr>
          <p:nvPr>
            <p:ph type="body" idx="1"/>
          </p:nvPr>
        </p:nvSpPr>
        <p:spPr>
          <a:xfrm>
            <a:off x="731838" y="1758950"/>
            <a:ext cx="7680325" cy="2359025"/>
          </a:xfrm>
          <a:extLst>
            <a:ext uri="{91240B29-F687-4F45-9708-019B960494DF}">
              <a14:hiddenLine xmlns:a14="http://schemas.microsoft.com/office/drawing/2010/main" w="9525">
                <a:solidFill>
                  <a:srgbClr val="000000"/>
                </a:solidFill>
                <a:round/>
                <a:headEnd/>
                <a:tailEnd/>
              </a14:hiddenLine>
            </a:ext>
          </a:extLst>
        </p:spPr>
        <p:txBody>
          <a:bodyPr lIns="92160" tIns="46080" rIns="92160" bIns="46080"/>
          <a:lstStyle/>
          <a:p>
            <a:pPr marL="341313" indent="-341313"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b="1" u="sng"/>
              <a:t>RAID 6:</a:t>
            </a:r>
          </a:p>
          <a:p>
            <a:pPr marL="741363" lvl="1" indent="-284163"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a:t>Two check disks</a:t>
            </a:r>
          </a:p>
          <a:p>
            <a:pPr marL="741363" lvl="1" indent="-284163"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a:t>Tolerates two disk failures</a:t>
            </a:r>
          </a:p>
          <a:p>
            <a:pPr marL="741363" lvl="1" indent="-284163"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a:t>More complex updates</a:t>
            </a:r>
          </a:p>
        </p:txBody>
      </p:sp>
      <p:grpSp>
        <p:nvGrpSpPr>
          <p:cNvPr id="25604" name="Group 14">
            <a:extLst>
              <a:ext uri="{FF2B5EF4-FFF2-40B4-BE49-F238E27FC236}">
                <a16:creationId xmlns:a16="http://schemas.microsoft.com/office/drawing/2014/main" id="{7DD87501-A36E-29EE-198E-E7F47F0CB828}"/>
              </a:ext>
            </a:extLst>
          </p:cNvPr>
          <p:cNvGrpSpPr>
            <a:grpSpLocks/>
          </p:cNvGrpSpPr>
          <p:nvPr/>
        </p:nvGrpSpPr>
        <p:grpSpPr bwMode="auto">
          <a:xfrm flipV="1">
            <a:off x="1231900" y="4719638"/>
            <a:ext cx="914400" cy="1062037"/>
            <a:chOff x="776" y="3021"/>
            <a:chExt cx="576" cy="669"/>
          </a:xfrm>
        </p:grpSpPr>
        <p:sp>
          <p:nvSpPr>
            <p:cNvPr id="25635" name="Oval 15">
              <a:extLst>
                <a:ext uri="{FF2B5EF4-FFF2-40B4-BE49-F238E27FC236}">
                  <a16:creationId xmlns:a16="http://schemas.microsoft.com/office/drawing/2014/main" id="{1BEDE5B3-ACFF-17E1-D9BB-7168A658B812}"/>
                </a:ext>
              </a:extLst>
            </p:cNvPr>
            <p:cNvSpPr>
              <a:spLocks noChangeArrowheads="1"/>
            </p:cNvSpPr>
            <p:nvPr/>
          </p:nvSpPr>
          <p:spPr bwMode="auto">
            <a:xfrm>
              <a:off x="776" y="3021"/>
              <a:ext cx="576" cy="223"/>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5636" name="Oval 16">
              <a:extLst>
                <a:ext uri="{FF2B5EF4-FFF2-40B4-BE49-F238E27FC236}">
                  <a16:creationId xmlns:a16="http://schemas.microsoft.com/office/drawing/2014/main" id="{DB527269-93E1-E052-1DB3-62838B12F4C3}"/>
                </a:ext>
              </a:extLst>
            </p:cNvPr>
            <p:cNvSpPr>
              <a:spLocks noChangeArrowheads="1"/>
            </p:cNvSpPr>
            <p:nvPr/>
          </p:nvSpPr>
          <p:spPr bwMode="auto">
            <a:xfrm>
              <a:off x="776" y="3133"/>
              <a:ext cx="576" cy="223"/>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5637" name="Oval 17">
              <a:extLst>
                <a:ext uri="{FF2B5EF4-FFF2-40B4-BE49-F238E27FC236}">
                  <a16:creationId xmlns:a16="http://schemas.microsoft.com/office/drawing/2014/main" id="{5A3B4C4E-A430-729D-CDEB-A27C0216DE11}"/>
                </a:ext>
              </a:extLst>
            </p:cNvPr>
            <p:cNvSpPr>
              <a:spLocks noChangeArrowheads="1"/>
            </p:cNvSpPr>
            <p:nvPr/>
          </p:nvSpPr>
          <p:spPr bwMode="auto">
            <a:xfrm>
              <a:off x="776" y="3244"/>
              <a:ext cx="576" cy="224"/>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5638" name="Oval 18">
              <a:extLst>
                <a:ext uri="{FF2B5EF4-FFF2-40B4-BE49-F238E27FC236}">
                  <a16:creationId xmlns:a16="http://schemas.microsoft.com/office/drawing/2014/main" id="{A531AB3C-1990-C71B-15D2-1691F19704CF}"/>
                </a:ext>
              </a:extLst>
            </p:cNvPr>
            <p:cNvSpPr>
              <a:spLocks noChangeArrowheads="1"/>
            </p:cNvSpPr>
            <p:nvPr/>
          </p:nvSpPr>
          <p:spPr bwMode="auto">
            <a:xfrm>
              <a:off x="776" y="3355"/>
              <a:ext cx="576" cy="223"/>
            </a:xfrm>
            <a:prstGeom prst="ellipse">
              <a:avLst/>
            </a:prstGeom>
            <a:solidFill>
              <a:schemeClr val="tx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5639" name="Oval 19">
              <a:extLst>
                <a:ext uri="{FF2B5EF4-FFF2-40B4-BE49-F238E27FC236}">
                  <a16:creationId xmlns:a16="http://schemas.microsoft.com/office/drawing/2014/main" id="{22E6AF2A-5093-F964-EFCD-14A11A3A9436}"/>
                </a:ext>
              </a:extLst>
            </p:cNvPr>
            <p:cNvSpPr>
              <a:spLocks noChangeArrowheads="1"/>
            </p:cNvSpPr>
            <p:nvPr/>
          </p:nvSpPr>
          <p:spPr bwMode="auto">
            <a:xfrm>
              <a:off x="776" y="3467"/>
              <a:ext cx="576" cy="223"/>
            </a:xfrm>
            <a:prstGeom prst="ellipse">
              <a:avLst/>
            </a:prstGeom>
            <a:solidFill>
              <a:srgbClr val="969696"/>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grpSp>
      <p:grpSp>
        <p:nvGrpSpPr>
          <p:cNvPr id="25605" name="Group 54">
            <a:extLst>
              <a:ext uri="{FF2B5EF4-FFF2-40B4-BE49-F238E27FC236}">
                <a16:creationId xmlns:a16="http://schemas.microsoft.com/office/drawing/2014/main" id="{A316CAC0-E84B-E381-55BE-519F6C4ADD24}"/>
              </a:ext>
            </a:extLst>
          </p:cNvPr>
          <p:cNvGrpSpPr>
            <a:grpSpLocks/>
          </p:cNvGrpSpPr>
          <p:nvPr/>
        </p:nvGrpSpPr>
        <p:grpSpPr bwMode="auto">
          <a:xfrm flipV="1">
            <a:off x="7227888" y="4719638"/>
            <a:ext cx="914400" cy="1062037"/>
            <a:chOff x="776" y="3021"/>
            <a:chExt cx="576" cy="669"/>
          </a:xfrm>
        </p:grpSpPr>
        <p:sp>
          <p:nvSpPr>
            <p:cNvPr id="25630" name="Oval 55">
              <a:extLst>
                <a:ext uri="{FF2B5EF4-FFF2-40B4-BE49-F238E27FC236}">
                  <a16:creationId xmlns:a16="http://schemas.microsoft.com/office/drawing/2014/main" id="{BA4D0FCA-2A21-E2B6-CAAD-C6B43FCDEB73}"/>
                </a:ext>
              </a:extLst>
            </p:cNvPr>
            <p:cNvSpPr>
              <a:spLocks noChangeArrowheads="1"/>
            </p:cNvSpPr>
            <p:nvPr/>
          </p:nvSpPr>
          <p:spPr bwMode="auto">
            <a:xfrm>
              <a:off x="776" y="3021"/>
              <a:ext cx="576" cy="223"/>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5631" name="Oval 56">
              <a:extLst>
                <a:ext uri="{FF2B5EF4-FFF2-40B4-BE49-F238E27FC236}">
                  <a16:creationId xmlns:a16="http://schemas.microsoft.com/office/drawing/2014/main" id="{F22235BE-4CF0-F292-F784-3EB87563B34C}"/>
                </a:ext>
              </a:extLst>
            </p:cNvPr>
            <p:cNvSpPr>
              <a:spLocks noChangeArrowheads="1"/>
            </p:cNvSpPr>
            <p:nvPr/>
          </p:nvSpPr>
          <p:spPr bwMode="auto">
            <a:xfrm>
              <a:off x="776" y="3133"/>
              <a:ext cx="576" cy="223"/>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5632" name="Oval 57">
              <a:extLst>
                <a:ext uri="{FF2B5EF4-FFF2-40B4-BE49-F238E27FC236}">
                  <a16:creationId xmlns:a16="http://schemas.microsoft.com/office/drawing/2014/main" id="{EFBC883E-B126-ECCA-9EF2-E1A078B61E70}"/>
                </a:ext>
              </a:extLst>
            </p:cNvPr>
            <p:cNvSpPr>
              <a:spLocks noChangeArrowheads="1"/>
            </p:cNvSpPr>
            <p:nvPr/>
          </p:nvSpPr>
          <p:spPr bwMode="auto">
            <a:xfrm>
              <a:off x="776" y="3244"/>
              <a:ext cx="576" cy="224"/>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5633" name="Oval 58">
              <a:extLst>
                <a:ext uri="{FF2B5EF4-FFF2-40B4-BE49-F238E27FC236}">
                  <a16:creationId xmlns:a16="http://schemas.microsoft.com/office/drawing/2014/main" id="{1D45C0A6-B461-4893-6DD0-23A8AAA432AF}"/>
                </a:ext>
              </a:extLst>
            </p:cNvPr>
            <p:cNvSpPr>
              <a:spLocks noChangeArrowheads="1"/>
            </p:cNvSpPr>
            <p:nvPr/>
          </p:nvSpPr>
          <p:spPr bwMode="auto">
            <a:xfrm>
              <a:off x="776" y="3355"/>
              <a:ext cx="576" cy="223"/>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5634" name="Oval 59">
              <a:extLst>
                <a:ext uri="{FF2B5EF4-FFF2-40B4-BE49-F238E27FC236}">
                  <a16:creationId xmlns:a16="http://schemas.microsoft.com/office/drawing/2014/main" id="{22B56F58-E94C-73B7-EA99-748783CBD96D}"/>
                </a:ext>
              </a:extLst>
            </p:cNvPr>
            <p:cNvSpPr>
              <a:spLocks noChangeArrowheads="1"/>
            </p:cNvSpPr>
            <p:nvPr/>
          </p:nvSpPr>
          <p:spPr bwMode="auto">
            <a:xfrm>
              <a:off x="776" y="3467"/>
              <a:ext cx="576" cy="223"/>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grpSp>
      <p:grpSp>
        <p:nvGrpSpPr>
          <p:cNvPr id="25606" name="Group 87">
            <a:extLst>
              <a:ext uri="{FF2B5EF4-FFF2-40B4-BE49-F238E27FC236}">
                <a16:creationId xmlns:a16="http://schemas.microsoft.com/office/drawing/2014/main" id="{95C4AA7A-8EE3-494B-E4FF-5B63C914FB0F}"/>
              </a:ext>
            </a:extLst>
          </p:cNvPr>
          <p:cNvGrpSpPr>
            <a:grpSpLocks/>
          </p:cNvGrpSpPr>
          <p:nvPr/>
        </p:nvGrpSpPr>
        <p:grpSpPr bwMode="auto">
          <a:xfrm>
            <a:off x="2751138" y="4719638"/>
            <a:ext cx="914400" cy="1062037"/>
            <a:chOff x="1733" y="2973"/>
            <a:chExt cx="576" cy="669"/>
          </a:xfrm>
        </p:grpSpPr>
        <p:sp>
          <p:nvSpPr>
            <p:cNvPr id="25625" name="Oval 61">
              <a:extLst>
                <a:ext uri="{FF2B5EF4-FFF2-40B4-BE49-F238E27FC236}">
                  <a16:creationId xmlns:a16="http://schemas.microsoft.com/office/drawing/2014/main" id="{B09E8A90-7753-197C-AF5A-B9D3BBB7EBFC}"/>
                </a:ext>
              </a:extLst>
            </p:cNvPr>
            <p:cNvSpPr>
              <a:spLocks noChangeArrowheads="1"/>
            </p:cNvSpPr>
            <p:nvPr/>
          </p:nvSpPr>
          <p:spPr bwMode="auto">
            <a:xfrm flipV="1">
              <a:off x="1733" y="3419"/>
              <a:ext cx="576" cy="223"/>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5626" name="Oval 62">
              <a:extLst>
                <a:ext uri="{FF2B5EF4-FFF2-40B4-BE49-F238E27FC236}">
                  <a16:creationId xmlns:a16="http://schemas.microsoft.com/office/drawing/2014/main" id="{367EA73F-32C0-494F-4D25-C8746AE324ED}"/>
                </a:ext>
              </a:extLst>
            </p:cNvPr>
            <p:cNvSpPr>
              <a:spLocks noChangeArrowheads="1"/>
            </p:cNvSpPr>
            <p:nvPr/>
          </p:nvSpPr>
          <p:spPr bwMode="auto">
            <a:xfrm flipV="1">
              <a:off x="1733" y="3307"/>
              <a:ext cx="576" cy="223"/>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5627" name="Oval 63">
              <a:extLst>
                <a:ext uri="{FF2B5EF4-FFF2-40B4-BE49-F238E27FC236}">
                  <a16:creationId xmlns:a16="http://schemas.microsoft.com/office/drawing/2014/main" id="{AF9F4B6D-BF79-254D-88DB-195565FD3CF7}"/>
                </a:ext>
              </a:extLst>
            </p:cNvPr>
            <p:cNvSpPr>
              <a:spLocks noChangeArrowheads="1"/>
            </p:cNvSpPr>
            <p:nvPr/>
          </p:nvSpPr>
          <p:spPr bwMode="auto">
            <a:xfrm flipV="1">
              <a:off x="1733" y="3195"/>
              <a:ext cx="576" cy="224"/>
            </a:xfrm>
            <a:prstGeom prst="ellipse">
              <a:avLst/>
            </a:prstGeom>
            <a:solidFill>
              <a:schemeClr val="tx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5628" name="Oval 64">
              <a:extLst>
                <a:ext uri="{FF2B5EF4-FFF2-40B4-BE49-F238E27FC236}">
                  <a16:creationId xmlns:a16="http://schemas.microsoft.com/office/drawing/2014/main" id="{7053225D-0F25-25D0-4155-B0462774F18D}"/>
                </a:ext>
              </a:extLst>
            </p:cNvPr>
            <p:cNvSpPr>
              <a:spLocks noChangeArrowheads="1"/>
            </p:cNvSpPr>
            <p:nvPr/>
          </p:nvSpPr>
          <p:spPr bwMode="auto">
            <a:xfrm flipV="1">
              <a:off x="1733" y="3085"/>
              <a:ext cx="576" cy="223"/>
            </a:xfrm>
            <a:prstGeom prst="ellipse">
              <a:avLst/>
            </a:prstGeom>
            <a:solidFill>
              <a:srgbClr val="969696"/>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5629" name="Oval 65">
              <a:extLst>
                <a:ext uri="{FF2B5EF4-FFF2-40B4-BE49-F238E27FC236}">
                  <a16:creationId xmlns:a16="http://schemas.microsoft.com/office/drawing/2014/main" id="{1738252D-8DC8-31D3-401F-60691FDE3AE8}"/>
                </a:ext>
              </a:extLst>
            </p:cNvPr>
            <p:cNvSpPr>
              <a:spLocks noChangeArrowheads="1"/>
            </p:cNvSpPr>
            <p:nvPr/>
          </p:nvSpPr>
          <p:spPr bwMode="auto">
            <a:xfrm flipV="1">
              <a:off x="1733" y="2973"/>
              <a:ext cx="576" cy="223"/>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grpSp>
      <p:grpSp>
        <p:nvGrpSpPr>
          <p:cNvPr id="25607" name="Group 86">
            <a:extLst>
              <a:ext uri="{FF2B5EF4-FFF2-40B4-BE49-F238E27FC236}">
                <a16:creationId xmlns:a16="http://schemas.microsoft.com/office/drawing/2014/main" id="{437946BD-DD37-2B65-2EEC-C4351A665063}"/>
              </a:ext>
            </a:extLst>
          </p:cNvPr>
          <p:cNvGrpSpPr>
            <a:grpSpLocks/>
          </p:cNvGrpSpPr>
          <p:nvPr/>
        </p:nvGrpSpPr>
        <p:grpSpPr bwMode="auto">
          <a:xfrm>
            <a:off x="4192588" y="4719638"/>
            <a:ext cx="914400" cy="1062037"/>
            <a:chOff x="2641" y="2973"/>
            <a:chExt cx="576" cy="669"/>
          </a:xfrm>
        </p:grpSpPr>
        <p:sp>
          <p:nvSpPr>
            <p:cNvPr id="25620" name="Oval 67">
              <a:extLst>
                <a:ext uri="{FF2B5EF4-FFF2-40B4-BE49-F238E27FC236}">
                  <a16:creationId xmlns:a16="http://schemas.microsoft.com/office/drawing/2014/main" id="{08F9050C-5194-DE76-51A4-A096D50321AC}"/>
                </a:ext>
              </a:extLst>
            </p:cNvPr>
            <p:cNvSpPr>
              <a:spLocks noChangeArrowheads="1"/>
            </p:cNvSpPr>
            <p:nvPr/>
          </p:nvSpPr>
          <p:spPr bwMode="auto">
            <a:xfrm flipV="1">
              <a:off x="2641" y="3419"/>
              <a:ext cx="576" cy="223"/>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5621" name="Oval 68">
              <a:extLst>
                <a:ext uri="{FF2B5EF4-FFF2-40B4-BE49-F238E27FC236}">
                  <a16:creationId xmlns:a16="http://schemas.microsoft.com/office/drawing/2014/main" id="{EF865186-3D2D-43B6-8255-3E020C049C77}"/>
                </a:ext>
              </a:extLst>
            </p:cNvPr>
            <p:cNvSpPr>
              <a:spLocks noChangeArrowheads="1"/>
            </p:cNvSpPr>
            <p:nvPr/>
          </p:nvSpPr>
          <p:spPr bwMode="auto">
            <a:xfrm flipV="1">
              <a:off x="2641" y="3307"/>
              <a:ext cx="576" cy="223"/>
            </a:xfrm>
            <a:prstGeom prst="ellipse">
              <a:avLst/>
            </a:prstGeom>
            <a:solidFill>
              <a:schemeClr val="tx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5622" name="Oval 69">
              <a:extLst>
                <a:ext uri="{FF2B5EF4-FFF2-40B4-BE49-F238E27FC236}">
                  <a16:creationId xmlns:a16="http://schemas.microsoft.com/office/drawing/2014/main" id="{145AD4D5-5DA7-F63B-76AB-8FE6A74E0624}"/>
                </a:ext>
              </a:extLst>
            </p:cNvPr>
            <p:cNvSpPr>
              <a:spLocks noChangeArrowheads="1"/>
            </p:cNvSpPr>
            <p:nvPr/>
          </p:nvSpPr>
          <p:spPr bwMode="auto">
            <a:xfrm flipV="1">
              <a:off x="2641" y="3195"/>
              <a:ext cx="576" cy="224"/>
            </a:xfrm>
            <a:prstGeom prst="ellipse">
              <a:avLst/>
            </a:prstGeom>
            <a:solidFill>
              <a:srgbClr val="969696"/>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5623" name="Oval 70">
              <a:extLst>
                <a:ext uri="{FF2B5EF4-FFF2-40B4-BE49-F238E27FC236}">
                  <a16:creationId xmlns:a16="http://schemas.microsoft.com/office/drawing/2014/main" id="{D77CE52E-E67C-6E38-4926-0788C0DAE9F4}"/>
                </a:ext>
              </a:extLst>
            </p:cNvPr>
            <p:cNvSpPr>
              <a:spLocks noChangeArrowheads="1"/>
            </p:cNvSpPr>
            <p:nvPr/>
          </p:nvSpPr>
          <p:spPr bwMode="auto">
            <a:xfrm flipV="1">
              <a:off x="2641" y="3085"/>
              <a:ext cx="576" cy="223"/>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5624" name="Oval 71">
              <a:extLst>
                <a:ext uri="{FF2B5EF4-FFF2-40B4-BE49-F238E27FC236}">
                  <a16:creationId xmlns:a16="http://schemas.microsoft.com/office/drawing/2014/main" id="{5DDC7A20-6EB4-D900-BBA8-DFDD4865289E}"/>
                </a:ext>
              </a:extLst>
            </p:cNvPr>
            <p:cNvSpPr>
              <a:spLocks noChangeArrowheads="1"/>
            </p:cNvSpPr>
            <p:nvPr/>
          </p:nvSpPr>
          <p:spPr bwMode="auto">
            <a:xfrm flipV="1">
              <a:off x="2641" y="2973"/>
              <a:ext cx="576" cy="223"/>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grpSp>
      <p:grpSp>
        <p:nvGrpSpPr>
          <p:cNvPr id="25608" name="Group 85">
            <a:extLst>
              <a:ext uri="{FF2B5EF4-FFF2-40B4-BE49-F238E27FC236}">
                <a16:creationId xmlns:a16="http://schemas.microsoft.com/office/drawing/2014/main" id="{8527FFBC-1EFD-BB29-4BE4-FC9F3E198AE8}"/>
              </a:ext>
            </a:extLst>
          </p:cNvPr>
          <p:cNvGrpSpPr>
            <a:grpSpLocks/>
          </p:cNvGrpSpPr>
          <p:nvPr/>
        </p:nvGrpSpPr>
        <p:grpSpPr bwMode="auto">
          <a:xfrm>
            <a:off x="5786438" y="4719638"/>
            <a:ext cx="914400" cy="1062037"/>
            <a:chOff x="3645" y="2973"/>
            <a:chExt cx="576" cy="669"/>
          </a:xfrm>
        </p:grpSpPr>
        <p:sp>
          <p:nvSpPr>
            <p:cNvPr id="25615" name="Oval 73">
              <a:extLst>
                <a:ext uri="{FF2B5EF4-FFF2-40B4-BE49-F238E27FC236}">
                  <a16:creationId xmlns:a16="http://schemas.microsoft.com/office/drawing/2014/main" id="{5844650D-A315-B2C1-1CBA-750B4AFE53B8}"/>
                </a:ext>
              </a:extLst>
            </p:cNvPr>
            <p:cNvSpPr>
              <a:spLocks noChangeArrowheads="1"/>
            </p:cNvSpPr>
            <p:nvPr/>
          </p:nvSpPr>
          <p:spPr bwMode="auto">
            <a:xfrm flipV="1">
              <a:off x="3645" y="3419"/>
              <a:ext cx="576" cy="223"/>
            </a:xfrm>
            <a:prstGeom prst="ellipse">
              <a:avLst/>
            </a:prstGeom>
            <a:solidFill>
              <a:schemeClr val="tx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5616" name="Oval 74">
              <a:extLst>
                <a:ext uri="{FF2B5EF4-FFF2-40B4-BE49-F238E27FC236}">
                  <a16:creationId xmlns:a16="http://schemas.microsoft.com/office/drawing/2014/main" id="{C5EC85D5-1031-71F5-2D0C-867D559A625C}"/>
                </a:ext>
              </a:extLst>
            </p:cNvPr>
            <p:cNvSpPr>
              <a:spLocks noChangeArrowheads="1"/>
            </p:cNvSpPr>
            <p:nvPr/>
          </p:nvSpPr>
          <p:spPr bwMode="auto">
            <a:xfrm flipV="1">
              <a:off x="3645" y="3307"/>
              <a:ext cx="576" cy="223"/>
            </a:xfrm>
            <a:prstGeom prst="ellipse">
              <a:avLst/>
            </a:prstGeom>
            <a:solidFill>
              <a:srgbClr val="969696"/>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5617" name="Oval 75">
              <a:extLst>
                <a:ext uri="{FF2B5EF4-FFF2-40B4-BE49-F238E27FC236}">
                  <a16:creationId xmlns:a16="http://schemas.microsoft.com/office/drawing/2014/main" id="{0AE1FA36-E5E6-5F66-DED4-F4A15E8EB369}"/>
                </a:ext>
              </a:extLst>
            </p:cNvPr>
            <p:cNvSpPr>
              <a:spLocks noChangeArrowheads="1"/>
            </p:cNvSpPr>
            <p:nvPr/>
          </p:nvSpPr>
          <p:spPr bwMode="auto">
            <a:xfrm flipV="1">
              <a:off x="3645" y="3195"/>
              <a:ext cx="576" cy="224"/>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5618" name="Oval 76">
              <a:extLst>
                <a:ext uri="{FF2B5EF4-FFF2-40B4-BE49-F238E27FC236}">
                  <a16:creationId xmlns:a16="http://schemas.microsoft.com/office/drawing/2014/main" id="{6EAFCCFE-5C4D-2012-E857-0A799B17FB69}"/>
                </a:ext>
              </a:extLst>
            </p:cNvPr>
            <p:cNvSpPr>
              <a:spLocks noChangeArrowheads="1"/>
            </p:cNvSpPr>
            <p:nvPr/>
          </p:nvSpPr>
          <p:spPr bwMode="auto">
            <a:xfrm flipV="1">
              <a:off x="3645" y="3085"/>
              <a:ext cx="576" cy="223"/>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5619" name="Oval 77">
              <a:extLst>
                <a:ext uri="{FF2B5EF4-FFF2-40B4-BE49-F238E27FC236}">
                  <a16:creationId xmlns:a16="http://schemas.microsoft.com/office/drawing/2014/main" id="{1D927130-F12A-81FC-C8AA-7684224F57BB}"/>
                </a:ext>
              </a:extLst>
            </p:cNvPr>
            <p:cNvSpPr>
              <a:spLocks noChangeArrowheads="1"/>
            </p:cNvSpPr>
            <p:nvPr/>
          </p:nvSpPr>
          <p:spPr bwMode="auto">
            <a:xfrm flipV="1">
              <a:off x="3645" y="2973"/>
              <a:ext cx="576" cy="223"/>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grpSp>
      <p:grpSp>
        <p:nvGrpSpPr>
          <p:cNvPr id="25609" name="Group 84">
            <a:extLst>
              <a:ext uri="{FF2B5EF4-FFF2-40B4-BE49-F238E27FC236}">
                <a16:creationId xmlns:a16="http://schemas.microsoft.com/office/drawing/2014/main" id="{034CBA4E-4373-7F51-EBF9-7F4AA5AB9093}"/>
              </a:ext>
            </a:extLst>
          </p:cNvPr>
          <p:cNvGrpSpPr>
            <a:grpSpLocks/>
          </p:cNvGrpSpPr>
          <p:nvPr/>
        </p:nvGrpSpPr>
        <p:grpSpPr bwMode="auto">
          <a:xfrm>
            <a:off x="7227888" y="4719638"/>
            <a:ext cx="914400" cy="1062037"/>
            <a:chOff x="4553" y="2973"/>
            <a:chExt cx="576" cy="669"/>
          </a:xfrm>
        </p:grpSpPr>
        <p:sp>
          <p:nvSpPr>
            <p:cNvPr id="25610" name="Oval 79">
              <a:extLst>
                <a:ext uri="{FF2B5EF4-FFF2-40B4-BE49-F238E27FC236}">
                  <a16:creationId xmlns:a16="http://schemas.microsoft.com/office/drawing/2014/main" id="{633D6474-8A98-374E-81BE-8E26177DE29C}"/>
                </a:ext>
              </a:extLst>
            </p:cNvPr>
            <p:cNvSpPr>
              <a:spLocks noChangeArrowheads="1"/>
            </p:cNvSpPr>
            <p:nvPr/>
          </p:nvSpPr>
          <p:spPr bwMode="auto">
            <a:xfrm flipV="1">
              <a:off x="4553" y="3419"/>
              <a:ext cx="576" cy="223"/>
            </a:xfrm>
            <a:prstGeom prst="ellipse">
              <a:avLst/>
            </a:prstGeom>
            <a:solidFill>
              <a:srgbClr val="969696"/>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5611" name="Oval 80">
              <a:extLst>
                <a:ext uri="{FF2B5EF4-FFF2-40B4-BE49-F238E27FC236}">
                  <a16:creationId xmlns:a16="http://schemas.microsoft.com/office/drawing/2014/main" id="{DC1547D6-D571-588A-7EEE-677F50D02C28}"/>
                </a:ext>
              </a:extLst>
            </p:cNvPr>
            <p:cNvSpPr>
              <a:spLocks noChangeArrowheads="1"/>
            </p:cNvSpPr>
            <p:nvPr/>
          </p:nvSpPr>
          <p:spPr bwMode="auto">
            <a:xfrm flipV="1">
              <a:off x="4553" y="3307"/>
              <a:ext cx="576" cy="223"/>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5612" name="Oval 81">
              <a:extLst>
                <a:ext uri="{FF2B5EF4-FFF2-40B4-BE49-F238E27FC236}">
                  <a16:creationId xmlns:a16="http://schemas.microsoft.com/office/drawing/2014/main" id="{6BDE2F52-12AF-75AD-A5E8-0CED98286F7F}"/>
                </a:ext>
              </a:extLst>
            </p:cNvPr>
            <p:cNvSpPr>
              <a:spLocks noChangeArrowheads="1"/>
            </p:cNvSpPr>
            <p:nvPr/>
          </p:nvSpPr>
          <p:spPr bwMode="auto">
            <a:xfrm flipV="1">
              <a:off x="4553" y="3195"/>
              <a:ext cx="576" cy="224"/>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5613" name="Oval 82">
              <a:extLst>
                <a:ext uri="{FF2B5EF4-FFF2-40B4-BE49-F238E27FC236}">
                  <a16:creationId xmlns:a16="http://schemas.microsoft.com/office/drawing/2014/main" id="{00E655DE-27DC-5300-DB5F-9F3D68BCCDE9}"/>
                </a:ext>
              </a:extLst>
            </p:cNvPr>
            <p:cNvSpPr>
              <a:spLocks noChangeArrowheads="1"/>
            </p:cNvSpPr>
            <p:nvPr/>
          </p:nvSpPr>
          <p:spPr bwMode="auto">
            <a:xfrm flipV="1">
              <a:off x="4553" y="3085"/>
              <a:ext cx="576" cy="223"/>
            </a:xfrm>
            <a:prstGeom prst="ellipse">
              <a:avLst/>
            </a:prstGeom>
            <a:solidFill>
              <a:schemeClr val="accent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sp>
          <p:nvSpPr>
            <p:cNvPr id="25614" name="Oval 83">
              <a:extLst>
                <a:ext uri="{FF2B5EF4-FFF2-40B4-BE49-F238E27FC236}">
                  <a16:creationId xmlns:a16="http://schemas.microsoft.com/office/drawing/2014/main" id="{F40ED0BF-E356-BA79-02B8-F6956A040836}"/>
                </a:ext>
              </a:extLst>
            </p:cNvPr>
            <p:cNvSpPr>
              <a:spLocks noChangeArrowheads="1"/>
            </p:cNvSpPr>
            <p:nvPr/>
          </p:nvSpPr>
          <p:spPr bwMode="auto">
            <a:xfrm flipV="1">
              <a:off x="4553" y="2973"/>
              <a:ext cx="576" cy="223"/>
            </a:xfrm>
            <a:prstGeom prst="ellipse">
              <a:avLst/>
            </a:prstGeom>
            <a:solidFill>
              <a:schemeClr val="tx1"/>
            </a:solidFill>
            <a:ln w="254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Narrow" panose="020B0606020202030204" pitchFamily="34" charset="0"/>
                </a:defRPr>
              </a:lvl1pPr>
              <a:lvl2pPr marL="742950" indent="-285750">
                <a:defRPr sz="3200">
                  <a:solidFill>
                    <a:schemeClr val="tx1"/>
                  </a:solidFill>
                  <a:latin typeface="Arial Narrow" panose="020B0606020202030204" pitchFamily="34" charset="0"/>
                </a:defRPr>
              </a:lvl2pPr>
              <a:lvl3pPr marL="1143000" indent="-228600">
                <a:defRPr sz="3200">
                  <a:solidFill>
                    <a:schemeClr val="tx1"/>
                  </a:solidFill>
                  <a:latin typeface="Arial Narrow" panose="020B0606020202030204" pitchFamily="34" charset="0"/>
                </a:defRPr>
              </a:lvl3pPr>
              <a:lvl4pPr marL="1600200" indent="-228600">
                <a:defRPr sz="3200">
                  <a:solidFill>
                    <a:schemeClr val="tx1"/>
                  </a:solidFill>
                  <a:latin typeface="Arial Narrow" panose="020B0606020202030204" pitchFamily="34" charset="0"/>
                </a:defRPr>
              </a:lvl4pPr>
              <a:lvl5pPr marL="2057400" indent="-228600">
                <a:defRPr sz="3200">
                  <a:solidFill>
                    <a:schemeClr val="tx1"/>
                  </a:solidFill>
                  <a:latin typeface="Arial Narrow" panose="020B0606020202030204" pitchFamily="34" charset="0"/>
                </a:defRPr>
              </a:lvl5pPr>
              <a:lvl6pPr marL="2514600" indent="-228600" algn="ctr" eaLnBrk="0" fontAlgn="base" hangingPunct="0">
                <a:spcBef>
                  <a:spcPct val="0"/>
                </a:spcBef>
                <a:spcAft>
                  <a:spcPct val="0"/>
                </a:spcAft>
                <a:defRPr sz="3200">
                  <a:solidFill>
                    <a:schemeClr val="tx1"/>
                  </a:solidFill>
                  <a:latin typeface="Arial Narrow" panose="020B0606020202030204" pitchFamily="34" charset="0"/>
                </a:defRPr>
              </a:lvl6pPr>
              <a:lvl7pPr marL="2971800" indent="-228600" algn="ctr" eaLnBrk="0" fontAlgn="base" hangingPunct="0">
                <a:spcBef>
                  <a:spcPct val="0"/>
                </a:spcBef>
                <a:spcAft>
                  <a:spcPct val="0"/>
                </a:spcAft>
                <a:defRPr sz="3200">
                  <a:solidFill>
                    <a:schemeClr val="tx1"/>
                  </a:solidFill>
                  <a:latin typeface="Arial Narrow" panose="020B0606020202030204" pitchFamily="34" charset="0"/>
                </a:defRPr>
              </a:lvl7pPr>
              <a:lvl8pPr marL="3429000" indent="-228600" algn="ctr" eaLnBrk="0" fontAlgn="base" hangingPunct="0">
                <a:spcBef>
                  <a:spcPct val="0"/>
                </a:spcBef>
                <a:spcAft>
                  <a:spcPct val="0"/>
                </a:spcAft>
                <a:defRPr sz="3200">
                  <a:solidFill>
                    <a:schemeClr val="tx1"/>
                  </a:solidFill>
                  <a:latin typeface="Arial Narrow" panose="020B0606020202030204" pitchFamily="34" charset="0"/>
                </a:defRPr>
              </a:lvl8pPr>
              <a:lvl9pPr marL="3886200" indent="-228600" algn="ctr" eaLnBrk="0" fontAlgn="base" hangingPunct="0">
                <a:spcBef>
                  <a:spcPct val="0"/>
                </a:spcBef>
                <a:spcAft>
                  <a:spcPct val="0"/>
                </a:spcAft>
                <a:defRPr sz="3200">
                  <a:solidFill>
                    <a:schemeClr val="tx1"/>
                  </a:solidFill>
                  <a:latin typeface="Arial Narrow" panose="020B0606020202030204" pitchFamily="34" charset="0"/>
                </a:defRPr>
              </a:lvl9pPr>
            </a:lstStyle>
            <a:p>
              <a:endParaRPr lang="en-US" altLang="en-US"/>
            </a:p>
          </p:txBody>
        </p:sp>
      </p:grpSp>
    </p:spTree>
    <p:extLst>
      <p:ext uri="{BB962C8B-B14F-4D97-AF65-F5344CB8AC3E}">
        <p14:creationId xmlns:p14="http://schemas.microsoft.com/office/powerpoint/2010/main" val="252439793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4141" name="Group 61">
            <a:extLst>
              <a:ext uri="{FF2B5EF4-FFF2-40B4-BE49-F238E27FC236}">
                <a16:creationId xmlns:a16="http://schemas.microsoft.com/office/drawing/2014/main" id="{1FF108D8-3120-AF40-251A-CEA8E83709AA}"/>
              </a:ext>
            </a:extLst>
          </p:cNvPr>
          <p:cNvGraphicFramePr>
            <a:graphicFrameLocks noGrp="1"/>
          </p:cNvGraphicFramePr>
          <p:nvPr>
            <p:ph/>
          </p:nvPr>
        </p:nvGraphicFramePr>
        <p:xfrm>
          <a:off x="685800" y="1219200"/>
          <a:ext cx="7848600" cy="5410201"/>
        </p:xfrm>
        <a:graphic>
          <a:graphicData uri="http://schemas.openxmlformats.org/drawingml/2006/table">
            <a:tbl>
              <a:tblPr/>
              <a:tblGrid>
                <a:gridCol w="7620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1981200">
                  <a:extLst>
                    <a:ext uri="{9D8B030D-6E8A-4147-A177-3AD203B41FA5}">
                      <a16:colId xmlns:a16="http://schemas.microsoft.com/office/drawing/2014/main" val="20004"/>
                    </a:ext>
                  </a:extLst>
                </a:gridCol>
                <a:gridCol w="1981200">
                  <a:extLst>
                    <a:ext uri="{9D8B030D-6E8A-4147-A177-3AD203B41FA5}">
                      <a16:colId xmlns:a16="http://schemas.microsoft.com/office/drawing/2014/main" val="20005"/>
                    </a:ext>
                  </a:extLst>
                </a:gridCol>
              </a:tblGrid>
              <a:tr h="5730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300" b="1" i="0" u="none" strike="noStrike" cap="none" normalizeH="0" baseline="0">
                          <a:ln>
                            <a:noFill/>
                          </a:ln>
                          <a:solidFill>
                            <a:schemeClr val="bg1"/>
                          </a:solidFill>
                          <a:effectLst/>
                          <a:latin typeface="Calibri" pitchFamily="34" charset="0"/>
                          <a:cs typeface="Times New Roman" pitchFamily="18" charset="0"/>
                        </a:rPr>
                        <a:t>RAID</a:t>
                      </a:r>
                      <a:endParaRPr kumimoji="0" lang="en-US" sz="1300" b="0" i="0" u="none" strike="noStrike" cap="none" normalizeH="0" baseline="0">
                        <a:ln>
                          <a:noFill/>
                        </a:ln>
                        <a:solidFill>
                          <a:schemeClr val="bg1"/>
                        </a:solidFill>
                        <a:effectLst/>
                        <a:latin typeface="Calibri" pitchFamily="34" charset="0"/>
                        <a:cs typeface="Arial" charset="0"/>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300" b="1" i="0" u="none" strike="noStrike" cap="none" normalizeH="0" baseline="0">
                          <a:ln>
                            <a:noFill/>
                          </a:ln>
                          <a:solidFill>
                            <a:schemeClr val="bg1"/>
                          </a:solidFill>
                          <a:effectLst/>
                          <a:latin typeface="Calibri" pitchFamily="34" charset="0"/>
                          <a:cs typeface="Times New Roman" pitchFamily="18" charset="0"/>
                        </a:rPr>
                        <a:t>Min</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300" b="1" i="0" u="none" strike="noStrike" cap="none" normalizeH="0" baseline="0">
                          <a:ln>
                            <a:noFill/>
                          </a:ln>
                          <a:solidFill>
                            <a:schemeClr val="bg1"/>
                          </a:solidFill>
                          <a:effectLst/>
                          <a:latin typeface="Calibri" pitchFamily="34" charset="0"/>
                          <a:cs typeface="Times New Roman" pitchFamily="18" charset="0"/>
                        </a:rPr>
                        <a:t>Disks</a:t>
                      </a:r>
                      <a:endParaRPr kumimoji="0" lang="en-US" sz="1300" b="0" i="0" u="none" strike="noStrike" cap="none" normalizeH="0" baseline="0">
                        <a:ln>
                          <a:noFill/>
                        </a:ln>
                        <a:solidFill>
                          <a:schemeClr val="bg1"/>
                        </a:solidFill>
                        <a:effectLst/>
                        <a:latin typeface="Calibri" pitchFamily="34" charset="0"/>
                        <a:cs typeface="Arial"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300" b="1" i="0" u="none" strike="noStrike" cap="none" normalizeH="0" baseline="0">
                          <a:ln>
                            <a:noFill/>
                          </a:ln>
                          <a:solidFill>
                            <a:schemeClr val="bg1"/>
                          </a:solidFill>
                          <a:effectLst/>
                          <a:latin typeface="Calibri" pitchFamily="34" charset="0"/>
                          <a:cs typeface="Times New Roman" pitchFamily="18" charset="0"/>
                        </a:rPr>
                        <a:t>Storage Efficiency %</a:t>
                      </a:r>
                      <a:endParaRPr kumimoji="0" lang="en-US" sz="1300" b="0" i="0" u="none" strike="noStrike" cap="none" normalizeH="0" baseline="0">
                        <a:ln>
                          <a:noFill/>
                        </a:ln>
                        <a:solidFill>
                          <a:schemeClr val="bg1"/>
                        </a:solidFill>
                        <a:effectLst/>
                        <a:latin typeface="Calibri" pitchFamily="34" charset="0"/>
                        <a:cs typeface="Arial"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300" b="1" i="0" u="none" strike="noStrike" cap="none" normalizeH="0" baseline="0">
                          <a:ln>
                            <a:noFill/>
                          </a:ln>
                          <a:solidFill>
                            <a:schemeClr val="bg1"/>
                          </a:solidFill>
                          <a:effectLst/>
                          <a:latin typeface="Calibri" pitchFamily="34" charset="0"/>
                          <a:cs typeface="Times New Roman" pitchFamily="18" charset="0"/>
                        </a:rPr>
                        <a:t>Cost</a:t>
                      </a:r>
                      <a:endParaRPr kumimoji="0" lang="en-US" sz="1300" b="0" i="0" u="none" strike="noStrike" cap="none" normalizeH="0" baseline="0">
                        <a:ln>
                          <a:noFill/>
                        </a:ln>
                        <a:solidFill>
                          <a:schemeClr val="bg1"/>
                        </a:solidFill>
                        <a:effectLst/>
                        <a:latin typeface="Calibri" pitchFamily="34" charset="0"/>
                        <a:cs typeface="Arial"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300" b="1" i="0" u="none" strike="noStrike" cap="none" normalizeH="0" baseline="0">
                          <a:ln>
                            <a:noFill/>
                          </a:ln>
                          <a:solidFill>
                            <a:schemeClr val="bg1"/>
                          </a:solidFill>
                          <a:effectLst/>
                          <a:latin typeface="Calibri" pitchFamily="34" charset="0"/>
                          <a:cs typeface="Times New Roman" pitchFamily="18" charset="0"/>
                        </a:rPr>
                        <a:t>Read Performance</a:t>
                      </a:r>
                      <a:endParaRPr kumimoji="0" lang="en-US" sz="1300" b="0" i="0" u="none" strike="noStrike" cap="none" normalizeH="0" baseline="0">
                        <a:ln>
                          <a:noFill/>
                        </a:ln>
                        <a:solidFill>
                          <a:schemeClr val="bg1"/>
                        </a:solidFill>
                        <a:effectLst/>
                        <a:latin typeface="Calibri" pitchFamily="34" charset="0"/>
                        <a:cs typeface="Arial"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300" b="1" i="0" u="none" strike="noStrike" cap="none" normalizeH="0" baseline="0">
                          <a:ln>
                            <a:noFill/>
                          </a:ln>
                          <a:solidFill>
                            <a:schemeClr val="bg1"/>
                          </a:solidFill>
                          <a:effectLst/>
                          <a:latin typeface="Calibri" pitchFamily="34" charset="0"/>
                          <a:cs typeface="Times New Roman" pitchFamily="18" charset="0"/>
                        </a:rPr>
                        <a:t>Write Performance</a:t>
                      </a:r>
                      <a:endParaRPr kumimoji="0" lang="en-US" sz="1300" b="0" i="0" u="none" strike="noStrike" cap="none" normalizeH="0" baseline="0">
                        <a:ln>
                          <a:noFill/>
                        </a:ln>
                        <a:solidFill>
                          <a:schemeClr val="bg1"/>
                        </a:solidFill>
                        <a:effectLst/>
                        <a:latin typeface="Calibri" pitchFamily="34" charset="0"/>
                        <a:cs typeface="Arial" charset="0"/>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00"/>
                    </a:solidFill>
                  </a:tcPr>
                </a:tc>
                <a:extLst>
                  <a:ext uri="{0D108BD9-81ED-4DB2-BD59-A6C34878D82A}">
                    <a16:rowId xmlns:a16="http://schemas.microsoft.com/office/drawing/2014/main" val="10000"/>
                  </a:ext>
                </a:extLst>
              </a:tr>
              <a:tr h="7302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a:ln>
                          <a:noFill/>
                        </a:ln>
                        <a:solidFill>
                          <a:schemeClr val="tx1"/>
                        </a:solidFill>
                        <a:effectLst/>
                        <a:latin typeface="Verdana" pitchFamily="34" charset="0"/>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Verdana" pitchFamily="34" charset="0"/>
                          <a:cs typeface="Times New Roman" pitchFamily="18" charset="0"/>
                        </a:rPr>
                        <a:t>0</a:t>
                      </a:r>
                      <a:endParaRPr kumimoji="0" lang="en-US" sz="1000" b="1" i="0" u="none" strike="noStrike" cap="none" normalizeH="0" baseline="0">
                        <a:ln>
                          <a:noFill/>
                        </a:ln>
                        <a:solidFill>
                          <a:schemeClr val="tx1"/>
                        </a:solidFill>
                        <a:effectLst/>
                        <a:latin typeface="Verdana" pitchFamily="34" charset="0"/>
                        <a:cs typeface="Arial" charset="0"/>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a:ln>
                          <a:noFill/>
                        </a:ln>
                        <a:solidFill>
                          <a:schemeClr val="tx1"/>
                        </a:solidFill>
                        <a:effectLst/>
                        <a:latin typeface="Verdana" pitchFamily="34" charset="0"/>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Verdana" pitchFamily="34" charset="0"/>
                          <a:cs typeface="Times New Roman" pitchFamily="18" charset="0"/>
                        </a:rPr>
                        <a:t>2</a:t>
                      </a:r>
                      <a:endParaRPr kumimoji="0" lang="en-US" sz="1000" b="1" i="0" u="none" strike="noStrike" cap="none" normalizeH="0" baseline="0">
                        <a:ln>
                          <a:noFill/>
                        </a:ln>
                        <a:solidFill>
                          <a:schemeClr val="tx1"/>
                        </a:solidFill>
                        <a:effectLst/>
                        <a:latin typeface="Verdana" pitchFamily="34" charset="0"/>
                        <a:cs typeface="Arial"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a:ln>
                          <a:noFill/>
                        </a:ln>
                        <a:solidFill>
                          <a:schemeClr val="tx1"/>
                        </a:solidFill>
                        <a:effectLst/>
                        <a:latin typeface="Verdana" pitchFamily="34" charset="0"/>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Verdana" pitchFamily="34" charset="0"/>
                          <a:cs typeface="Times New Roman" pitchFamily="18" charset="0"/>
                        </a:rPr>
                        <a:t>100</a:t>
                      </a:r>
                      <a:endParaRPr kumimoji="0" lang="en-US" sz="1000" b="1" i="0" u="none" strike="noStrike" cap="none" normalizeH="0" baseline="0">
                        <a:ln>
                          <a:noFill/>
                        </a:ln>
                        <a:solidFill>
                          <a:schemeClr val="tx1"/>
                        </a:solidFill>
                        <a:effectLst/>
                        <a:latin typeface="Verdana" pitchFamily="34" charset="0"/>
                        <a:cs typeface="Arial"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a:ln>
                          <a:noFill/>
                        </a:ln>
                        <a:solidFill>
                          <a:schemeClr val="tx1"/>
                        </a:solidFill>
                        <a:effectLst/>
                        <a:latin typeface="Verdana" pitchFamily="34" charset="0"/>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Verdana" pitchFamily="34" charset="0"/>
                          <a:cs typeface="Times New Roman" pitchFamily="18" charset="0"/>
                        </a:rPr>
                        <a:t>Low</a:t>
                      </a:r>
                      <a:endParaRPr kumimoji="0" lang="en-US" sz="1000" b="1" i="0" u="none" strike="noStrike" cap="none" normalizeH="0" baseline="0">
                        <a:ln>
                          <a:noFill/>
                        </a:ln>
                        <a:solidFill>
                          <a:schemeClr val="tx1"/>
                        </a:solidFill>
                        <a:effectLst/>
                        <a:latin typeface="Verdana" pitchFamily="34" charset="0"/>
                        <a:cs typeface="Arial"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Verdana" pitchFamily="34" charset="0"/>
                          <a:cs typeface="Times New Roman" pitchFamily="18" charset="0"/>
                        </a:rPr>
                        <a:t>Very good for both random and sequential read</a:t>
                      </a:r>
                      <a:endParaRPr kumimoji="0" lang="en-US" sz="1000" b="1" i="0" u="none" strike="noStrike" cap="none" normalizeH="0" baseline="0">
                        <a:ln>
                          <a:noFill/>
                        </a:ln>
                        <a:solidFill>
                          <a:schemeClr val="tx1"/>
                        </a:solidFill>
                        <a:effectLst/>
                        <a:latin typeface="Verdana" pitchFamily="34" charset="0"/>
                        <a:cs typeface="Arial"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Verdana" pitchFamily="34" charset="0"/>
                          <a:cs typeface="Times New Roman" pitchFamily="18" charset="0"/>
                        </a:rPr>
                        <a:t>Very good</a:t>
                      </a:r>
                      <a:endParaRPr kumimoji="0" lang="en-US" sz="1000" b="1" i="0" u="none" strike="noStrike" cap="none" normalizeH="0" baseline="0">
                        <a:ln>
                          <a:noFill/>
                        </a:ln>
                        <a:solidFill>
                          <a:schemeClr val="tx1"/>
                        </a:solidFill>
                        <a:effectLst/>
                        <a:latin typeface="Verdana" pitchFamily="34" charset="0"/>
                        <a:cs typeface="Arial" charset="0"/>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271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a:ln>
                          <a:noFill/>
                        </a:ln>
                        <a:solidFill>
                          <a:schemeClr val="tx1"/>
                        </a:solidFill>
                        <a:effectLst/>
                        <a:latin typeface="Verdana" pitchFamily="34" charset="0"/>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a:ln>
                          <a:noFill/>
                        </a:ln>
                        <a:solidFill>
                          <a:schemeClr val="tx2"/>
                        </a:solidFill>
                        <a:effectLst/>
                        <a:latin typeface="Verdana" pitchFamily="34" charset="0"/>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Verdana" pitchFamily="34" charset="0"/>
                          <a:cs typeface="Times New Roman" pitchFamily="18" charset="0"/>
                        </a:rPr>
                        <a:t>1</a:t>
                      </a:r>
                      <a:endParaRPr kumimoji="0" lang="en-US" sz="1000" b="1" i="0" u="none" strike="noStrike" cap="none" normalizeH="0" baseline="0">
                        <a:ln>
                          <a:noFill/>
                        </a:ln>
                        <a:solidFill>
                          <a:schemeClr val="tx1"/>
                        </a:solidFill>
                        <a:effectLst/>
                        <a:latin typeface="Verdana" pitchFamily="34" charset="0"/>
                        <a:cs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a:ln>
                          <a:noFill/>
                        </a:ln>
                        <a:solidFill>
                          <a:schemeClr val="tx1"/>
                        </a:solidFill>
                        <a:effectLst/>
                        <a:latin typeface="Verdana" pitchFamily="34" charset="0"/>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a:ln>
                          <a:noFill/>
                        </a:ln>
                        <a:solidFill>
                          <a:schemeClr val="tx2"/>
                        </a:solidFill>
                        <a:effectLst/>
                        <a:latin typeface="Verdana" pitchFamily="34" charset="0"/>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Verdana" pitchFamily="34" charset="0"/>
                          <a:cs typeface="Times New Roman" pitchFamily="18" charset="0"/>
                        </a:rPr>
                        <a:t>2</a:t>
                      </a:r>
                      <a:endParaRPr kumimoji="0" lang="en-US" sz="1000" b="1" i="0" u="none" strike="noStrike" cap="none" normalizeH="0" baseline="0">
                        <a:ln>
                          <a:noFill/>
                        </a:ln>
                        <a:solidFill>
                          <a:schemeClr val="tx1"/>
                        </a:solidFill>
                        <a:effectLst/>
                        <a:latin typeface="Verdana" pitchFamily="34" charset="0"/>
                        <a:cs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a:ln>
                          <a:noFill/>
                        </a:ln>
                        <a:solidFill>
                          <a:schemeClr val="tx1"/>
                        </a:solidFill>
                        <a:effectLst/>
                        <a:latin typeface="Verdana" pitchFamily="34" charset="0"/>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a:ln>
                          <a:noFill/>
                        </a:ln>
                        <a:solidFill>
                          <a:schemeClr val="tx2"/>
                        </a:solidFill>
                        <a:effectLst/>
                        <a:latin typeface="Verdana" pitchFamily="34" charset="0"/>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Verdana" pitchFamily="34" charset="0"/>
                          <a:cs typeface="Times New Roman" pitchFamily="18" charset="0"/>
                        </a:rPr>
                        <a:t>50</a:t>
                      </a:r>
                      <a:endParaRPr kumimoji="0" lang="en-US" sz="1000" b="1" i="0" u="none" strike="noStrike" cap="none" normalizeH="0" baseline="0">
                        <a:ln>
                          <a:noFill/>
                        </a:ln>
                        <a:solidFill>
                          <a:schemeClr val="tx1"/>
                        </a:solidFill>
                        <a:effectLst/>
                        <a:latin typeface="Verdana" pitchFamily="34" charset="0"/>
                        <a:cs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a:ln>
                          <a:noFill/>
                        </a:ln>
                        <a:solidFill>
                          <a:schemeClr val="tx1"/>
                        </a:solidFill>
                        <a:effectLst/>
                        <a:latin typeface="Verdana" pitchFamily="34" charset="0"/>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a:ln>
                          <a:noFill/>
                        </a:ln>
                        <a:solidFill>
                          <a:schemeClr val="tx2"/>
                        </a:solidFill>
                        <a:effectLst/>
                        <a:latin typeface="Verdana" pitchFamily="34" charset="0"/>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Verdana" pitchFamily="34" charset="0"/>
                          <a:cs typeface="Times New Roman" pitchFamily="18" charset="0"/>
                        </a:rPr>
                        <a:t>High</a:t>
                      </a:r>
                      <a:endParaRPr kumimoji="0" lang="en-US" sz="1000" b="1" i="0" u="none" strike="noStrike" cap="none" normalizeH="0" baseline="0">
                        <a:ln>
                          <a:noFill/>
                        </a:ln>
                        <a:solidFill>
                          <a:schemeClr val="tx1"/>
                        </a:solidFill>
                        <a:effectLst/>
                        <a:latin typeface="Verdana" pitchFamily="34" charset="0"/>
                        <a:cs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a:ln>
                          <a:noFill/>
                        </a:ln>
                        <a:solidFill>
                          <a:schemeClr val="tx1"/>
                        </a:solidFill>
                        <a:effectLst/>
                        <a:latin typeface="Verdana" pitchFamily="34" charset="0"/>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Verdana" pitchFamily="34" charset="0"/>
                          <a:cs typeface="Times New Roman" pitchFamily="18" charset="0"/>
                        </a:rPr>
                        <a:t>Good</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Verdana" pitchFamily="34" charset="0"/>
                          <a:cs typeface="Times New Roman" pitchFamily="18" charset="0"/>
                        </a:rPr>
                        <a:t>Better than a single disk</a:t>
                      </a:r>
                      <a:endParaRPr kumimoji="0" lang="en-US" sz="1000" b="1" i="0" u="none" strike="noStrike" cap="none" normalizeH="0" baseline="0">
                        <a:ln>
                          <a:noFill/>
                        </a:ln>
                        <a:solidFill>
                          <a:schemeClr val="tx1"/>
                        </a:solidFill>
                        <a:effectLst/>
                        <a:latin typeface="Verdana" pitchFamily="34" charset="0"/>
                        <a:cs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Verdana" pitchFamily="34" charset="0"/>
                          <a:cs typeface="Times New Roman" pitchFamily="18" charset="0"/>
                        </a:rPr>
                        <a:t>Good</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Verdana" pitchFamily="34" charset="0"/>
                          <a:cs typeface="Times New Roman" pitchFamily="18" charset="0"/>
                        </a:rPr>
                        <a:t>Slower than a single disk, as every write must be committed to two disks</a:t>
                      </a:r>
                      <a:endParaRPr kumimoji="0" lang="en-US" sz="1000" b="1" i="0" u="none" strike="noStrike" cap="none" normalizeH="0" baseline="0">
                        <a:ln>
                          <a:noFill/>
                        </a:ln>
                        <a:solidFill>
                          <a:schemeClr val="tx1"/>
                        </a:solidFill>
                        <a:effectLst/>
                        <a:latin typeface="Verdana" pitchFamily="34" charset="0"/>
                        <a:cs typeface="Arial"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620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a:ln>
                          <a:noFill/>
                        </a:ln>
                        <a:solidFill>
                          <a:schemeClr val="tx1"/>
                        </a:solidFill>
                        <a:effectLst/>
                        <a:latin typeface="Verdana" pitchFamily="34" charset="0"/>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Verdana" pitchFamily="34" charset="0"/>
                          <a:cs typeface="Times New Roman" pitchFamily="18" charset="0"/>
                        </a:rPr>
                        <a:t>3</a:t>
                      </a:r>
                      <a:endParaRPr kumimoji="0" lang="en-US" sz="1000" b="1" i="0" u="none" strike="noStrike" cap="none" normalizeH="0" baseline="0">
                        <a:ln>
                          <a:noFill/>
                        </a:ln>
                        <a:solidFill>
                          <a:schemeClr val="tx1"/>
                        </a:solidFill>
                        <a:effectLst/>
                        <a:latin typeface="Verdana" pitchFamily="34" charset="0"/>
                        <a:cs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a:ln>
                          <a:noFill/>
                        </a:ln>
                        <a:solidFill>
                          <a:schemeClr val="tx1"/>
                        </a:solidFill>
                        <a:effectLst/>
                        <a:latin typeface="Verdana" pitchFamily="34" charset="0"/>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Verdana" pitchFamily="34" charset="0"/>
                          <a:cs typeface="Times New Roman" pitchFamily="18" charset="0"/>
                        </a:rPr>
                        <a:t>3</a:t>
                      </a:r>
                      <a:endParaRPr kumimoji="0" lang="en-US" sz="1000" b="1" i="0" u="none" strike="noStrike" cap="none" normalizeH="0" baseline="0">
                        <a:ln>
                          <a:noFill/>
                        </a:ln>
                        <a:solidFill>
                          <a:schemeClr val="tx1"/>
                        </a:solidFill>
                        <a:effectLst/>
                        <a:latin typeface="Verdana" pitchFamily="34" charset="0"/>
                        <a:cs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Verdana" pitchFamily="34" charset="0"/>
                          <a:cs typeface="Times New Roman" pitchFamily="18" charset="0"/>
                        </a:rPr>
                        <a:t>(n-1)*100/n</a:t>
                      </a:r>
                      <a:br>
                        <a:rPr kumimoji="0" lang="en-US" sz="1000" b="1" i="0" u="none" strike="noStrike" cap="none" normalizeH="0" baseline="0">
                          <a:ln>
                            <a:noFill/>
                          </a:ln>
                          <a:solidFill>
                            <a:schemeClr val="tx1"/>
                          </a:solidFill>
                          <a:effectLst/>
                          <a:latin typeface="Verdana" pitchFamily="34" charset="0"/>
                          <a:cs typeface="Times New Roman" pitchFamily="18" charset="0"/>
                        </a:rPr>
                      </a:br>
                      <a:r>
                        <a:rPr kumimoji="0" lang="en-US" sz="1000" b="1" i="0" u="none" strike="noStrike" cap="none" normalizeH="0" baseline="0">
                          <a:ln>
                            <a:noFill/>
                          </a:ln>
                          <a:solidFill>
                            <a:schemeClr val="tx1"/>
                          </a:solidFill>
                          <a:effectLst/>
                          <a:latin typeface="Verdana" pitchFamily="34" charset="0"/>
                          <a:cs typeface="Times New Roman" pitchFamily="18" charset="0"/>
                        </a:rPr>
                        <a:t>where n= number of disks</a:t>
                      </a:r>
                      <a:endParaRPr kumimoji="0" lang="en-US" sz="1000" b="1" i="0" u="none" strike="noStrike" cap="none" normalizeH="0" baseline="0">
                        <a:ln>
                          <a:noFill/>
                        </a:ln>
                        <a:solidFill>
                          <a:schemeClr val="tx1"/>
                        </a:solidFill>
                        <a:effectLst/>
                        <a:latin typeface="Verdana" pitchFamily="34" charset="0"/>
                        <a:cs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a:ln>
                          <a:noFill/>
                        </a:ln>
                        <a:solidFill>
                          <a:schemeClr val="tx1"/>
                        </a:solidFill>
                        <a:effectLst/>
                        <a:latin typeface="Verdana" pitchFamily="34" charset="0"/>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Verdana" pitchFamily="34" charset="0"/>
                          <a:cs typeface="Times New Roman" pitchFamily="18" charset="0"/>
                        </a:rPr>
                        <a:t>Moderate</a:t>
                      </a:r>
                      <a:endParaRPr kumimoji="0" lang="en-US" sz="1000" b="1" i="0" u="none" strike="noStrike" cap="none" normalizeH="0" baseline="0">
                        <a:ln>
                          <a:noFill/>
                        </a:ln>
                        <a:solidFill>
                          <a:schemeClr val="tx1"/>
                        </a:solidFill>
                        <a:effectLst/>
                        <a:latin typeface="Verdana" pitchFamily="34" charset="0"/>
                        <a:cs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Verdana" pitchFamily="34" charset="0"/>
                          <a:cs typeface="Times New Roman" pitchFamily="18" charset="0"/>
                        </a:rPr>
                        <a:t>Good for random reads and very good for sequential reads</a:t>
                      </a:r>
                      <a:endParaRPr kumimoji="0" lang="en-US" sz="1000" b="1" i="0" u="none" strike="noStrike" cap="none" normalizeH="0" baseline="0">
                        <a:ln>
                          <a:noFill/>
                        </a:ln>
                        <a:solidFill>
                          <a:schemeClr val="tx1"/>
                        </a:solidFill>
                        <a:effectLst/>
                        <a:latin typeface="Verdana" pitchFamily="34" charset="0"/>
                        <a:cs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Verdana" pitchFamily="34" charset="0"/>
                          <a:cs typeface="Times New Roman" pitchFamily="18" charset="0"/>
                        </a:rPr>
                        <a:t>Poor to fair for small random writes</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Verdana" pitchFamily="34" charset="0"/>
                          <a:cs typeface="Times New Roman" pitchFamily="18" charset="0"/>
                        </a:rPr>
                        <a:t>Good for large, sequential writes</a:t>
                      </a:r>
                      <a:endParaRPr kumimoji="0" lang="en-US" sz="1000" b="1" i="0" u="none" strike="noStrike" cap="none" normalizeH="0" baseline="0">
                        <a:ln>
                          <a:noFill/>
                        </a:ln>
                        <a:solidFill>
                          <a:schemeClr val="tx1"/>
                        </a:solidFill>
                        <a:effectLst/>
                        <a:latin typeface="Verdana" pitchFamily="34" charset="0"/>
                        <a:cs typeface="Arial"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9271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a:ln>
                          <a:noFill/>
                        </a:ln>
                        <a:solidFill>
                          <a:schemeClr val="tx1"/>
                        </a:solidFill>
                        <a:effectLst/>
                        <a:latin typeface="Verdana" pitchFamily="34" charset="0"/>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Verdana" pitchFamily="34" charset="0"/>
                          <a:cs typeface="Times New Roman" pitchFamily="18" charset="0"/>
                        </a:rPr>
                        <a:t>5</a:t>
                      </a:r>
                      <a:endParaRPr kumimoji="0" lang="en-US" sz="1000" b="1" i="0" u="none" strike="noStrike" cap="none" normalizeH="0" baseline="0">
                        <a:ln>
                          <a:noFill/>
                        </a:ln>
                        <a:solidFill>
                          <a:schemeClr val="tx1"/>
                        </a:solidFill>
                        <a:effectLst/>
                        <a:latin typeface="Verdana" pitchFamily="34" charset="0"/>
                        <a:cs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a:ln>
                          <a:noFill/>
                        </a:ln>
                        <a:solidFill>
                          <a:schemeClr val="tx1"/>
                        </a:solidFill>
                        <a:effectLst/>
                        <a:latin typeface="Verdana" pitchFamily="34" charset="0"/>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Verdana" pitchFamily="34" charset="0"/>
                          <a:cs typeface="Times New Roman" pitchFamily="18" charset="0"/>
                        </a:rPr>
                        <a:t>3</a:t>
                      </a:r>
                      <a:endParaRPr kumimoji="0" lang="en-US" sz="1000" b="1" i="0" u="none" strike="noStrike" cap="none" normalizeH="0" baseline="0">
                        <a:ln>
                          <a:noFill/>
                        </a:ln>
                        <a:solidFill>
                          <a:schemeClr val="tx1"/>
                        </a:solidFill>
                        <a:effectLst/>
                        <a:latin typeface="Verdana" pitchFamily="34" charset="0"/>
                        <a:cs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Verdana" pitchFamily="34" charset="0"/>
                          <a:cs typeface="Times New Roman" pitchFamily="18" charset="0"/>
                        </a:rPr>
                        <a:t>(n-1)*100/n</a:t>
                      </a:r>
                      <a:br>
                        <a:rPr kumimoji="0" lang="en-US" sz="1000" b="1" i="0" u="none" strike="noStrike" cap="none" normalizeH="0" baseline="0">
                          <a:ln>
                            <a:noFill/>
                          </a:ln>
                          <a:solidFill>
                            <a:schemeClr val="tx1"/>
                          </a:solidFill>
                          <a:effectLst/>
                          <a:latin typeface="Verdana" pitchFamily="34" charset="0"/>
                          <a:cs typeface="Times New Roman" pitchFamily="18" charset="0"/>
                        </a:rPr>
                      </a:br>
                      <a:r>
                        <a:rPr kumimoji="0" lang="en-US" sz="1000" b="1" i="0" u="none" strike="noStrike" cap="none" normalizeH="0" baseline="0">
                          <a:ln>
                            <a:noFill/>
                          </a:ln>
                          <a:solidFill>
                            <a:schemeClr val="tx1"/>
                          </a:solidFill>
                          <a:effectLst/>
                          <a:latin typeface="Verdana" pitchFamily="34" charset="0"/>
                          <a:cs typeface="Times New Roman" pitchFamily="18" charset="0"/>
                        </a:rPr>
                        <a:t>where n= number of disks</a:t>
                      </a:r>
                      <a:endParaRPr kumimoji="0" lang="en-US" sz="1000" b="1" i="0" u="none" strike="noStrike" cap="none" normalizeH="0" baseline="0">
                        <a:ln>
                          <a:noFill/>
                        </a:ln>
                        <a:solidFill>
                          <a:schemeClr val="tx1"/>
                        </a:solidFill>
                        <a:effectLst/>
                        <a:latin typeface="Verdana" pitchFamily="34" charset="0"/>
                        <a:cs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a:ln>
                          <a:noFill/>
                        </a:ln>
                        <a:solidFill>
                          <a:schemeClr val="tx1"/>
                        </a:solidFill>
                        <a:effectLst/>
                        <a:latin typeface="Verdana" pitchFamily="34" charset="0"/>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Verdana" pitchFamily="34" charset="0"/>
                          <a:cs typeface="Times New Roman" pitchFamily="18" charset="0"/>
                        </a:rPr>
                        <a:t>Moderate</a:t>
                      </a:r>
                      <a:endParaRPr kumimoji="0" lang="en-US" sz="1000" b="1" i="0" u="none" strike="noStrike" cap="none" normalizeH="0" baseline="0">
                        <a:ln>
                          <a:noFill/>
                        </a:ln>
                        <a:solidFill>
                          <a:schemeClr val="tx1"/>
                        </a:solidFill>
                        <a:effectLst/>
                        <a:latin typeface="Verdana" pitchFamily="34" charset="0"/>
                        <a:cs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Verdana" pitchFamily="34" charset="0"/>
                          <a:cs typeface="Times New Roman" pitchFamily="18" charset="0"/>
                        </a:rPr>
                        <a:t>Very good for random reads</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Verdana" pitchFamily="34" charset="0"/>
                          <a:cs typeface="Times New Roman" pitchFamily="18" charset="0"/>
                        </a:rPr>
                        <a:t>Good for sequential reads</a:t>
                      </a:r>
                      <a:endParaRPr kumimoji="0" lang="en-US" sz="1000" b="1" i="0" u="none" strike="noStrike" cap="none" normalizeH="0" baseline="0">
                        <a:ln>
                          <a:noFill/>
                        </a:ln>
                        <a:solidFill>
                          <a:schemeClr val="tx1"/>
                        </a:solidFill>
                        <a:effectLst/>
                        <a:latin typeface="Verdana" pitchFamily="34" charset="0"/>
                        <a:cs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Verdana" pitchFamily="34" charset="0"/>
                          <a:cs typeface="Times New Roman" pitchFamily="18" charset="0"/>
                        </a:rPr>
                        <a:t>Fair for random write</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Verdana" pitchFamily="34" charset="0"/>
                          <a:cs typeface="Times New Roman" pitchFamily="18" charset="0"/>
                        </a:rPr>
                        <a:t>Slower due to parity overhead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Verdana" pitchFamily="34" charset="0"/>
                          <a:cs typeface="Times New Roman" pitchFamily="18" charset="0"/>
                        </a:rPr>
                        <a:t>Fair to good for sequential writes</a:t>
                      </a:r>
                      <a:endParaRPr kumimoji="0" lang="en-US" sz="1000" b="1" i="0" u="none" strike="noStrike" cap="none" normalizeH="0" baseline="0">
                        <a:ln>
                          <a:noFill/>
                        </a:ln>
                        <a:solidFill>
                          <a:schemeClr val="tx1"/>
                        </a:solidFill>
                        <a:effectLst/>
                        <a:latin typeface="Verdana" pitchFamily="34" charset="0"/>
                        <a:cs typeface="Arial"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620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Verdana" pitchFamily="34" charset="0"/>
                          <a:cs typeface="Times New Roman" pitchFamily="18" charset="0"/>
                        </a:rPr>
                        <a:t>6</a:t>
                      </a:r>
                      <a:endParaRPr kumimoji="0" lang="en-US" sz="1000" b="1" i="0" u="none" strike="noStrike" cap="none" normalizeH="0" baseline="0">
                        <a:ln>
                          <a:noFill/>
                        </a:ln>
                        <a:solidFill>
                          <a:schemeClr val="tx1"/>
                        </a:solidFill>
                        <a:effectLst/>
                        <a:latin typeface="Verdana" pitchFamily="34" charset="0"/>
                        <a:cs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Verdana" pitchFamily="34" charset="0"/>
                          <a:cs typeface="Times New Roman" pitchFamily="18" charset="0"/>
                        </a:rPr>
                        <a:t>4</a:t>
                      </a:r>
                      <a:endParaRPr kumimoji="0" lang="en-US" sz="1000" b="1" i="0" u="none" strike="noStrike" cap="none" normalizeH="0" baseline="0">
                        <a:ln>
                          <a:noFill/>
                        </a:ln>
                        <a:solidFill>
                          <a:schemeClr val="tx1"/>
                        </a:solidFill>
                        <a:effectLst/>
                        <a:latin typeface="Verdana" pitchFamily="34" charset="0"/>
                        <a:cs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Verdana" pitchFamily="34" charset="0"/>
                          <a:cs typeface="Times New Roman" pitchFamily="18" charset="0"/>
                        </a:rPr>
                        <a:t>(n-2)*100/n</a:t>
                      </a:r>
                      <a:br>
                        <a:rPr kumimoji="0" lang="en-US" sz="1000" b="1" i="0" u="none" strike="noStrike" cap="none" normalizeH="0" baseline="0">
                          <a:ln>
                            <a:noFill/>
                          </a:ln>
                          <a:solidFill>
                            <a:schemeClr val="tx1"/>
                          </a:solidFill>
                          <a:effectLst/>
                          <a:latin typeface="Verdana" pitchFamily="34" charset="0"/>
                          <a:cs typeface="Times New Roman" pitchFamily="18" charset="0"/>
                        </a:rPr>
                      </a:br>
                      <a:r>
                        <a:rPr kumimoji="0" lang="en-US" sz="1000" b="1" i="0" u="none" strike="noStrike" cap="none" normalizeH="0" baseline="0">
                          <a:ln>
                            <a:noFill/>
                          </a:ln>
                          <a:solidFill>
                            <a:schemeClr val="tx1"/>
                          </a:solidFill>
                          <a:effectLst/>
                          <a:latin typeface="Verdana" pitchFamily="34" charset="0"/>
                          <a:cs typeface="Times New Roman" pitchFamily="18" charset="0"/>
                        </a:rPr>
                        <a:t>where n= number of disks</a:t>
                      </a:r>
                      <a:endParaRPr kumimoji="0" lang="en-US" sz="1000" b="1" i="0" u="none" strike="noStrike" cap="none" normalizeH="0" baseline="0">
                        <a:ln>
                          <a:noFill/>
                        </a:ln>
                        <a:solidFill>
                          <a:schemeClr val="tx1"/>
                        </a:solidFill>
                        <a:effectLst/>
                        <a:latin typeface="Verdana" pitchFamily="34" charset="0"/>
                        <a:cs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Verdana" pitchFamily="34" charset="0"/>
                          <a:cs typeface="Times New Roman" pitchFamily="18" charset="0"/>
                        </a:rPr>
                        <a:t>Moderate but more than RAID 5</a:t>
                      </a:r>
                      <a:endParaRPr kumimoji="0" lang="en-US" sz="1000" b="1" i="0" u="none" strike="noStrike" cap="none" normalizeH="0" baseline="0">
                        <a:ln>
                          <a:noFill/>
                        </a:ln>
                        <a:solidFill>
                          <a:schemeClr val="tx1"/>
                        </a:solidFill>
                        <a:effectLst/>
                        <a:latin typeface="Verdana" pitchFamily="34" charset="0"/>
                        <a:cs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Verdana" pitchFamily="34" charset="0"/>
                          <a:cs typeface="Times New Roman" pitchFamily="18" charset="0"/>
                        </a:rPr>
                        <a:t>Very good for random reads</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Verdana" pitchFamily="34" charset="0"/>
                          <a:cs typeface="Times New Roman" pitchFamily="18" charset="0"/>
                        </a:rPr>
                        <a:t>Good for sequential reads</a:t>
                      </a:r>
                      <a:endParaRPr kumimoji="0" lang="en-US" sz="1000" b="1" i="0" u="none" strike="noStrike" cap="none" normalizeH="0" baseline="0">
                        <a:ln>
                          <a:noFill/>
                        </a:ln>
                        <a:solidFill>
                          <a:schemeClr val="tx1"/>
                        </a:solidFill>
                        <a:effectLst/>
                        <a:latin typeface="Verdana" pitchFamily="34" charset="0"/>
                        <a:cs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Verdana" pitchFamily="34" charset="0"/>
                          <a:cs typeface="Times New Roman" pitchFamily="18" charset="0"/>
                        </a:rPr>
                        <a:t>Good for small, random writes                          (has write penalty)</a:t>
                      </a:r>
                      <a:endParaRPr kumimoji="0" lang="en-US" sz="1000" b="1" i="0" u="none" strike="noStrike" cap="none" normalizeH="0" baseline="0">
                        <a:ln>
                          <a:noFill/>
                        </a:ln>
                        <a:solidFill>
                          <a:schemeClr val="tx1"/>
                        </a:solidFill>
                        <a:effectLst/>
                        <a:latin typeface="Verdana" pitchFamily="34" charset="0"/>
                        <a:cs typeface="Arial"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7286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Verdana" pitchFamily="34" charset="0"/>
                          <a:cs typeface="Times New Roman" pitchFamily="18" charset="0"/>
                        </a:rPr>
                        <a:t>1+0</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Verdana" pitchFamily="34" charset="0"/>
                          <a:cs typeface="Times New Roman" pitchFamily="18" charset="0"/>
                        </a:rPr>
                        <a:t>and</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Verdana" pitchFamily="34" charset="0"/>
                          <a:cs typeface="Times New Roman" pitchFamily="18" charset="0"/>
                        </a:rPr>
                        <a:t>0+1</a:t>
                      </a:r>
                      <a:endParaRPr kumimoji="0" lang="en-US" sz="1000" b="1" i="0" u="none" strike="noStrike" cap="none" normalizeH="0" baseline="0">
                        <a:ln>
                          <a:noFill/>
                        </a:ln>
                        <a:solidFill>
                          <a:schemeClr val="tx1"/>
                        </a:solidFill>
                        <a:effectLst/>
                        <a:latin typeface="Verdana" pitchFamily="34" charset="0"/>
                        <a:cs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Verdana" pitchFamily="34" charset="0"/>
                          <a:cs typeface="Times New Roman" pitchFamily="18" charset="0"/>
                        </a:rPr>
                        <a:t>4</a:t>
                      </a:r>
                      <a:endParaRPr kumimoji="0" lang="en-US" sz="1000" b="1" i="0" u="none" strike="noStrike" cap="none" normalizeH="0" baseline="0">
                        <a:ln>
                          <a:noFill/>
                        </a:ln>
                        <a:solidFill>
                          <a:schemeClr val="tx1"/>
                        </a:solidFill>
                        <a:effectLst/>
                        <a:latin typeface="Verdana" pitchFamily="34" charset="0"/>
                        <a:cs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Verdana" pitchFamily="34" charset="0"/>
                          <a:cs typeface="Times New Roman" pitchFamily="18" charset="0"/>
                        </a:rPr>
                        <a:t>50</a:t>
                      </a:r>
                      <a:endParaRPr kumimoji="0" lang="en-US" sz="1000" b="1" i="0" u="none" strike="noStrike" cap="none" normalizeH="0" baseline="0">
                        <a:ln>
                          <a:noFill/>
                        </a:ln>
                        <a:solidFill>
                          <a:schemeClr val="tx1"/>
                        </a:solidFill>
                        <a:effectLst/>
                        <a:latin typeface="Verdana" pitchFamily="34" charset="0"/>
                        <a:cs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Verdana" pitchFamily="34" charset="0"/>
                          <a:cs typeface="Times New Roman" pitchFamily="18" charset="0"/>
                        </a:rPr>
                        <a:t>High</a:t>
                      </a:r>
                      <a:endParaRPr kumimoji="0" lang="en-US" sz="1000" b="1" i="0" u="none" strike="noStrike" cap="none" normalizeH="0" baseline="0">
                        <a:ln>
                          <a:noFill/>
                        </a:ln>
                        <a:solidFill>
                          <a:schemeClr val="tx1"/>
                        </a:solidFill>
                        <a:effectLst/>
                        <a:latin typeface="Verdana" pitchFamily="34" charset="0"/>
                        <a:cs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Verdana" pitchFamily="34" charset="0"/>
                          <a:cs typeface="Times New Roman" pitchFamily="18" charset="0"/>
                        </a:rPr>
                        <a:t>Very good</a:t>
                      </a:r>
                      <a:endParaRPr kumimoji="0" lang="en-US" sz="1000" b="1" i="0" u="none" strike="noStrike" cap="none" normalizeH="0" baseline="0">
                        <a:ln>
                          <a:noFill/>
                        </a:ln>
                        <a:solidFill>
                          <a:schemeClr val="tx1"/>
                        </a:solidFill>
                        <a:effectLst/>
                        <a:latin typeface="Verdana" pitchFamily="34" charset="0"/>
                        <a:cs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Verdana" pitchFamily="34" charset="0"/>
                          <a:cs typeface="Times New Roman" pitchFamily="18" charset="0"/>
                        </a:rPr>
                        <a:t>Good </a:t>
                      </a:r>
                      <a:endParaRPr kumimoji="0" lang="en-US" sz="1000" b="1" i="0" u="none" strike="noStrike" cap="none" normalizeH="0" baseline="0">
                        <a:ln>
                          <a:noFill/>
                        </a:ln>
                        <a:solidFill>
                          <a:schemeClr val="tx1"/>
                        </a:solidFill>
                        <a:effectLst/>
                        <a:latin typeface="Verdana" pitchFamily="34" charset="0"/>
                        <a:cs typeface="Arial"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25660" name="Rectangle 60">
            <a:extLst>
              <a:ext uri="{FF2B5EF4-FFF2-40B4-BE49-F238E27FC236}">
                <a16:creationId xmlns:a16="http://schemas.microsoft.com/office/drawing/2014/main" id="{DF39B544-9339-78EF-CF49-1734D941A5D7}"/>
              </a:ext>
            </a:extLst>
          </p:cNvPr>
          <p:cNvSpPr>
            <a:spLocks noChangeArrowheads="1"/>
          </p:cNvSpPr>
          <p:nvPr/>
        </p:nvSpPr>
        <p:spPr bwMode="auto">
          <a:xfrm>
            <a:off x="152400" y="685800"/>
            <a:ext cx="8705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l" defTabSz="941388" rtl="0" eaLnBrk="1" fontAlgn="base" latinLnBrk="0" hangingPunct="1">
              <a:lnSpc>
                <a:spcPct val="100000"/>
              </a:lnSpc>
              <a:spcBef>
                <a:spcPct val="0"/>
              </a:spcBef>
              <a:spcAft>
                <a:spcPct val="0"/>
              </a:spcAft>
              <a:buClrTx/>
              <a:buSzTx/>
              <a:buFontTx/>
              <a:buNone/>
              <a:tabLst/>
              <a:defRPr/>
            </a:pPr>
            <a:r>
              <a:rPr kumimoji="0" lang="en-US" altLang="en-US" sz="2800" b="1" i="1" u="none" strike="noStrike" kern="1200" cap="none" spc="0" normalizeH="0" baseline="0" noProof="0">
                <a:ln>
                  <a:noFill/>
                </a:ln>
                <a:solidFill>
                  <a:srgbClr val="003580"/>
                </a:solidFill>
                <a:effectLst/>
                <a:uLnTx/>
                <a:uFillTx/>
                <a:latin typeface="Calibri" panose="020F0502020204030204" pitchFamily="34" charset="0"/>
                <a:ea typeface="+mn-ea"/>
                <a:cs typeface="Arial" panose="020B0604020202020204" pitchFamily="34" charset="0"/>
              </a:rPr>
              <a:t>RAID Comparison </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674" name="Group 30">
            <a:extLst>
              <a:ext uri="{FF2B5EF4-FFF2-40B4-BE49-F238E27FC236}">
                <a16:creationId xmlns:a16="http://schemas.microsoft.com/office/drawing/2014/main" id="{C0E3BCB8-25CA-9BB5-E080-5DE5B24B796C}"/>
              </a:ext>
            </a:extLst>
          </p:cNvPr>
          <p:cNvGrpSpPr>
            <a:grpSpLocks/>
          </p:cNvGrpSpPr>
          <p:nvPr/>
        </p:nvGrpSpPr>
        <p:grpSpPr bwMode="auto">
          <a:xfrm>
            <a:off x="3154363" y="2911475"/>
            <a:ext cx="2636837" cy="1508125"/>
            <a:chOff x="768" y="432"/>
            <a:chExt cx="1661" cy="950"/>
          </a:xfrm>
        </p:grpSpPr>
        <p:sp>
          <p:nvSpPr>
            <p:cNvPr id="28701" name="AutoShape 31">
              <a:extLst>
                <a:ext uri="{FF2B5EF4-FFF2-40B4-BE49-F238E27FC236}">
                  <a16:creationId xmlns:a16="http://schemas.microsoft.com/office/drawing/2014/main" id="{FCF37C54-EBF0-7672-6D0B-6B5CCC2AD5C4}"/>
                </a:ext>
              </a:extLst>
            </p:cNvPr>
            <p:cNvSpPr>
              <a:spLocks noChangeArrowheads="1"/>
            </p:cNvSpPr>
            <p:nvPr/>
          </p:nvSpPr>
          <p:spPr bwMode="auto">
            <a:xfrm>
              <a:off x="1727" y="432"/>
              <a:ext cx="702" cy="950"/>
            </a:xfrm>
            <a:prstGeom prst="roundRect">
              <a:avLst>
                <a:gd name="adj" fmla="val 11657"/>
              </a:avLst>
            </a:prstGeom>
            <a:gradFill rotWithShape="1">
              <a:gsLst>
                <a:gs pos="0">
                  <a:srgbClr val="E2EAEA"/>
                </a:gs>
                <a:gs pos="100000">
                  <a:srgbClr val="F8FAFA"/>
                </a:gs>
              </a:gsLst>
              <a:lin ang="2700000" scaled="1"/>
            </a:gradFill>
            <a:ln w="6350" algn="ctr">
              <a:solidFill>
                <a:srgbClr val="6F9995"/>
              </a:solidFill>
              <a:round/>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8702" name="Line 32">
              <a:extLst>
                <a:ext uri="{FF2B5EF4-FFF2-40B4-BE49-F238E27FC236}">
                  <a16:creationId xmlns:a16="http://schemas.microsoft.com/office/drawing/2014/main" id="{7A7C8053-5EDA-192A-296D-224B3C144808}"/>
                </a:ext>
              </a:extLst>
            </p:cNvPr>
            <p:cNvSpPr>
              <a:spLocks noChangeShapeType="1"/>
            </p:cNvSpPr>
            <p:nvPr/>
          </p:nvSpPr>
          <p:spPr bwMode="auto">
            <a:xfrm>
              <a:off x="768" y="904"/>
              <a:ext cx="112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pic>
          <p:nvPicPr>
            <p:cNvPr id="28703" name="Picture 33" descr="disk">
              <a:extLst>
                <a:ext uri="{FF2B5EF4-FFF2-40B4-BE49-F238E27FC236}">
                  <a16:creationId xmlns:a16="http://schemas.microsoft.com/office/drawing/2014/main" id="{3981A4D1-0840-ACCF-5128-61D85ABADF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4" y="780"/>
              <a:ext cx="539"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8675" name="AutoShape 2">
            <a:extLst>
              <a:ext uri="{FF2B5EF4-FFF2-40B4-BE49-F238E27FC236}">
                <a16:creationId xmlns:a16="http://schemas.microsoft.com/office/drawing/2014/main" id="{6426A8DD-61C0-9C1F-D72B-D8942EF6C36D}"/>
              </a:ext>
            </a:extLst>
          </p:cNvPr>
          <p:cNvSpPr>
            <a:spLocks noChangeArrowheads="1"/>
          </p:cNvSpPr>
          <p:nvPr/>
        </p:nvSpPr>
        <p:spPr bwMode="auto">
          <a:xfrm>
            <a:off x="801687" y="1217612"/>
            <a:ext cx="6589713" cy="4895850"/>
          </a:xfrm>
          <a:prstGeom prst="roundRect">
            <a:avLst>
              <a:gd name="adj" fmla="val 3338"/>
            </a:avLst>
          </a:prstGeom>
          <a:gradFill rotWithShape="1">
            <a:gsLst>
              <a:gs pos="0">
                <a:srgbClr val="EAF3F2"/>
              </a:gs>
              <a:gs pos="100000">
                <a:srgbClr val="D1E5E4"/>
              </a:gs>
            </a:gsLst>
            <a:lin ang="2700000" scaled="1"/>
          </a:gradFill>
          <a:ln w="12700" algn="ctr">
            <a:solidFill>
              <a:srgbClr val="88B8B6"/>
            </a:solidFill>
            <a:round/>
            <a:headEnd/>
            <a:tailEnd type="none" w="lg" len="med"/>
          </a:ln>
          <a:effectLst>
            <a:outerShdw dist="35921" dir="2700000" algn="ctr" rotWithShape="0">
              <a:srgbClr val="000000"/>
            </a:outerShdw>
          </a:effectLst>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grpSp>
        <p:nvGrpSpPr>
          <p:cNvPr id="28676" name="Group 3">
            <a:extLst>
              <a:ext uri="{FF2B5EF4-FFF2-40B4-BE49-F238E27FC236}">
                <a16:creationId xmlns:a16="http://schemas.microsoft.com/office/drawing/2014/main" id="{D5F09200-C19C-37F2-5936-E48A270744DB}"/>
              </a:ext>
            </a:extLst>
          </p:cNvPr>
          <p:cNvGrpSpPr>
            <a:grpSpLocks/>
          </p:cNvGrpSpPr>
          <p:nvPr/>
        </p:nvGrpSpPr>
        <p:grpSpPr bwMode="auto">
          <a:xfrm>
            <a:off x="1790700" y="3352800"/>
            <a:ext cx="1358900" cy="720725"/>
            <a:chOff x="1071" y="2032"/>
            <a:chExt cx="856" cy="454"/>
          </a:xfrm>
        </p:grpSpPr>
        <p:sp>
          <p:nvSpPr>
            <p:cNvPr id="28699" name="Rectangle 4">
              <a:extLst>
                <a:ext uri="{FF2B5EF4-FFF2-40B4-BE49-F238E27FC236}">
                  <a16:creationId xmlns:a16="http://schemas.microsoft.com/office/drawing/2014/main" id="{3BE7EB91-FA05-D370-517F-D8395BA2C0F5}"/>
                </a:ext>
              </a:extLst>
            </p:cNvPr>
            <p:cNvSpPr>
              <a:spLocks noChangeArrowheads="1"/>
            </p:cNvSpPr>
            <p:nvPr/>
          </p:nvSpPr>
          <p:spPr bwMode="auto">
            <a:xfrm>
              <a:off x="1071" y="2032"/>
              <a:ext cx="856" cy="454"/>
            </a:xfrm>
            <a:prstGeom prst="rect">
              <a:avLst/>
            </a:prstGeom>
            <a:gradFill rotWithShape="1">
              <a:gsLst>
                <a:gs pos="0">
                  <a:srgbClr val="86BAB5"/>
                </a:gs>
                <a:gs pos="100000">
                  <a:srgbClr val="5B7E7B"/>
                </a:gs>
              </a:gsLst>
              <a:lin ang="2700000" scaled="1"/>
            </a:gradFill>
            <a:ln w="12700" algn="ctr">
              <a:solidFill>
                <a:srgbClr val="88B8B6"/>
              </a:solidFill>
              <a:miter lim="800000"/>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8700" name="Text Box 5">
              <a:extLst>
                <a:ext uri="{FF2B5EF4-FFF2-40B4-BE49-F238E27FC236}">
                  <a16:creationId xmlns:a16="http://schemas.microsoft.com/office/drawing/2014/main" id="{F51A4681-423C-74EF-CCF7-9A57311CC608}"/>
                </a:ext>
              </a:extLst>
            </p:cNvPr>
            <p:cNvSpPr txBox="1">
              <a:spLocks noChangeArrowheads="1"/>
            </p:cNvSpPr>
            <p:nvPr/>
          </p:nvSpPr>
          <p:spPr bwMode="auto">
            <a:xfrm>
              <a:off x="1193" y="2118"/>
              <a:ext cx="612" cy="278"/>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wrap="none" lIns="0" tIns="0" rIns="0" bIns="0">
              <a:spAutoFit/>
            </a:bodyPr>
            <a:lstStyle>
              <a:lvl1pPr defTabSz="941388" eaLnBrk="0" hangingPunct="0">
                <a:defRPr sz="2200">
                  <a:solidFill>
                    <a:srgbClr val="003580"/>
                  </a:solidFill>
                  <a:latin typeface="Arial" panose="020B0604020202020204" pitchFamily="34" charset="0"/>
                  <a:cs typeface="Arial" panose="020B0604020202020204" pitchFamily="34" charset="0"/>
                </a:defRPr>
              </a:lvl1pPr>
              <a:lvl2pPr marL="742950" indent="-285750" defTabSz="941388" eaLnBrk="0" hangingPunct="0">
                <a:defRPr sz="2200">
                  <a:solidFill>
                    <a:srgbClr val="003580"/>
                  </a:solidFill>
                  <a:latin typeface="Arial" panose="020B0604020202020204" pitchFamily="34" charset="0"/>
                  <a:cs typeface="Arial" panose="020B0604020202020204" pitchFamily="34" charset="0"/>
                </a:defRPr>
              </a:lvl2pPr>
              <a:lvl3pPr marL="1143000" indent="-228600" defTabSz="941388" eaLnBrk="0" hangingPunct="0">
                <a:defRPr sz="2200">
                  <a:solidFill>
                    <a:srgbClr val="003580"/>
                  </a:solidFill>
                  <a:latin typeface="Arial" panose="020B0604020202020204" pitchFamily="34" charset="0"/>
                  <a:cs typeface="Arial" panose="020B0604020202020204" pitchFamily="34" charset="0"/>
                </a:defRPr>
              </a:lvl3pPr>
              <a:lvl4pPr marL="1600200" indent="-228600" defTabSz="941388" eaLnBrk="0" hangingPunct="0">
                <a:defRPr sz="2200">
                  <a:solidFill>
                    <a:srgbClr val="003580"/>
                  </a:solidFill>
                  <a:latin typeface="Arial" panose="020B0604020202020204" pitchFamily="34" charset="0"/>
                  <a:cs typeface="Arial" panose="020B0604020202020204" pitchFamily="34" charset="0"/>
                </a:defRPr>
              </a:lvl4pPr>
              <a:lvl5pPr marL="2057400" indent="-228600" defTabSz="941388" eaLnBrk="0" hangingPunct="0">
                <a:defRPr sz="2200">
                  <a:solidFill>
                    <a:srgbClr val="003580"/>
                  </a:solidFill>
                  <a:latin typeface="Arial" panose="020B0604020202020204" pitchFamily="34" charset="0"/>
                  <a:cs typeface="Arial" panose="020B0604020202020204" pitchFamily="34" charset="0"/>
                </a:defRPr>
              </a:lvl5pPr>
              <a:lvl6pPr marL="25146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defTabSz="941388"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41388" rtl="0" eaLnBrk="1" fontAlgn="base" latinLnBrk="0" hangingPunct="1">
                <a:lnSpc>
                  <a:spcPct val="90000"/>
                </a:lnSpc>
                <a:spcBef>
                  <a:spcPct val="50000"/>
                </a:spcBef>
                <a:spcAft>
                  <a:spcPct val="0"/>
                </a:spcAft>
                <a:buClr>
                  <a:srgbClr val="003580"/>
                </a:buClr>
                <a:buSzTx/>
                <a:buFont typeface="Wingdings" panose="05000000000000000000" pitchFamily="2" charset="2"/>
                <a:buNone/>
                <a:tabLst/>
                <a:defRPr/>
              </a:pP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RAID</a:t>
              </a:r>
              <a:b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br>
              <a:r>
                <a:rPr kumimoji="0" lang="en-US" alt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Controller</a:t>
              </a:r>
            </a:p>
          </p:txBody>
        </p:sp>
      </p:grpSp>
      <p:sp>
        <p:nvSpPr>
          <p:cNvPr id="28677" name="AutoShape 6">
            <a:extLst>
              <a:ext uri="{FF2B5EF4-FFF2-40B4-BE49-F238E27FC236}">
                <a16:creationId xmlns:a16="http://schemas.microsoft.com/office/drawing/2014/main" id="{8235D752-3596-38B7-7F23-C12F1ED997F4}"/>
              </a:ext>
            </a:extLst>
          </p:cNvPr>
          <p:cNvSpPr>
            <a:spLocks noChangeArrowheads="1"/>
          </p:cNvSpPr>
          <p:nvPr/>
        </p:nvSpPr>
        <p:spPr bwMode="auto">
          <a:xfrm>
            <a:off x="4676775" y="1295400"/>
            <a:ext cx="1114425" cy="1508125"/>
          </a:xfrm>
          <a:prstGeom prst="roundRect">
            <a:avLst>
              <a:gd name="adj" fmla="val 11657"/>
            </a:avLst>
          </a:prstGeom>
          <a:gradFill rotWithShape="1">
            <a:gsLst>
              <a:gs pos="0">
                <a:srgbClr val="E2EAEA"/>
              </a:gs>
              <a:gs pos="100000">
                <a:srgbClr val="F8FAFA"/>
              </a:gs>
            </a:gsLst>
            <a:lin ang="2700000" scaled="1"/>
          </a:gradFill>
          <a:ln w="6350" algn="ctr">
            <a:solidFill>
              <a:srgbClr val="6F9995"/>
            </a:solidFill>
            <a:round/>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8678" name="AutoShape 8">
            <a:extLst>
              <a:ext uri="{FF2B5EF4-FFF2-40B4-BE49-F238E27FC236}">
                <a16:creationId xmlns:a16="http://schemas.microsoft.com/office/drawing/2014/main" id="{382FEB79-3BE7-D8A8-E590-84FEA2B13573}"/>
              </a:ext>
            </a:extLst>
          </p:cNvPr>
          <p:cNvSpPr>
            <a:spLocks noChangeArrowheads="1"/>
          </p:cNvSpPr>
          <p:nvPr/>
        </p:nvSpPr>
        <p:spPr bwMode="auto">
          <a:xfrm>
            <a:off x="4660900" y="4511675"/>
            <a:ext cx="1114425" cy="1508125"/>
          </a:xfrm>
          <a:prstGeom prst="roundRect">
            <a:avLst>
              <a:gd name="adj" fmla="val 11657"/>
            </a:avLst>
          </a:prstGeom>
          <a:gradFill rotWithShape="1">
            <a:gsLst>
              <a:gs pos="0">
                <a:srgbClr val="E2EAEA"/>
              </a:gs>
              <a:gs pos="100000">
                <a:srgbClr val="F8FAFA"/>
              </a:gs>
            </a:gsLst>
            <a:lin ang="2700000" scaled="1"/>
          </a:gradFill>
          <a:ln w="6350" algn="ctr">
            <a:solidFill>
              <a:srgbClr val="6F9995"/>
            </a:solidFill>
            <a:round/>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8679" name="Line 10">
            <a:extLst>
              <a:ext uri="{FF2B5EF4-FFF2-40B4-BE49-F238E27FC236}">
                <a16:creationId xmlns:a16="http://schemas.microsoft.com/office/drawing/2014/main" id="{32F43608-FECB-E263-374D-F9C4A3F11026}"/>
              </a:ext>
            </a:extLst>
          </p:cNvPr>
          <p:cNvSpPr>
            <a:spLocks noChangeShapeType="1"/>
          </p:cNvSpPr>
          <p:nvPr/>
        </p:nvSpPr>
        <p:spPr bwMode="auto">
          <a:xfrm>
            <a:off x="3886200" y="2209799"/>
            <a:ext cx="790575"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8680" name="Line 11">
            <a:extLst>
              <a:ext uri="{FF2B5EF4-FFF2-40B4-BE49-F238E27FC236}">
                <a16:creationId xmlns:a16="http://schemas.microsoft.com/office/drawing/2014/main" id="{987195C6-DCD9-992B-489A-0AE27CD23AEC}"/>
              </a:ext>
            </a:extLst>
          </p:cNvPr>
          <p:cNvSpPr>
            <a:spLocks noChangeShapeType="1"/>
          </p:cNvSpPr>
          <p:nvPr/>
        </p:nvSpPr>
        <p:spPr bwMode="auto">
          <a:xfrm>
            <a:off x="3886200" y="5257799"/>
            <a:ext cx="76200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8681" name="Line 12">
            <a:extLst>
              <a:ext uri="{FF2B5EF4-FFF2-40B4-BE49-F238E27FC236}">
                <a16:creationId xmlns:a16="http://schemas.microsoft.com/office/drawing/2014/main" id="{5CE1FD10-643A-D35C-A998-A5C8A3F51F8B}"/>
              </a:ext>
            </a:extLst>
          </p:cNvPr>
          <p:cNvSpPr>
            <a:spLocks noChangeShapeType="1"/>
          </p:cNvSpPr>
          <p:nvPr/>
        </p:nvSpPr>
        <p:spPr bwMode="auto">
          <a:xfrm>
            <a:off x="3886200" y="2202921"/>
            <a:ext cx="0" cy="30480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grpSp>
        <p:nvGrpSpPr>
          <p:cNvPr id="28682" name="Group 17">
            <a:extLst>
              <a:ext uri="{FF2B5EF4-FFF2-40B4-BE49-F238E27FC236}">
                <a16:creationId xmlns:a16="http://schemas.microsoft.com/office/drawing/2014/main" id="{4400C771-FA56-44A8-BC8D-CC236F63F98F}"/>
              </a:ext>
            </a:extLst>
          </p:cNvPr>
          <p:cNvGrpSpPr>
            <a:grpSpLocks/>
          </p:cNvGrpSpPr>
          <p:nvPr/>
        </p:nvGrpSpPr>
        <p:grpSpPr bwMode="auto">
          <a:xfrm>
            <a:off x="3154363" y="2911475"/>
            <a:ext cx="2636837" cy="1508125"/>
            <a:chOff x="3475" y="96"/>
            <a:chExt cx="1661" cy="950"/>
          </a:xfrm>
        </p:grpSpPr>
        <p:sp>
          <p:nvSpPr>
            <p:cNvPr id="28694" name="AutoShape 18">
              <a:extLst>
                <a:ext uri="{FF2B5EF4-FFF2-40B4-BE49-F238E27FC236}">
                  <a16:creationId xmlns:a16="http://schemas.microsoft.com/office/drawing/2014/main" id="{29980DDB-353B-19AE-AD43-FF73BF5890CE}"/>
                </a:ext>
              </a:extLst>
            </p:cNvPr>
            <p:cNvSpPr>
              <a:spLocks noChangeArrowheads="1"/>
            </p:cNvSpPr>
            <p:nvPr/>
          </p:nvSpPr>
          <p:spPr bwMode="auto">
            <a:xfrm>
              <a:off x="4434" y="96"/>
              <a:ext cx="702" cy="950"/>
            </a:xfrm>
            <a:prstGeom prst="roundRect">
              <a:avLst>
                <a:gd name="adj" fmla="val 11657"/>
              </a:avLst>
            </a:prstGeom>
            <a:gradFill rotWithShape="1">
              <a:gsLst>
                <a:gs pos="0">
                  <a:srgbClr val="E2EAEA"/>
                </a:gs>
                <a:gs pos="100000">
                  <a:srgbClr val="F8FAFA"/>
                </a:gs>
              </a:gsLst>
              <a:lin ang="2700000" scaled="1"/>
            </a:gradFill>
            <a:ln w="6350" algn="ctr">
              <a:solidFill>
                <a:srgbClr val="6F9995"/>
              </a:solidFill>
              <a:round/>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8695" name="Line 19">
              <a:extLst>
                <a:ext uri="{FF2B5EF4-FFF2-40B4-BE49-F238E27FC236}">
                  <a16:creationId xmlns:a16="http://schemas.microsoft.com/office/drawing/2014/main" id="{92D0B6C4-A4B9-B833-2ECA-41B288A8A5FC}"/>
                </a:ext>
              </a:extLst>
            </p:cNvPr>
            <p:cNvSpPr>
              <a:spLocks noChangeShapeType="1"/>
            </p:cNvSpPr>
            <p:nvPr/>
          </p:nvSpPr>
          <p:spPr bwMode="auto">
            <a:xfrm>
              <a:off x="3475" y="568"/>
              <a:ext cx="112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grpSp>
          <p:nvGrpSpPr>
            <p:cNvPr id="28696" name="Group 20">
              <a:extLst>
                <a:ext uri="{FF2B5EF4-FFF2-40B4-BE49-F238E27FC236}">
                  <a16:creationId xmlns:a16="http://schemas.microsoft.com/office/drawing/2014/main" id="{AA887505-ED42-470D-8F76-933AA88C10F8}"/>
                </a:ext>
              </a:extLst>
            </p:cNvPr>
            <p:cNvGrpSpPr>
              <a:grpSpLocks/>
            </p:cNvGrpSpPr>
            <p:nvPr/>
          </p:nvGrpSpPr>
          <p:grpSpPr bwMode="auto">
            <a:xfrm>
              <a:off x="4512" y="384"/>
              <a:ext cx="539" cy="336"/>
              <a:chOff x="1152" y="1296"/>
              <a:chExt cx="539" cy="336"/>
            </a:xfrm>
          </p:grpSpPr>
          <p:pic>
            <p:nvPicPr>
              <p:cNvPr id="28697" name="Picture 21" descr="disk">
                <a:extLst>
                  <a:ext uri="{FF2B5EF4-FFF2-40B4-BE49-F238E27FC236}">
                    <a16:creationId xmlns:a16="http://schemas.microsoft.com/office/drawing/2014/main" id="{0CC43A0E-21F8-BFDB-53C3-1A770B10BD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2" y="1308"/>
                <a:ext cx="539"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98" name="Picture 22" descr="crack">
                <a:extLst>
                  <a:ext uri="{FF2B5EF4-FFF2-40B4-BE49-F238E27FC236}">
                    <a16:creationId xmlns:a16="http://schemas.microsoft.com/office/drawing/2014/main" id="{109AFB10-81E9-0FFE-6797-CE7E70EF4D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4" y="1296"/>
                <a:ext cx="154"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28683" name="Rectangle 34">
            <a:extLst>
              <a:ext uri="{FF2B5EF4-FFF2-40B4-BE49-F238E27FC236}">
                <a16:creationId xmlns:a16="http://schemas.microsoft.com/office/drawing/2014/main" id="{75E3739D-A384-6DC4-5927-75F99D563BB9}"/>
              </a:ext>
            </a:extLst>
          </p:cNvPr>
          <p:cNvSpPr>
            <a:spLocks noGrp="1" noChangeArrowheads="1"/>
          </p:cNvSpPr>
          <p:nvPr>
            <p:ph type="title"/>
          </p:nvPr>
        </p:nvSpPr>
        <p:spPr>
          <a:noFill/>
        </p:spPr>
        <p:txBody>
          <a:bodyPr/>
          <a:lstStyle/>
          <a:p>
            <a:pPr eaLnBrk="1" hangingPunct="1"/>
            <a:r>
              <a:rPr lang="en-US" altLang="en-US"/>
              <a:t>Hot Spares</a:t>
            </a:r>
          </a:p>
        </p:txBody>
      </p:sp>
      <p:pic>
        <p:nvPicPr>
          <p:cNvPr id="28684" name="Picture 38" descr="disk">
            <a:extLst>
              <a:ext uri="{FF2B5EF4-FFF2-40B4-BE49-F238E27FC236}">
                <a16:creationId xmlns:a16="http://schemas.microsoft.com/office/drawing/2014/main" id="{27579FF1-38F2-837A-641E-12903A49DB6B}"/>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752975" y="1628775"/>
            <a:ext cx="939800" cy="85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85" name="AutoShape 24">
            <a:extLst>
              <a:ext uri="{FF2B5EF4-FFF2-40B4-BE49-F238E27FC236}">
                <a16:creationId xmlns:a16="http://schemas.microsoft.com/office/drawing/2014/main" id="{AE13A2FD-5C66-A524-994A-1EC66264619F}"/>
              </a:ext>
            </a:extLst>
          </p:cNvPr>
          <p:cNvSpPr>
            <a:spLocks noChangeArrowheads="1"/>
          </p:cNvSpPr>
          <p:nvPr/>
        </p:nvSpPr>
        <p:spPr bwMode="auto">
          <a:xfrm>
            <a:off x="4676775" y="2911475"/>
            <a:ext cx="1114425" cy="1508125"/>
          </a:xfrm>
          <a:prstGeom prst="roundRect">
            <a:avLst>
              <a:gd name="adj" fmla="val 11657"/>
            </a:avLst>
          </a:prstGeom>
          <a:gradFill rotWithShape="1">
            <a:gsLst>
              <a:gs pos="0">
                <a:srgbClr val="E2EAEA"/>
              </a:gs>
              <a:gs pos="100000">
                <a:srgbClr val="F8FAFA"/>
              </a:gs>
            </a:gsLst>
            <a:lin ang="2700000" scaled="1"/>
          </a:gradFill>
          <a:ln w="6350" algn="ctr">
            <a:solidFill>
              <a:srgbClr val="6F9995"/>
            </a:solidFill>
            <a:round/>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8686" name="Line 25">
            <a:extLst>
              <a:ext uri="{FF2B5EF4-FFF2-40B4-BE49-F238E27FC236}">
                <a16:creationId xmlns:a16="http://schemas.microsoft.com/office/drawing/2014/main" id="{AD0F2440-3B6C-CB62-C870-364D1410EF4D}"/>
              </a:ext>
            </a:extLst>
          </p:cNvPr>
          <p:cNvSpPr>
            <a:spLocks noChangeShapeType="1"/>
          </p:cNvSpPr>
          <p:nvPr/>
        </p:nvSpPr>
        <p:spPr bwMode="auto">
          <a:xfrm>
            <a:off x="3154363" y="3660775"/>
            <a:ext cx="179070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grpSp>
        <p:nvGrpSpPr>
          <p:cNvPr id="6" name="Group 42">
            <a:extLst>
              <a:ext uri="{FF2B5EF4-FFF2-40B4-BE49-F238E27FC236}">
                <a16:creationId xmlns:a16="http://schemas.microsoft.com/office/drawing/2014/main" id="{DB8458DE-F0D4-8C9B-8B15-547D97CAA390}"/>
              </a:ext>
            </a:extLst>
          </p:cNvPr>
          <p:cNvGrpSpPr>
            <a:grpSpLocks/>
          </p:cNvGrpSpPr>
          <p:nvPr/>
        </p:nvGrpSpPr>
        <p:grpSpPr bwMode="auto">
          <a:xfrm>
            <a:off x="5182394" y="2911475"/>
            <a:ext cx="2103438" cy="1508125"/>
            <a:chOff x="3600" y="1834"/>
            <a:chExt cx="1325" cy="950"/>
          </a:xfrm>
        </p:grpSpPr>
        <p:sp>
          <p:nvSpPr>
            <p:cNvPr id="28691" name="AutoShape 14">
              <a:extLst>
                <a:ext uri="{FF2B5EF4-FFF2-40B4-BE49-F238E27FC236}">
                  <a16:creationId xmlns:a16="http://schemas.microsoft.com/office/drawing/2014/main" id="{62F3B515-8EC9-8C67-4549-F35C20BAFC73}"/>
                </a:ext>
              </a:extLst>
            </p:cNvPr>
            <p:cNvSpPr>
              <a:spLocks noChangeArrowheads="1"/>
            </p:cNvSpPr>
            <p:nvPr/>
          </p:nvSpPr>
          <p:spPr bwMode="auto">
            <a:xfrm>
              <a:off x="4223" y="1834"/>
              <a:ext cx="702" cy="950"/>
            </a:xfrm>
            <a:prstGeom prst="roundRect">
              <a:avLst>
                <a:gd name="adj" fmla="val 11657"/>
              </a:avLst>
            </a:prstGeom>
            <a:gradFill rotWithShape="1">
              <a:gsLst>
                <a:gs pos="0">
                  <a:srgbClr val="E2EAEA"/>
                </a:gs>
                <a:gs pos="100000">
                  <a:srgbClr val="F8FAFA"/>
                </a:gs>
              </a:gsLst>
              <a:lin ang="2700000" scaled="1"/>
            </a:gradFill>
            <a:ln w="6350" algn="ctr">
              <a:solidFill>
                <a:srgbClr val="6F9995"/>
              </a:solidFill>
              <a:round/>
              <a:headEnd/>
              <a:tailEnd type="none" w="lg" len="med"/>
            </a:ln>
          </p:spPr>
          <p:txBody>
            <a:bodyPr wrap="none" lIns="0" tIns="0" rIns="0" bIns="0" anchor="ctr"/>
            <a:lstStyle>
              <a:lvl1pPr eaLnBrk="0" hangingPunct="0">
                <a:defRPr sz="2200">
                  <a:solidFill>
                    <a:srgbClr val="003580"/>
                  </a:solidFill>
                  <a:latin typeface="Arial" panose="020B0604020202020204" pitchFamily="34" charset="0"/>
                  <a:cs typeface="Arial" panose="020B0604020202020204" pitchFamily="34" charset="0"/>
                </a:defRPr>
              </a:lvl1pPr>
              <a:lvl2pPr marL="742950" indent="-285750" eaLnBrk="0" hangingPunct="0">
                <a:defRPr sz="2200">
                  <a:solidFill>
                    <a:srgbClr val="003580"/>
                  </a:solidFill>
                  <a:latin typeface="Arial" panose="020B0604020202020204" pitchFamily="34" charset="0"/>
                  <a:cs typeface="Arial" panose="020B0604020202020204" pitchFamily="34" charset="0"/>
                </a:defRPr>
              </a:lvl2pPr>
              <a:lvl3pPr marL="1143000" indent="-228600" eaLnBrk="0" hangingPunct="0">
                <a:defRPr sz="2200">
                  <a:solidFill>
                    <a:srgbClr val="003580"/>
                  </a:solidFill>
                  <a:latin typeface="Arial" panose="020B0604020202020204" pitchFamily="34" charset="0"/>
                  <a:cs typeface="Arial" panose="020B0604020202020204" pitchFamily="34" charset="0"/>
                </a:defRPr>
              </a:lvl3pPr>
              <a:lvl4pPr marL="1600200" indent="-228600" eaLnBrk="0" hangingPunct="0">
                <a:defRPr sz="2200">
                  <a:solidFill>
                    <a:srgbClr val="003580"/>
                  </a:solidFill>
                  <a:latin typeface="Arial" panose="020B0604020202020204" pitchFamily="34" charset="0"/>
                  <a:cs typeface="Arial" panose="020B0604020202020204" pitchFamily="34" charset="0"/>
                </a:defRPr>
              </a:lvl4pPr>
              <a:lvl5pPr marL="2057400" indent="-228600" eaLnBrk="0" hangingPunct="0">
                <a:defRPr sz="2200">
                  <a:solidFill>
                    <a:srgbClr val="00358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buClr>
                  <a:srgbClr val="003580"/>
                </a:buClr>
                <a:buFont typeface="Wingdings" panose="05000000000000000000" pitchFamily="2" charset="2"/>
                <a:defRPr sz="2200">
                  <a:solidFill>
                    <a:srgbClr val="003580"/>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US" altLang="en-US"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sp>
          <p:nvSpPr>
            <p:cNvPr id="28692" name="Line 15">
              <a:extLst>
                <a:ext uri="{FF2B5EF4-FFF2-40B4-BE49-F238E27FC236}">
                  <a16:creationId xmlns:a16="http://schemas.microsoft.com/office/drawing/2014/main" id="{F52EE478-FE59-1741-A1AA-0BDCD3B8BA04}"/>
                </a:ext>
              </a:extLst>
            </p:cNvPr>
            <p:cNvSpPr>
              <a:spLocks noChangeShapeType="1"/>
            </p:cNvSpPr>
            <p:nvPr/>
          </p:nvSpPr>
          <p:spPr bwMode="auto">
            <a:xfrm>
              <a:off x="3600" y="2304"/>
              <a:ext cx="792" cy="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pPr marL="0" marR="0" lvl="0" indent="0" algn="ctr" defTabSz="914400"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a:pPr>
              <a:endParaRPr kumimoji="0" lang="en-IN" sz="2200" b="0" i="0" u="none" strike="noStrike" kern="1200" cap="none" spc="0" normalizeH="0" baseline="0" noProof="0">
                <a:ln>
                  <a:noFill/>
                </a:ln>
                <a:solidFill>
                  <a:srgbClr val="003580"/>
                </a:solidFill>
                <a:effectLst/>
                <a:uLnTx/>
                <a:uFillTx/>
                <a:latin typeface="Arial" panose="020B0604020202020204" pitchFamily="34" charset="0"/>
                <a:ea typeface="+mn-ea"/>
                <a:cs typeface="Arial" panose="020B0604020202020204" pitchFamily="34" charset="0"/>
              </a:endParaRPr>
            </a:p>
          </p:txBody>
        </p:sp>
        <p:pic>
          <p:nvPicPr>
            <p:cNvPr id="28693" name="Picture 40" descr="disk">
              <a:extLst>
                <a:ext uri="{FF2B5EF4-FFF2-40B4-BE49-F238E27FC236}">
                  <a16:creationId xmlns:a16="http://schemas.microsoft.com/office/drawing/2014/main" id="{B5B59B82-F52C-0F35-9A07-38C8AB616785}"/>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272" y="2034"/>
              <a:ext cx="592" cy="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8688" name="Picture 39" descr="disk">
            <a:extLst>
              <a:ext uri="{FF2B5EF4-FFF2-40B4-BE49-F238E27FC236}">
                <a16:creationId xmlns:a16="http://schemas.microsoft.com/office/drawing/2014/main" id="{74EAE4FD-7975-2925-ECA8-E01C0D2E379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762500" y="3227388"/>
            <a:ext cx="939800" cy="858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3085" name="Picture 29" descr="crack">
            <a:extLst>
              <a:ext uri="{FF2B5EF4-FFF2-40B4-BE49-F238E27FC236}">
                <a16:creationId xmlns:a16="http://schemas.microsoft.com/office/drawing/2014/main" id="{5D8A8A4B-66A0-F71B-8953-92C493999C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5400" y="3295650"/>
            <a:ext cx="2444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90" name="Picture 41" descr="disk">
            <a:extLst>
              <a:ext uri="{FF2B5EF4-FFF2-40B4-BE49-F238E27FC236}">
                <a16:creationId xmlns:a16="http://schemas.microsoft.com/office/drawing/2014/main" id="{C07C26F5-941B-C5F4-4466-0C7C6256939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743450" y="4810125"/>
            <a:ext cx="939800" cy="85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8C3DD736-93F0-100A-D24C-E1C58E0DC1EB}"/>
              </a:ext>
            </a:extLst>
          </p:cNvPr>
          <p:cNvSpPr txBox="1"/>
          <p:nvPr/>
        </p:nvSpPr>
        <p:spPr>
          <a:xfrm>
            <a:off x="7429500" y="1736973"/>
            <a:ext cx="1668463" cy="3231654"/>
          </a:xfrm>
          <a:prstGeom prst="rect">
            <a:avLst/>
          </a:prstGeom>
          <a:noFill/>
        </p:spPr>
        <p:txBody>
          <a:bodyPr wrap="square">
            <a:spAutoFit/>
          </a:bodyPr>
          <a:lstStyle/>
          <a:p>
            <a:pPr algn="just"/>
            <a:r>
              <a:rPr lang="en-GB" sz="1200" dirty="0">
                <a:latin typeface="Book Antiqua" panose="02040602050305030304" pitchFamily="18" charset="0"/>
              </a:rPr>
              <a:t>If one of the drives within the disk fail,  hot spare is ready to go, seamlessly taking over the functions of the failed drive without any action or intervention by the server's administrator. </a:t>
            </a:r>
          </a:p>
          <a:p>
            <a:pPr algn="just"/>
            <a:endParaRPr lang="en-GB" sz="1200" dirty="0">
              <a:latin typeface="Book Antiqua" panose="02040602050305030304" pitchFamily="18" charset="0"/>
            </a:endParaRPr>
          </a:p>
          <a:p>
            <a:pPr algn="just"/>
            <a:r>
              <a:rPr lang="en-GB" sz="1200" dirty="0">
                <a:latin typeface="Book Antiqua" panose="02040602050305030304" pitchFamily="18" charset="0"/>
              </a:rPr>
              <a:t>A Cold Spare is a spare part that will require physical intervention by the user to engage the device.</a:t>
            </a:r>
            <a:endParaRPr lang="en-IN" sz="1200" dirty="0">
              <a:latin typeface="Book Antiqua" panose="0204060205030503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73085"/>
                                        </p:tgtEl>
                                        <p:attrNameLst>
                                          <p:attrName>style.visibility</p:attrName>
                                        </p:attrNameLst>
                                      </p:cBhvr>
                                      <p:to>
                                        <p:strVal val="visible"/>
                                      </p:to>
                                    </p:set>
                                    <p:animEffect transition="in" filter="fade">
                                      <p:cBhvr>
                                        <p:cTn id="7" dur="2000"/>
                                        <p:tgtEl>
                                          <p:spTgt spid="17308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8A5B1BFE-08C6-A98B-D95F-657E074C5EB3}"/>
              </a:ext>
            </a:extLst>
          </p:cNvPr>
          <p:cNvSpPr>
            <a:spLocks noGrp="1" noChangeArrowheads="1"/>
          </p:cNvSpPr>
          <p:nvPr>
            <p:ph type="title"/>
          </p:nvPr>
        </p:nvSpPr>
        <p:spPr/>
        <p:txBody>
          <a:bodyPr/>
          <a:lstStyle/>
          <a:p>
            <a:r>
              <a:rPr lang="en-US" altLang="en-US"/>
              <a:t>What about flash drives?</a:t>
            </a:r>
          </a:p>
        </p:txBody>
      </p:sp>
      <p:sp>
        <p:nvSpPr>
          <p:cNvPr id="27651" name="Rectangle 3">
            <a:extLst>
              <a:ext uri="{FF2B5EF4-FFF2-40B4-BE49-F238E27FC236}">
                <a16:creationId xmlns:a16="http://schemas.microsoft.com/office/drawing/2014/main" id="{2D3F4CFE-AC5B-EDE0-9C96-AE53986C1A74}"/>
              </a:ext>
            </a:extLst>
          </p:cNvPr>
          <p:cNvSpPr>
            <a:spLocks noGrp="1" noChangeArrowheads="1"/>
          </p:cNvSpPr>
          <p:nvPr>
            <p:ph type="body" idx="1"/>
          </p:nvPr>
        </p:nvSpPr>
        <p:spPr>
          <a:xfrm>
            <a:off x="381000" y="1790700"/>
            <a:ext cx="8245475" cy="3276600"/>
          </a:xfrm>
        </p:spPr>
        <p:txBody>
          <a:bodyPr/>
          <a:lstStyle/>
          <a:p>
            <a:r>
              <a:rPr lang="en-US" altLang="en-US" sz="2100" dirty="0"/>
              <a:t>Having no moving parts should mean </a:t>
            </a:r>
            <a:r>
              <a:rPr lang="en-US" altLang="en-US" sz="2100" b="1" i="1" dirty="0"/>
              <a:t>fewer failures</a:t>
            </a:r>
            <a:r>
              <a:rPr lang="en-US" altLang="en-US" sz="2100" dirty="0"/>
              <a:t>?</a:t>
            </a:r>
          </a:p>
          <a:p>
            <a:pPr lvl="1"/>
            <a:r>
              <a:rPr lang="en-US" altLang="en-US" dirty="0"/>
              <a:t>Failures still happen</a:t>
            </a:r>
          </a:p>
          <a:p>
            <a:pPr lvl="1"/>
            <a:r>
              <a:rPr lang="en-US" altLang="en-US" dirty="0"/>
              <a:t>Flash drives age as they are written to</a:t>
            </a:r>
          </a:p>
          <a:p>
            <a:pPr lvl="1"/>
            <a:r>
              <a:rPr lang="en-US" altLang="en-US" dirty="0"/>
              <a:t>Irrecoverable red errors occur (at least as frequently as in magnetic disks?)</a:t>
            </a:r>
          </a:p>
          <a:p>
            <a:r>
              <a:rPr lang="en-US" altLang="en-US" sz="2100" dirty="0"/>
              <a:t>Pure Storage uses a proprietary 3D-RAID organization for their SSD stores </a:t>
            </a:r>
          </a:p>
        </p:txBody>
      </p:sp>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779B531D-8B59-5FCE-EA9B-14226F780FA6}"/>
              </a:ext>
            </a:extLst>
          </p:cNvPr>
          <p:cNvSpPr>
            <a:spLocks noGrp="1" noChangeArrowheads="1"/>
          </p:cNvSpPr>
          <p:nvPr>
            <p:ph type="title"/>
          </p:nvPr>
        </p:nvSpPr>
        <p:spPr>
          <a:xfrm>
            <a:off x="685800" y="609600"/>
            <a:ext cx="7773988" cy="1144588"/>
          </a:xfrm>
          <a:extLst>
            <a:ext uri="{91240B29-F687-4F45-9708-019B960494DF}">
              <a14:hiddenLine xmlns:a14="http://schemas.microsoft.com/office/drawing/2010/main" w="9525">
                <a:solidFill>
                  <a:srgbClr val="000000"/>
                </a:solidFill>
                <a:round/>
                <a:headEnd/>
                <a:tailEnd/>
              </a14:hiddenLine>
            </a:ext>
          </a:extLst>
        </p:spPr>
        <p:txBody>
          <a:bodyPr lIns="92160" tIns="46080" rIns="92160" bIns="46080"/>
          <a:lstStyle/>
          <a:p>
            <a:pPr defTabSz="4572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t>CONCLUSION (I)</a:t>
            </a:r>
          </a:p>
        </p:txBody>
      </p:sp>
      <p:sp>
        <p:nvSpPr>
          <p:cNvPr id="28675" name="Rectangle 3">
            <a:extLst>
              <a:ext uri="{FF2B5EF4-FFF2-40B4-BE49-F238E27FC236}">
                <a16:creationId xmlns:a16="http://schemas.microsoft.com/office/drawing/2014/main" id="{9617B30B-2DCD-93C3-1EDF-B3BF32BB0377}"/>
              </a:ext>
            </a:extLst>
          </p:cNvPr>
          <p:cNvSpPr>
            <a:spLocks noGrp="1" noChangeArrowheads="1"/>
          </p:cNvSpPr>
          <p:nvPr>
            <p:ph type="body" idx="1"/>
          </p:nvPr>
        </p:nvSpPr>
        <p:spPr>
          <a:xfrm>
            <a:off x="625475" y="1981200"/>
            <a:ext cx="7834313" cy="4332288"/>
          </a:xfrm>
          <a:extLst>
            <a:ext uri="{91240B29-F687-4F45-9708-019B960494DF}">
              <a14:hiddenLine xmlns:a14="http://schemas.microsoft.com/office/drawing/2010/main" w="9525">
                <a:solidFill>
                  <a:srgbClr val="000000"/>
                </a:solidFill>
                <a:round/>
                <a:headEnd/>
                <a:tailEnd/>
              </a14:hiddenLine>
            </a:ext>
          </a:extLst>
        </p:spPr>
        <p:txBody>
          <a:bodyPr lIns="92160" tIns="46080" rIns="92160" bIns="46080"/>
          <a:lstStyle/>
          <a:p>
            <a:pPr marL="341313" indent="-341313"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a:t>RAID original purpose </a:t>
            </a:r>
            <a:r>
              <a:rPr lang="en-GB" altLang="en-US" b="1" i="1"/>
              <a:t>was </a:t>
            </a:r>
            <a:r>
              <a:rPr lang="en-GB" altLang="en-US"/>
              <a:t>to take advantage of Winchester drives that were smaller and cheaper than conventional disk drives</a:t>
            </a:r>
          </a:p>
          <a:p>
            <a:pPr marL="741363" lvl="1" indent="-284163"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a:t>Replace a single drive by an array of smaller drives</a:t>
            </a:r>
          </a:p>
          <a:p>
            <a:pPr marL="341313" indent="-341313"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b="1" i="1"/>
              <a:t>Current purpose</a:t>
            </a:r>
            <a:r>
              <a:rPr lang="en-GB" altLang="en-US"/>
              <a:t> is to build fault-tolerant file systems that do not need backups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18F9DA99-B6AF-720C-0C38-895617147885}"/>
              </a:ext>
            </a:extLst>
          </p:cNvPr>
          <p:cNvSpPr>
            <a:spLocks noGrp="1" noChangeArrowheads="1"/>
          </p:cNvSpPr>
          <p:nvPr>
            <p:ph type="title"/>
          </p:nvPr>
        </p:nvSpPr>
        <p:spPr>
          <a:xfrm>
            <a:off x="685800" y="609600"/>
            <a:ext cx="7773988" cy="1144588"/>
          </a:xfrm>
          <a:extLst>
            <a:ext uri="{91240B29-F687-4F45-9708-019B960494DF}">
              <a14:hiddenLine xmlns:a14="http://schemas.microsoft.com/office/drawing/2010/main" w="9525">
                <a:solidFill>
                  <a:srgbClr val="000000"/>
                </a:solidFill>
                <a:round/>
                <a:headEnd/>
                <a:tailEnd/>
              </a14:hiddenLine>
            </a:ext>
          </a:extLst>
        </p:spPr>
        <p:txBody>
          <a:bodyPr lIns="92160" tIns="46080" rIns="92160" bIns="46080"/>
          <a:lstStyle/>
          <a:p>
            <a:pPr defTabSz="4572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t>CONCLUSION (II)</a:t>
            </a:r>
          </a:p>
        </p:txBody>
      </p:sp>
      <p:sp>
        <p:nvSpPr>
          <p:cNvPr id="29699" name="Rectangle 3">
            <a:extLst>
              <a:ext uri="{FF2B5EF4-FFF2-40B4-BE49-F238E27FC236}">
                <a16:creationId xmlns:a16="http://schemas.microsoft.com/office/drawing/2014/main" id="{9F52443B-F092-28C7-5099-307B9EF83A0F}"/>
              </a:ext>
            </a:extLst>
          </p:cNvPr>
          <p:cNvSpPr>
            <a:spLocks noGrp="1" noChangeArrowheads="1"/>
          </p:cNvSpPr>
          <p:nvPr>
            <p:ph type="body" idx="1"/>
          </p:nvPr>
        </p:nvSpPr>
        <p:spPr>
          <a:xfrm>
            <a:off x="685800" y="1981200"/>
            <a:ext cx="7756525" cy="3952875"/>
          </a:xfrm>
          <a:extLst>
            <a:ext uri="{91240B29-F687-4F45-9708-019B960494DF}">
              <a14:hiddenLine xmlns:a14="http://schemas.microsoft.com/office/drawing/2010/main" w="9525">
                <a:solidFill>
                  <a:srgbClr val="000000"/>
                </a:solidFill>
                <a:round/>
                <a:headEnd/>
                <a:tailEnd/>
              </a14:hiddenLine>
            </a:ext>
          </a:extLst>
        </p:spPr>
        <p:txBody>
          <a:bodyPr lIns="92160" tIns="46080" rIns="92160" bIns="46080"/>
          <a:lstStyle/>
          <a:p>
            <a:pPr marL="341313" indent="-341313"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a:t>Low cost of disk drives made RAID level 1 attractive for small installations</a:t>
            </a:r>
          </a:p>
          <a:p>
            <a:pPr marL="341313" indent="-341313"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a:t>Otherwise pick</a:t>
            </a:r>
          </a:p>
          <a:p>
            <a:pPr marL="741363" lvl="1" indent="-284163"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a:t>RAID level 6 for </a:t>
            </a:r>
            <a:r>
              <a:rPr lang="en-GB" altLang="en-US" b="1" i="1"/>
              <a:t>higher protection</a:t>
            </a:r>
          </a:p>
          <a:p>
            <a:pPr lvl="2"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a:t>Can tolerate </a:t>
            </a:r>
            <a:r>
              <a:rPr lang="en-GB" altLang="en-US" b="1" i="1"/>
              <a:t>one disk failure and irrecoverable read errors</a:t>
            </a:r>
          </a:p>
          <a:p>
            <a:pPr marL="341313" indent="-341313"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en-US"/>
          </a:p>
          <a:p>
            <a:pPr marL="341313" indent="-341313" defTabSz="4572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en-US"/>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A1F4C45D-981D-FF69-B70A-379B4FE2CFF2}"/>
              </a:ext>
            </a:extLst>
          </p:cNvPr>
          <p:cNvSpPr>
            <a:spLocks noGrp="1" noChangeArrowheads="1"/>
          </p:cNvSpPr>
          <p:nvPr>
            <p:ph type="title"/>
          </p:nvPr>
        </p:nvSpPr>
        <p:spPr>
          <a:xfrm>
            <a:off x="685800" y="609600"/>
            <a:ext cx="7773988" cy="1144588"/>
          </a:xfrm>
          <a:extLst>
            <a:ext uri="{91240B29-F687-4F45-9708-019B960494DF}">
              <a14:hiddenLine xmlns:a14="http://schemas.microsoft.com/office/drawing/2010/main" w="9525">
                <a:solidFill>
                  <a:srgbClr val="000000"/>
                </a:solidFill>
                <a:round/>
                <a:headEnd/>
                <a:tailEnd/>
              </a14:hiddenLine>
            </a:ext>
          </a:extLst>
        </p:spPr>
        <p:txBody>
          <a:bodyPr lIns="92160" tIns="46080" rIns="92160" bIns="46080"/>
          <a:lstStyle/>
          <a:p>
            <a:pPr defTabSz="4572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solidFill>
                  <a:srgbClr val="C00000"/>
                </a:solidFill>
              </a:rPr>
              <a:t>A review question</a:t>
            </a:r>
          </a:p>
        </p:txBody>
      </p:sp>
      <p:sp>
        <p:nvSpPr>
          <p:cNvPr id="30723" name="Rectangle 3">
            <a:extLst>
              <a:ext uri="{FF2B5EF4-FFF2-40B4-BE49-F238E27FC236}">
                <a16:creationId xmlns:a16="http://schemas.microsoft.com/office/drawing/2014/main" id="{B6B94581-545F-E134-4E8B-17A694745920}"/>
              </a:ext>
            </a:extLst>
          </p:cNvPr>
          <p:cNvSpPr>
            <a:spLocks noGrp="1" noChangeArrowheads="1"/>
          </p:cNvSpPr>
          <p:nvPr>
            <p:ph type="body" idx="1"/>
          </p:nvPr>
        </p:nvSpPr>
        <p:spPr>
          <a:xfrm>
            <a:off x="685800" y="1981200"/>
            <a:ext cx="7773988" cy="3395663"/>
          </a:xfrm>
          <a:extLst>
            <a:ext uri="{91240B29-F687-4F45-9708-019B960494DF}">
              <a14:hiddenLine xmlns:a14="http://schemas.microsoft.com/office/drawing/2010/main" w="9525">
                <a:solidFill>
                  <a:srgbClr val="000000"/>
                </a:solidFill>
                <a:round/>
                <a:headEnd/>
                <a:tailEnd/>
              </a14:hiddenLine>
            </a:ext>
          </a:extLst>
        </p:spPr>
        <p:txBody>
          <a:bodyPr lIns="92160" tIns="46080" rIns="92160" bIns="46080"/>
          <a:lstStyle/>
          <a:p>
            <a:pPr marL="341313" indent="-341313"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dirty="0"/>
              <a:t>Consider an array consisting of four 750 GB disks</a:t>
            </a:r>
          </a:p>
          <a:p>
            <a:pPr marL="341313" indent="-341313"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dirty="0"/>
              <a:t>What is the  storage capacity of the array if we organize it</a:t>
            </a:r>
          </a:p>
          <a:p>
            <a:pPr marL="741363" lvl="1" indent="-284163" defTabSz="457200">
              <a:spcBef>
                <a:spcPts val="20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dirty="0"/>
              <a:t>As a RAID level 0 array?</a:t>
            </a:r>
          </a:p>
          <a:p>
            <a:pPr marL="741363" lvl="1" indent="-284163" defTabSz="457200">
              <a:spcBef>
                <a:spcPts val="20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dirty="0"/>
              <a:t>As a RAID level 1 array?</a:t>
            </a:r>
          </a:p>
          <a:p>
            <a:pPr marL="741363" lvl="1" indent="-284163" defTabSz="457200">
              <a:spcBef>
                <a:spcPts val="20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dirty="0"/>
              <a:t>As a RAID level 5 array?</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B2B45C1A-546A-1C91-528B-1C1321C2626A}"/>
              </a:ext>
            </a:extLst>
          </p:cNvPr>
          <p:cNvSpPr>
            <a:spLocks noGrp="1" noChangeArrowheads="1"/>
          </p:cNvSpPr>
          <p:nvPr>
            <p:ph type="title"/>
          </p:nvPr>
        </p:nvSpPr>
        <p:spPr>
          <a:xfrm>
            <a:off x="685800" y="609600"/>
            <a:ext cx="7773988" cy="1144588"/>
          </a:xfrm>
          <a:extLst>
            <a:ext uri="{91240B29-F687-4F45-9708-019B960494DF}">
              <a14:hiddenLine xmlns:a14="http://schemas.microsoft.com/office/drawing/2010/main" w="9525">
                <a:solidFill>
                  <a:srgbClr val="000000"/>
                </a:solidFill>
                <a:round/>
                <a:headEnd/>
                <a:tailEnd/>
              </a14:hiddenLine>
            </a:ext>
          </a:extLst>
        </p:spPr>
        <p:txBody>
          <a:bodyPr lIns="92160" tIns="46080" rIns="92160" bIns="46080"/>
          <a:lstStyle/>
          <a:p>
            <a:pPr defTabSz="4572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solidFill>
                  <a:srgbClr val="C00000"/>
                </a:solidFill>
              </a:rPr>
              <a:t>The answers</a:t>
            </a:r>
          </a:p>
        </p:txBody>
      </p:sp>
      <p:sp>
        <p:nvSpPr>
          <p:cNvPr id="31747" name="Rectangle 3">
            <a:extLst>
              <a:ext uri="{FF2B5EF4-FFF2-40B4-BE49-F238E27FC236}">
                <a16:creationId xmlns:a16="http://schemas.microsoft.com/office/drawing/2014/main" id="{B521D9D2-1C59-316C-75E0-19F9CC9A445F}"/>
              </a:ext>
            </a:extLst>
          </p:cNvPr>
          <p:cNvSpPr>
            <a:spLocks noGrp="1" noChangeArrowheads="1"/>
          </p:cNvSpPr>
          <p:nvPr>
            <p:ph type="body" idx="1"/>
          </p:nvPr>
        </p:nvSpPr>
        <p:spPr>
          <a:xfrm>
            <a:off x="685800" y="1981200"/>
            <a:ext cx="7773988" cy="3395663"/>
          </a:xfrm>
          <a:extLst>
            <a:ext uri="{91240B29-F687-4F45-9708-019B960494DF}">
              <a14:hiddenLine xmlns:a14="http://schemas.microsoft.com/office/drawing/2010/main" w="9525">
                <a:solidFill>
                  <a:srgbClr val="000000"/>
                </a:solidFill>
                <a:round/>
                <a:headEnd/>
                <a:tailEnd/>
              </a14:hiddenLine>
            </a:ext>
          </a:extLst>
        </p:spPr>
        <p:txBody>
          <a:bodyPr lIns="92160" tIns="46080" rIns="92160" bIns="46080"/>
          <a:lstStyle/>
          <a:p>
            <a:pPr marL="341313" indent="-341313"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dirty="0"/>
              <a:t>Consider an array consisting of four 750 GB disks</a:t>
            </a:r>
          </a:p>
          <a:p>
            <a:pPr marL="341313" indent="-341313" defTabSz="4572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dirty="0"/>
              <a:t>What is the  storage capacity of the array if we organize it</a:t>
            </a:r>
          </a:p>
          <a:p>
            <a:pPr marL="741363" lvl="1" indent="-284163" defTabSz="457200">
              <a:spcBef>
                <a:spcPts val="20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dirty="0"/>
              <a:t>As a RAID level 0 array?		3 TB</a:t>
            </a:r>
          </a:p>
          <a:p>
            <a:pPr marL="741363" lvl="1" indent="-284163" defTabSz="457200">
              <a:spcBef>
                <a:spcPts val="20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dirty="0"/>
              <a:t>As a RAID level 1 array?		1.5 TB</a:t>
            </a:r>
          </a:p>
          <a:p>
            <a:pPr marL="741363" lvl="1" indent="-284163" defTabSz="457200">
              <a:spcBef>
                <a:spcPts val="20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dirty="0"/>
              <a:t>As a RAID level 5 array?		2.25 TB</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E4C59-CB95-A9A5-871F-4EDEC38666F5}"/>
              </a:ext>
            </a:extLst>
          </p:cNvPr>
          <p:cNvSpPr>
            <a:spLocks noGrp="1"/>
          </p:cNvSpPr>
          <p:nvPr>
            <p:ph type="title"/>
          </p:nvPr>
        </p:nvSpPr>
        <p:spPr/>
        <p:txBody>
          <a:bodyPr/>
          <a:lstStyle/>
          <a:p>
            <a:r>
              <a:rPr lang="en-US" dirty="0">
                <a:solidFill>
                  <a:srgbClr val="C00000"/>
                </a:solidFill>
                <a:ea typeface="ＭＳ Ｐゴシック" pitchFamily="34" charset="-128"/>
              </a:rPr>
              <a:t>Summary</a:t>
            </a:r>
            <a:endParaRPr lang="en-IN" dirty="0">
              <a:solidFill>
                <a:srgbClr val="C00000"/>
              </a:solidFill>
            </a:endParaRPr>
          </a:p>
        </p:txBody>
      </p:sp>
      <p:sp>
        <p:nvSpPr>
          <p:cNvPr id="4" name="Rectangle 3">
            <a:extLst>
              <a:ext uri="{FF2B5EF4-FFF2-40B4-BE49-F238E27FC236}">
                <a16:creationId xmlns:a16="http://schemas.microsoft.com/office/drawing/2014/main" id="{DEF76FFA-0101-459E-AB12-B619266FF0DF}"/>
              </a:ext>
            </a:extLst>
          </p:cNvPr>
          <p:cNvSpPr>
            <a:spLocks noGrp="1" noChangeArrowheads="1"/>
          </p:cNvSpPr>
          <p:nvPr>
            <p:ph idx="1"/>
          </p:nvPr>
        </p:nvSpPr>
        <p:spPr>
          <a:xfrm>
            <a:off x="225425" y="1143000"/>
            <a:ext cx="8705850" cy="5329237"/>
          </a:xfrm>
          <a:noFill/>
        </p:spPr>
        <p:txBody>
          <a:bodyPr lIns="92075" tIns="46038" rIns="92075" bIns="46038">
            <a:normAutofit/>
          </a:bodyPr>
          <a:lstStyle/>
          <a:p>
            <a:pPr>
              <a:buFont typeface="Wingdings" pitchFamily="2" charset="2"/>
              <a:buChar char="§"/>
            </a:pPr>
            <a:r>
              <a:rPr lang="en-US" sz="2100" dirty="0"/>
              <a:t>Disks can cause reliability and performance problems 	</a:t>
            </a:r>
          </a:p>
          <a:p>
            <a:pPr>
              <a:buSzPct val="100000"/>
              <a:buFont typeface="Wingdings" pitchFamily="2" charset="2"/>
              <a:buChar char="§"/>
            </a:pPr>
            <a:r>
              <a:rPr lang="en-US" sz="2100" dirty="0"/>
              <a:t>To mitigate such problems we can adopt “multiple disks” and accordingly gain:</a:t>
            </a:r>
          </a:p>
          <a:p>
            <a:pPr marL="914400" lvl="1" indent="-457200">
              <a:buSzPct val="100000"/>
              <a:buFont typeface="+mj-lt"/>
              <a:buAutoNum type="arabicPeriod"/>
            </a:pPr>
            <a:r>
              <a:rPr lang="en-US" dirty="0">
                <a:solidFill>
                  <a:srgbClr val="0070C0"/>
                </a:solidFill>
              </a:rPr>
              <a:t>More capacity</a:t>
            </a:r>
          </a:p>
          <a:p>
            <a:pPr marL="914400" lvl="1" indent="-457200">
              <a:buSzPct val="100000"/>
              <a:buFont typeface="+mj-lt"/>
              <a:buAutoNum type="arabicPeriod"/>
            </a:pPr>
            <a:r>
              <a:rPr lang="en-US" dirty="0">
                <a:solidFill>
                  <a:srgbClr val="0070C0"/>
                </a:solidFill>
              </a:rPr>
              <a:t>Redundancy</a:t>
            </a:r>
          </a:p>
          <a:p>
            <a:pPr marL="914400" lvl="1" indent="-457200">
              <a:buSzPct val="100000"/>
              <a:buFont typeface="+mj-lt"/>
              <a:buAutoNum type="arabicPeriod"/>
            </a:pPr>
            <a:r>
              <a:rPr lang="en-US" dirty="0">
                <a:solidFill>
                  <a:srgbClr val="0070C0"/>
                </a:solidFill>
              </a:rPr>
              <a:t>Concurrency</a:t>
            </a:r>
          </a:p>
          <a:p>
            <a:pPr marL="514350" indent="-457200">
              <a:buSzPct val="100000"/>
              <a:buFont typeface="Wingdings" pitchFamily="2" charset="2"/>
              <a:buChar char="§"/>
            </a:pPr>
            <a:r>
              <a:rPr lang="en-US" sz="2100" dirty="0"/>
              <a:t>To achieve only redundancy we can apply </a:t>
            </a:r>
            <a:r>
              <a:rPr lang="en-US" sz="2100" dirty="0">
                <a:solidFill>
                  <a:srgbClr val="0070C0"/>
                </a:solidFill>
              </a:rPr>
              <a:t>mirroring</a:t>
            </a:r>
          </a:p>
          <a:p>
            <a:pPr marL="514350" indent="-457200">
              <a:buSzPct val="100000"/>
              <a:buFont typeface="Wingdings" pitchFamily="2" charset="2"/>
              <a:buChar char="§"/>
            </a:pPr>
            <a:r>
              <a:rPr lang="en-US" sz="2100" dirty="0"/>
              <a:t>To achieve only concurrency we can apply </a:t>
            </a:r>
            <a:r>
              <a:rPr lang="en-US" sz="2100" dirty="0">
                <a:solidFill>
                  <a:srgbClr val="0070C0"/>
                </a:solidFill>
              </a:rPr>
              <a:t>striping</a:t>
            </a:r>
          </a:p>
          <a:p>
            <a:pPr marL="514350" indent="-457200">
              <a:buSzPct val="100000"/>
              <a:buFont typeface="Wingdings" pitchFamily="2" charset="2"/>
              <a:buChar char="§"/>
            </a:pPr>
            <a:r>
              <a:rPr lang="en-US" sz="2100" dirty="0"/>
              <a:t>To achieve redundancy </a:t>
            </a:r>
            <a:r>
              <a:rPr lang="en-US" sz="2100" i="1" dirty="0"/>
              <a:t>and</a:t>
            </a:r>
            <a:r>
              <a:rPr lang="en-US" sz="2100" dirty="0"/>
              <a:t> concurrency we can apply </a:t>
            </a:r>
            <a:r>
              <a:rPr lang="en-US" sz="2100" dirty="0">
                <a:solidFill>
                  <a:srgbClr val="0070C0"/>
                </a:solidFill>
              </a:rPr>
              <a:t>RAID</a:t>
            </a:r>
            <a:r>
              <a:rPr lang="en-US" sz="2100" dirty="0"/>
              <a:t> (e.g., levels 2, 3, 4 or 5)</a:t>
            </a:r>
          </a:p>
          <a:p>
            <a:pPr>
              <a:buSzPct val="100000"/>
              <a:buFont typeface="Wingdings" pitchFamily="2" charset="2"/>
              <a:buChar char="§"/>
            </a:pPr>
            <a:endParaRPr lang="en-US" sz="2100" dirty="0"/>
          </a:p>
          <a:p>
            <a:pPr>
              <a:buSzPct val="75000"/>
              <a:buFont typeface="Wingdings" pitchFamily="2" charset="2"/>
              <a:buChar char="§"/>
            </a:pPr>
            <a:endParaRPr lang="en-US" sz="2100" dirty="0"/>
          </a:p>
          <a:p>
            <a:pPr>
              <a:buSzPct val="75000"/>
              <a:buFont typeface="Wingdings" pitchFamily="2" charset="2"/>
              <a:buChar char="§"/>
            </a:pPr>
            <a:endParaRPr lang="en-US" sz="2100" dirty="0"/>
          </a:p>
          <a:p>
            <a:pPr>
              <a:buSzPct val="100000"/>
              <a:buFont typeface="Wingdings" pitchFamily="2" charset="2"/>
              <a:buChar char="§"/>
            </a:pPr>
            <a:endParaRPr lang="en-US" sz="2100" dirty="0"/>
          </a:p>
        </p:txBody>
      </p:sp>
    </p:spTree>
    <p:extLst>
      <p:ext uri="{BB962C8B-B14F-4D97-AF65-F5344CB8AC3E}">
        <p14:creationId xmlns:p14="http://schemas.microsoft.com/office/powerpoint/2010/main" val="243542796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0E188-0129-66F5-5E0E-78ADFC7C7DC0}"/>
              </a:ext>
            </a:extLst>
          </p:cNvPr>
          <p:cNvSpPr>
            <a:spLocks noGrp="1"/>
          </p:cNvSpPr>
          <p:nvPr>
            <p:ph type="title"/>
          </p:nvPr>
        </p:nvSpPr>
        <p:spPr/>
        <p:txBody>
          <a:bodyPr/>
          <a:lstStyle/>
          <a:p>
            <a:pPr algn="ctr"/>
            <a:r>
              <a:rPr lang="en-GB" dirty="0">
                <a:solidFill>
                  <a:srgbClr val="C00000"/>
                </a:solidFill>
              </a:rPr>
              <a:t>QUIZ</a:t>
            </a:r>
            <a:endParaRPr lang="en-IN" dirty="0">
              <a:solidFill>
                <a:srgbClr val="C00000"/>
              </a:solidFill>
            </a:endParaRPr>
          </a:p>
        </p:txBody>
      </p:sp>
      <p:sp>
        <p:nvSpPr>
          <p:cNvPr id="3" name="Content Placeholder 2">
            <a:extLst>
              <a:ext uri="{FF2B5EF4-FFF2-40B4-BE49-F238E27FC236}">
                <a16:creationId xmlns:a16="http://schemas.microsoft.com/office/drawing/2014/main" id="{F799FCD9-7DD5-3BB0-7DC1-D557AA4DA3E0}"/>
              </a:ext>
            </a:extLst>
          </p:cNvPr>
          <p:cNvSpPr>
            <a:spLocks noGrp="1"/>
          </p:cNvSpPr>
          <p:nvPr>
            <p:ph idx="1"/>
          </p:nvPr>
        </p:nvSpPr>
        <p:spPr>
          <a:xfrm>
            <a:off x="242358" y="1041400"/>
            <a:ext cx="8705850" cy="5329237"/>
          </a:xfrm>
        </p:spPr>
        <p:txBody>
          <a:bodyPr/>
          <a:lstStyle/>
          <a:p>
            <a:pPr marL="0" indent="0">
              <a:lnSpc>
                <a:spcPct val="107000"/>
              </a:lnSpc>
              <a:spcAft>
                <a:spcPts val="800"/>
              </a:spcAft>
              <a:buNone/>
            </a:pPr>
            <a:r>
              <a:rPr lang="en-IN" sz="1700" b="1" kern="1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RAID Levels</a:t>
            </a:r>
            <a:endParaRPr lang="en-IN" sz="1700" kern="1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RAID 0 (Striping):</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Purpose:</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High performance.</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No Redundancy:</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If one drive fails, data is lost.</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Use Case:</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Non-critical systems requiring high speed.</a:t>
            </a:r>
          </a:p>
          <a:p>
            <a:pPr marL="342900" lvl="0" indent="-342900">
              <a:lnSpc>
                <a:spcPct val="107000"/>
              </a:lnSpc>
              <a:spcAft>
                <a:spcPts val="800"/>
              </a:spcAft>
              <a:buFont typeface="+mj-lt"/>
              <a:buAutoNum type="arabicPeriod"/>
              <a:tabLst>
                <a:tab pos="457200" algn="l"/>
              </a:tabLs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RAID 1 (Mirroring):</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Purpose:</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Redundancy.</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Data Safety:</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Copies data to multiple drives.</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Use Case:</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Critical systems with moderate performance needs.</a:t>
            </a:r>
          </a:p>
          <a:p>
            <a:pPr marL="342900" lvl="0" indent="-342900">
              <a:lnSpc>
                <a:spcPct val="107000"/>
              </a:lnSpc>
              <a:spcAft>
                <a:spcPts val="800"/>
              </a:spcAft>
              <a:buFont typeface="+mj-lt"/>
              <a:buAutoNum type="arabicPeriod"/>
              <a:tabLst>
                <a:tab pos="457200" algn="l"/>
              </a:tabLs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RAID 5 (Striping with Parity):</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Purpose:</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Balance of redundancy and performance.</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Fault Tolerance:</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Can sustain one drive failure.</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Use Case:</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Databases or file servers.</a:t>
            </a:r>
          </a:p>
          <a:p>
            <a:endParaRPr lang="en-IN" sz="1400" dirty="0"/>
          </a:p>
        </p:txBody>
      </p:sp>
    </p:spTree>
    <p:extLst>
      <p:ext uri="{BB962C8B-B14F-4D97-AF65-F5344CB8AC3E}">
        <p14:creationId xmlns:p14="http://schemas.microsoft.com/office/powerpoint/2010/main" val="1766207538"/>
      </p:ext>
    </p:extLst>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B93848-3B7A-C39B-4643-0C9106BE78FD}"/>
              </a:ext>
            </a:extLst>
          </p:cNvPr>
          <p:cNvSpPr>
            <a:spLocks noGrp="1"/>
          </p:cNvSpPr>
          <p:nvPr>
            <p:ph idx="1"/>
          </p:nvPr>
        </p:nvSpPr>
        <p:spPr/>
        <p:txBody>
          <a:bodyPr/>
          <a:lstStyle/>
          <a:p>
            <a:pPr marL="342900" lvl="0" indent="-342900">
              <a:lnSpc>
                <a:spcPct val="107000"/>
              </a:lnSpc>
              <a:spcAft>
                <a:spcPts val="800"/>
              </a:spcAft>
              <a:buFont typeface="+mj-lt"/>
              <a:buAutoNum type="arabicPeriod"/>
              <a:tabLst>
                <a:tab pos="457200" algn="l"/>
              </a:tabLs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RAID 6 (Striping with Dual Parity):</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Purpose:</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Enhanced redundancy.</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Fault Tolerance:</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Can sustain two drive failures.</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Use Case:</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Large storage systems with high fault tolerance.</a:t>
            </a:r>
          </a:p>
          <a:p>
            <a:pPr marL="342900" lvl="0" indent="-342900">
              <a:lnSpc>
                <a:spcPct val="107000"/>
              </a:lnSpc>
              <a:spcAft>
                <a:spcPts val="800"/>
              </a:spcAft>
              <a:buFont typeface="+mj-lt"/>
              <a:buAutoNum type="arabicPeriod"/>
              <a:tabLst>
                <a:tab pos="457200" algn="l"/>
              </a:tabLs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RAID 10 (1+0):</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Purpose:</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Combines RAID 1 (mirroring) and RAID 0 (striping).</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High Cost:</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Requires at least four drives.</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Use Case:</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High-performance systems needing redundancy.</a:t>
            </a:r>
          </a:p>
          <a:p>
            <a:pPr marL="342900" lvl="0" indent="-342900">
              <a:lnSpc>
                <a:spcPct val="107000"/>
              </a:lnSpc>
              <a:spcAft>
                <a:spcPts val="800"/>
              </a:spcAft>
              <a:buFont typeface="+mj-lt"/>
              <a:buAutoNum type="arabicPeriod"/>
              <a:tabLst>
                <a:tab pos="457200" algn="l"/>
              </a:tabLs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RAID 50 and 60:</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Purpose:</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Nested RAID levels offering more performance and redundancy.</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Use Case:</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Enterprise-level storage.</a:t>
            </a:r>
          </a:p>
          <a:p>
            <a:endParaRPr lang="en-IN" sz="1400" dirty="0"/>
          </a:p>
        </p:txBody>
      </p:sp>
      <p:sp>
        <p:nvSpPr>
          <p:cNvPr id="4" name="Title 1">
            <a:extLst>
              <a:ext uri="{FF2B5EF4-FFF2-40B4-BE49-F238E27FC236}">
                <a16:creationId xmlns:a16="http://schemas.microsoft.com/office/drawing/2014/main" id="{2D875FD1-8B25-6F00-AECF-9AA106C3E52D}"/>
              </a:ext>
            </a:extLst>
          </p:cNvPr>
          <p:cNvSpPr>
            <a:spLocks noGrp="1"/>
          </p:cNvSpPr>
          <p:nvPr>
            <p:ph type="title"/>
          </p:nvPr>
        </p:nvSpPr>
        <p:spPr>
          <a:xfrm>
            <a:off x="225425" y="584200"/>
            <a:ext cx="8705850" cy="457200"/>
          </a:xfrm>
        </p:spPr>
        <p:txBody>
          <a:bodyPr/>
          <a:lstStyle/>
          <a:p>
            <a:pPr algn="ctr"/>
            <a:r>
              <a:rPr lang="en-GB" dirty="0">
                <a:solidFill>
                  <a:srgbClr val="C00000"/>
                </a:solidFill>
              </a:rPr>
              <a:t>QUIZ</a:t>
            </a:r>
            <a:endParaRPr lang="en-IN" dirty="0">
              <a:solidFill>
                <a:srgbClr val="C00000"/>
              </a:solidFill>
            </a:endParaRPr>
          </a:p>
        </p:txBody>
      </p:sp>
    </p:spTree>
    <p:extLst>
      <p:ext uri="{BB962C8B-B14F-4D97-AF65-F5344CB8AC3E}">
        <p14:creationId xmlns:p14="http://schemas.microsoft.com/office/powerpoint/2010/main" val="1255691501"/>
      </p:ext>
    </p:extLst>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6724B-8FD5-6630-E6ED-1D8BF18150E1}"/>
              </a:ext>
            </a:extLst>
          </p:cNvPr>
          <p:cNvSpPr>
            <a:spLocks noGrp="1"/>
          </p:cNvSpPr>
          <p:nvPr>
            <p:ph type="title"/>
          </p:nvPr>
        </p:nvSpPr>
        <p:spPr>
          <a:xfrm>
            <a:off x="1905000" y="47096"/>
            <a:ext cx="4191000" cy="457200"/>
          </a:xfrm>
        </p:spPr>
        <p:txBody>
          <a:bodyPr/>
          <a:lstStyle/>
          <a:p>
            <a:r>
              <a:rPr lang="en-GB" i="0" dirty="0">
                <a:solidFill>
                  <a:srgbClr val="C00000"/>
                </a:solidFill>
              </a:rPr>
              <a:t>Solution</a:t>
            </a:r>
            <a:endParaRPr lang="en-IN" i="0" dirty="0">
              <a:solidFill>
                <a:srgbClr val="C00000"/>
              </a:solidFill>
            </a:endParaRPr>
          </a:p>
        </p:txBody>
      </p:sp>
      <p:sp>
        <p:nvSpPr>
          <p:cNvPr id="3" name="Content Placeholder 2">
            <a:extLst>
              <a:ext uri="{FF2B5EF4-FFF2-40B4-BE49-F238E27FC236}">
                <a16:creationId xmlns:a16="http://schemas.microsoft.com/office/drawing/2014/main" id="{7AB39B83-AC34-6D0A-A36F-4655E0396D6F}"/>
              </a:ext>
            </a:extLst>
          </p:cNvPr>
          <p:cNvSpPr>
            <a:spLocks noGrp="1"/>
          </p:cNvSpPr>
          <p:nvPr>
            <p:ph idx="1"/>
          </p:nvPr>
        </p:nvSpPr>
        <p:spPr>
          <a:xfrm>
            <a:off x="152400" y="685800"/>
            <a:ext cx="8705850" cy="5329237"/>
          </a:xfrm>
        </p:spPr>
        <p:txBody>
          <a:bodyPr/>
          <a:lstStyle/>
          <a:p>
            <a:pPr>
              <a:lnSpc>
                <a:spcPct val="107000"/>
              </a:lnSpc>
              <a:spcAft>
                <a:spcPts val="800"/>
              </a:spcAf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How many drives are required for each RAID level?</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Solution:</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RAID 0: Minimum 2 drives.</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RAID 1: Minimum 2 drives.</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RAID 5: Minimum 3 drives.</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RAID 6: Minimum 4 drives.</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RAID 10: Minimum 4 drives.</a:t>
            </a:r>
          </a:p>
          <a:p>
            <a:pPr>
              <a:lnSpc>
                <a:spcPct val="107000"/>
              </a:lnSpc>
              <a:spcAft>
                <a:spcPts val="800"/>
              </a:spcAf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5. What is the usable storage capacity of RAID arrays?</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Solution:</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RAID 0:</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Total capacity = Sum of all drives.</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RAID 1:</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Total capacity = Capacity of one drive.</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RAID 5:</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Total capacity = (N-1) x Drive Capacity (where N = number of drives).</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RAID 6:</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Total capacity = (N-2) x Drive Capacity.</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RAID 10:</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Total capacity = 50% of total drive capacity.</a:t>
            </a:r>
          </a:p>
          <a:p>
            <a:endParaRPr lang="en-IN" sz="1400" dirty="0"/>
          </a:p>
        </p:txBody>
      </p:sp>
    </p:spTree>
    <p:extLst>
      <p:ext uri="{BB962C8B-B14F-4D97-AF65-F5344CB8AC3E}">
        <p14:creationId xmlns:p14="http://schemas.microsoft.com/office/powerpoint/2010/main" val="954432554"/>
      </p:ext>
    </p:extLst>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307D4C-9AB9-56F3-A228-29BE8A647968}"/>
              </a:ext>
            </a:extLst>
          </p:cNvPr>
          <p:cNvSpPr>
            <a:spLocks noGrp="1"/>
          </p:cNvSpPr>
          <p:nvPr>
            <p:ph idx="1"/>
          </p:nvPr>
        </p:nvSpPr>
        <p:spPr>
          <a:xfrm>
            <a:off x="533400" y="762000"/>
            <a:ext cx="8077200" cy="4419600"/>
          </a:xfrm>
        </p:spPr>
        <p:txBody>
          <a:bodyPr/>
          <a:lstStyle/>
          <a:p>
            <a:pPr marL="0" indent="0" defTabSz="914400">
              <a:spcBef>
                <a:spcPct val="0"/>
              </a:spcBef>
              <a:buClrTx/>
              <a:buNone/>
              <a:tabLst/>
            </a:pPr>
            <a:r>
              <a:rPr lang="en-US" altLang="en-US" sz="1800" b="1" kern="100" dirty="0">
                <a:latin typeface="Calibri" panose="020F0502020204030204" pitchFamily="34" charset="0"/>
                <a:ea typeface="Calibri" panose="020F0502020204030204" pitchFamily="34" charset="0"/>
                <a:cs typeface="Times New Roman" panose="02020603050405020304" pitchFamily="18" charset="0"/>
              </a:rPr>
              <a:t>1. Problem:</a:t>
            </a:r>
            <a:b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br>
            <a:r>
              <a:rPr lang="en-US" altLang="en-US" sz="1800" kern="100" dirty="0">
                <a:latin typeface="Calibri" panose="020F0502020204030204" pitchFamily="34" charset="0"/>
                <a:ea typeface="Calibri" panose="020F0502020204030204" pitchFamily="34" charset="0"/>
                <a:cs typeface="Times New Roman" panose="02020603050405020304" pitchFamily="18" charset="0"/>
              </a:rPr>
              <a:t>A RAID 10 array has 8 disks of 1 TB each. What is the usable storage capacity and fault tolerance?</a:t>
            </a:r>
            <a:br>
              <a:rPr lang="en-US" altLang="en-US" sz="1800" kern="100" dirty="0">
                <a:latin typeface="Calibri" panose="020F0502020204030204" pitchFamily="34" charset="0"/>
                <a:ea typeface="Calibri" panose="020F0502020204030204" pitchFamily="34" charset="0"/>
                <a:cs typeface="Times New Roman" panose="02020603050405020304" pitchFamily="18" charset="0"/>
              </a:rPr>
            </a:br>
            <a:endParaRPr lang="en-US" altLang="en-US" sz="1800" kern="100" dirty="0">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spcAft>
                <a:spcPts val="800"/>
              </a:spcAft>
              <a:buNone/>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2. Problem:</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 RAID 6 array consists of 6 disks, each 10 TB. What is the total usable storage, and how many disk failures can it tolerate?</a:t>
            </a:r>
          </a:p>
          <a:p>
            <a:pPr marL="0" lvl="0" indent="0">
              <a:lnSpc>
                <a:spcPct val="107000"/>
              </a:lnSpc>
              <a:spcAft>
                <a:spcPts val="800"/>
              </a:spcAft>
              <a:buNone/>
              <a:tabLst>
                <a:tab pos="457200" algn="l"/>
              </a:tabLst>
            </a:pPr>
            <a:r>
              <a:rPr lang="en-IN" sz="1800" b="1" kern="100" dirty="0">
                <a:latin typeface="Calibri" panose="020F0502020204030204" pitchFamily="34" charset="0"/>
                <a:ea typeface="Calibri" panose="020F0502020204030204" pitchFamily="34" charset="0"/>
                <a:cs typeface="Times New Roman" panose="02020603050405020304" pitchFamily="18" charset="0"/>
              </a:rPr>
              <a:t>3. </a:t>
            </a: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Problem:</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 RAID 10 array has 8 disks of 1 TB each. What is the usable storage capacity and fault tolerance?</a:t>
            </a:r>
          </a:p>
          <a:p>
            <a:pPr marL="0" lvl="0" indent="0">
              <a:lnSpc>
                <a:spcPct val="107000"/>
              </a:lnSpc>
              <a:spcAft>
                <a:spcPts val="800"/>
              </a:spcAft>
              <a:buNone/>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4. Problem:</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Explain why RAID is not a substitute for backups.</a:t>
            </a:r>
          </a:p>
          <a:p>
            <a:pPr marL="342900" lvl="0" indent="-342900">
              <a:lnSpc>
                <a:spcPct val="107000"/>
              </a:lnSpc>
              <a:spcAft>
                <a:spcPts val="800"/>
              </a:spcAft>
              <a:buFont typeface="+mj-lt"/>
              <a:buAutoNum type="arabicPeriod" startAt="8"/>
              <a:tabLst>
                <a:tab pos="457200" algn="l"/>
              </a:tabLst>
            </a:pPr>
            <a:endParaRPr lang="en-IN" sz="1800" dirty="0"/>
          </a:p>
        </p:txBody>
      </p:sp>
      <p:sp>
        <p:nvSpPr>
          <p:cNvPr id="9" name="Rectangle 6">
            <a:extLst>
              <a:ext uri="{FF2B5EF4-FFF2-40B4-BE49-F238E27FC236}">
                <a16:creationId xmlns:a16="http://schemas.microsoft.com/office/drawing/2014/main" id="{BBF7CF4E-2CD4-8CFA-89FB-D43939C602A4}"/>
              </a:ext>
            </a:extLst>
          </p:cNvPr>
          <p:cNvSpPr>
            <a:spLocks noChangeArrowheads="1"/>
          </p:cNvSpPr>
          <p:nvPr/>
        </p:nvSpPr>
        <p:spPr bwMode="auto">
          <a:xfrm>
            <a:off x="0" y="0"/>
            <a:ext cx="9144000" cy="12700"/>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2373139598"/>
      </p:ext>
    </p:extLst>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7A156-84A4-37EC-1A48-21FC573D733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95DF53-0869-425E-780E-27107316141B}"/>
              </a:ext>
            </a:extLst>
          </p:cNvPr>
          <p:cNvSpPr>
            <a:spLocks noGrp="1"/>
          </p:cNvSpPr>
          <p:nvPr>
            <p:ph idx="1"/>
          </p:nvPr>
        </p:nvSpPr>
        <p:spPr>
          <a:xfrm>
            <a:off x="114299" y="914400"/>
            <a:ext cx="8915401" cy="5753101"/>
          </a:xfrm>
        </p:spPr>
        <p:txBody>
          <a:bodyPr/>
          <a:lstStyle/>
          <a:p>
            <a:pPr marL="0" indent="0" defTabSz="914400">
              <a:spcBef>
                <a:spcPct val="0"/>
              </a:spcBef>
              <a:buClrTx/>
              <a:buNone/>
              <a:tabLst/>
            </a:pPr>
            <a:r>
              <a:rPr lang="en-US" altLang="en-US" sz="1400" b="1" kern="100" dirty="0">
                <a:latin typeface="Calibri" panose="020F0502020204030204" pitchFamily="34" charset="0"/>
                <a:ea typeface="Calibri" panose="020F0502020204030204" pitchFamily="34" charset="0"/>
                <a:cs typeface="Times New Roman" panose="02020603050405020304" pitchFamily="18" charset="0"/>
              </a:rPr>
              <a:t>1. Problem:</a:t>
            </a:r>
            <a:b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br>
            <a:r>
              <a:rPr lang="en-US" altLang="en-US" sz="1400" kern="100" dirty="0">
                <a:latin typeface="Calibri" panose="020F0502020204030204" pitchFamily="34" charset="0"/>
                <a:ea typeface="Calibri" panose="020F0502020204030204" pitchFamily="34" charset="0"/>
                <a:cs typeface="Times New Roman" panose="02020603050405020304" pitchFamily="18" charset="0"/>
              </a:rPr>
              <a:t>A RAID 10 array has 8 disks of 1 TB each. What is the usable storage capacity and fault tolerance?</a:t>
            </a:r>
            <a:br>
              <a:rPr lang="en-US" altLang="en-US" sz="1400" kern="100" dirty="0">
                <a:latin typeface="Calibri" panose="020F0502020204030204" pitchFamily="34" charset="0"/>
                <a:ea typeface="Calibri" panose="020F0502020204030204" pitchFamily="34" charset="0"/>
                <a:cs typeface="Times New Roman" panose="02020603050405020304" pitchFamily="18" charset="0"/>
              </a:rPr>
            </a:br>
            <a:r>
              <a:rPr lang="en-US" altLang="en-US" sz="1400" b="1" kern="100" dirty="0">
                <a:latin typeface="Calibri" panose="020F0502020204030204" pitchFamily="34" charset="0"/>
                <a:ea typeface="Calibri" panose="020F0502020204030204" pitchFamily="34" charset="0"/>
                <a:cs typeface="Times New Roman" panose="02020603050405020304" pitchFamily="18" charset="0"/>
              </a:rPr>
              <a:t>            Solution: </a:t>
            </a:r>
          </a:p>
          <a:p>
            <a:pPr marL="123825" indent="0" defTabSz="914400">
              <a:spcBef>
                <a:spcPct val="0"/>
              </a:spcBef>
              <a:buClrTx/>
              <a:buNone/>
              <a:tabLst/>
            </a:pPr>
            <a:r>
              <a:rPr lang="en-US" altLang="en-US" sz="1400" kern="100" dirty="0">
                <a:latin typeface="Calibri" panose="020F0502020204030204" pitchFamily="34" charset="0"/>
                <a:ea typeface="Calibri" panose="020F0502020204030204" pitchFamily="34" charset="0"/>
                <a:cs typeface="Times New Roman" panose="02020603050405020304" pitchFamily="18" charset="0"/>
              </a:rPr>
              <a:t>         Usable storage = Half the total disk size = (8 / 2) × 1 TB = 4 TB.</a:t>
            </a:r>
          </a:p>
          <a:p>
            <a:pPr marL="457200" lvl="1" indent="0" defTabSz="914400">
              <a:spcBef>
                <a:spcPct val="0"/>
              </a:spcBef>
              <a:buClrTx/>
              <a:buNone/>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Fault tolerance: Can tolerate multiple disk failures as long as no mirrored pair is lost.</a:t>
            </a:r>
            <a:endParaRPr kumimoji="0" lang="en-US" altLang="en-US" sz="1400" b="0" i="0" u="none" strike="noStrike" cap="none" normalizeH="0" baseline="0" dirty="0">
              <a:ln>
                <a:noFill/>
              </a:ln>
              <a:solidFill>
                <a:schemeClr val="tx1"/>
              </a:solidFill>
              <a:effectLst/>
            </a:endParaRPr>
          </a:p>
          <a:p>
            <a:pPr marL="0" lvl="0" indent="0">
              <a:lnSpc>
                <a:spcPct val="107000"/>
              </a:lnSpc>
              <a:spcAft>
                <a:spcPts val="800"/>
              </a:spcAft>
              <a:buNone/>
              <a:tabLst>
                <a:tab pos="457200" algn="l"/>
              </a:tabLs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2. Problem:</a:t>
            </a:r>
            <a:br>
              <a:rPr lang="en-IN" sz="1400" kern="100" dirty="0">
                <a:effectLst/>
                <a:latin typeface="Calibri" panose="020F0502020204030204" pitchFamily="34" charset="0"/>
                <a:ea typeface="Calibri" panose="020F0502020204030204" pitchFamily="34" charset="0"/>
                <a:cs typeface="Times New Roman" panose="02020603050405020304" pitchFamily="18" charset="0"/>
              </a:rPr>
            </a:b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A RAID 6 array consists of 6 disks, each 10 TB. What is the total usable storage, and how many disk failures can it tolerate?</a:t>
            </a:r>
            <a:br>
              <a:rPr lang="en-IN" sz="1400" kern="100" dirty="0">
                <a:effectLst/>
                <a:latin typeface="Calibri" panose="020F0502020204030204" pitchFamily="34" charset="0"/>
                <a:ea typeface="Calibri" panose="020F0502020204030204" pitchFamily="34" charset="0"/>
                <a:cs typeface="Times New Roman" panose="02020603050405020304" pitchFamily="18" charset="0"/>
              </a:rPr>
            </a:b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Solution:</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a:t>
            </a:r>
          </a:p>
          <a:p>
            <a:pPr marL="742950" lvl="1" indent="-285750">
              <a:lnSpc>
                <a:spcPct val="107000"/>
              </a:lnSpc>
              <a:spcBef>
                <a:spcPts val="0"/>
              </a:spcBef>
              <a:spcAft>
                <a:spcPts val="0"/>
              </a:spcAft>
              <a:buSzPts val="1000"/>
              <a:buFont typeface="Courier New" panose="02070309020205020404" pitchFamily="49" charset="0"/>
              <a:buChar char="o"/>
              <a:tabLst>
                <a:tab pos="914400" algn="l"/>
              </a:tabLs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Usable storage = (Number of disks - 2) × Disk size = (6 - 2) × 10 TB = 40</a:t>
            </a: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 TB</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a:t>
            </a:r>
          </a:p>
          <a:p>
            <a:pPr marL="742950" lvl="1" indent="-285750">
              <a:lnSpc>
                <a:spcPct val="107000"/>
              </a:lnSpc>
              <a:spcBef>
                <a:spcPts val="0"/>
              </a:spcBef>
              <a:spcAft>
                <a:spcPts val="0"/>
              </a:spcAft>
              <a:buSzPts val="1000"/>
              <a:buFont typeface="Courier New" panose="02070309020205020404" pitchFamily="49" charset="0"/>
              <a:buChar char="o"/>
              <a:tabLst>
                <a:tab pos="914400" algn="l"/>
              </a:tabLst>
            </a:pPr>
            <a:r>
              <a:rPr lang="en-IN" sz="1400" dirty="0">
                <a:effectLst/>
                <a:latin typeface="Calibri" panose="020F0502020204030204" pitchFamily="34" charset="0"/>
                <a:ea typeface="Calibri" panose="020F0502020204030204" pitchFamily="34" charset="0"/>
                <a:cs typeface="Times New Roman" panose="02020603050405020304" pitchFamily="18" charset="0"/>
              </a:rPr>
              <a:t>Tolerates up to </a:t>
            </a:r>
            <a:r>
              <a:rPr lang="en-IN" sz="1400" b="1" dirty="0">
                <a:effectLst/>
                <a:latin typeface="Calibri" panose="020F0502020204030204" pitchFamily="34" charset="0"/>
                <a:ea typeface="Calibri" panose="020F0502020204030204" pitchFamily="34" charset="0"/>
                <a:cs typeface="Times New Roman" panose="02020603050405020304" pitchFamily="18" charset="0"/>
              </a:rPr>
              <a:t>2 disk failures</a:t>
            </a:r>
            <a:r>
              <a:rPr lang="en-IN" sz="1400" dirty="0">
                <a:effectLst/>
                <a:latin typeface="Calibri" panose="020F0502020204030204" pitchFamily="34" charset="0"/>
                <a:ea typeface="Calibri" panose="020F0502020204030204" pitchFamily="34" charset="0"/>
                <a:cs typeface="Times New Roman" panose="02020603050405020304" pitchFamily="18" charset="0"/>
              </a:rPr>
              <a:t>.  </a:t>
            </a:r>
          </a:p>
          <a:p>
            <a:pPr marL="0" lvl="0" indent="0">
              <a:lnSpc>
                <a:spcPct val="107000"/>
              </a:lnSpc>
              <a:spcBef>
                <a:spcPts val="0"/>
              </a:spcBef>
              <a:spcAft>
                <a:spcPts val="0"/>
              </a:spcAft>
              <a:buNone/>
              <a:tabLst>
                <a:tab pos="457200" algn="l"/>
              </a:tabLst>
            </a:pPr>
            <a:endParaRPr lang="en-IN" sz="14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spcBef>
                <a:spcPts val="0"/>
              </a:spcBef>
              <a:spcAft>
                <a:spcPts val="0"/>
              </a:spcAft>
              <a:buNone/>
              <a:tabLst>
                <a:tab pos="457200" algn="l"/>
              </a:tabLs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3. Problem:</a:t>
            </a:r>
            <a:br>
              <a:rPr lang="en-IN" sz="1400" kern="100" dirty="0">
                <a:effectLst/>
                <a:latin typeface="Calibri" panose="020F0502020204030204" pitchFamily="34" charset="0"/>
                <a:ea typeface="Calibri" panose="020F0502020204030204" pitchFamily="34" charset="0"/>
                <a:cs typeface="Times New Roman" panose="02020603050405020304" pitchFamily="18" charset="0"/>
              </a:rPr>
            </a:b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A RAID 10 array has 8 disks of 1 TB each. What is the usable storage capacity and fault tolerance?</a:t>
            </a:r>
            <a:br>
              <a:rPr lang="en-IN" sz="1400" kern="100" dirty="0">
                <a:effectLst/>
                <a:latin typeface="Calibri" panose="020F0502020204030204" pitchFamily="34" charset="0"/>
                <a:ea typeface="Calibri" panose="020F0502020204030204" pitchFamily="34" charset="0"/>
                <a:cs typeface="Times New Roman" panose="02020603050405020304" pitchFamily="18" charset="0"/>
              </a:rPr>
            </a:b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Solution:</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a:t>
            </a:r>
          </a:p>
          <a:p>
            <a:pPr marL="742950" lvl="1" indent="-285750">
              <a:lnSpc>
                <a:spcPct val="107000"/>
              </a:lnSpc>
              <a:spcBef>
                <a:spcPts val="0"/>
              </a:spcBef>
              <a:spcAft>
                <a:spcPts val="0"/>
              </a:spcAft>
              <a:buSzPts val="1000"/>
              <a:buFont typeface="Courier New" panose="02070309020205020404" pitchFamily="49" charset="0"/>
              <a:buChar char="o"/>
              <a:tabLst>
                <a:tab pos="914400" algn="l"/>
              </a:tabLs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Usable storage = Half the total disk size = (8 / 2) × 1 TB = </a:t>
            </a: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4 TB</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a:t>
            </a:r>
          </a:p>
          <a:p>
            <a:pPr marL="742950" lvl="1" indent="-285750">
              <a:lnSpc>
                <a:spcPct val="107000"/>
              </a:lnSpc>
              <a:spcBef>
                <a:spcPts val="0"/>
              </a:spcBef>
              <a:spcAft>
                <a:spcPts val="0"/>
              </a:spcAft>
              <a:buSzPts val="1000"/>
              <a:buFont typeface="Courier New" panose="02070309020205020404" pitchFamily="49" charset="0"/>
              <a:buChar char="o"/>
              <a:tabLst>
                <a:tab pos="914400" algn="l"/>
              </a:tabLst>
            </a:pPr>
            <a:r>
              <a:rPr lang="en-IN" sz="1400" dirty="0">
                <a:effectLst/>
                <a:latin typeface="Calibri" panose="020F0502020204030204" pitchFamily="34" charset="0"/>
                <a:ea typeface="Calibri" panose="020F0502020204030204" pitchFamily="34" charset="0"/>
                <a:cs typeface="Times New Roman" panose="02020603050405020304" pitchFamily="18" charset="0"/>
              </a:rPr>
              <a:t>Fault tolerance: Can tolerate multiple disk failures as long as no mirrored pair is lost.  </a:t>
            </a:r>
          </a:p>
          <a:p>
            <a:pPr marL="0" lvl="0" indent="0">
              <a:lnSpc>
                <a:spcPct val="107000"/>
              </a:lnSpc>
              <a:spcBef>
                <a:spcPts val="0"/>
              </a:spcBef>
              <a:spcAft>
                <a:spcPts val="0"/>
              </a:spcAft>
              <a:buNone/>
              <a:tabLst>
                <a:tab pos="457200" algn="l"/>
              </a:tabLst>
            </a:pPr>
            <a:endParaRPr lang="en-IN" sz="14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spcBef>
                <a:spcPts val="0"/>
              </a:spcBef>
              <a:spcAft>
                <a:spcPts val="0"/>
              </a:spcAft>
              <a:buNone/>
              <a:tabLst>
                <a:tab pos="457200" algn="l"/>
              </a:tabLs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4. Problem:</a:t>
            </a:r>
            <a:br>
              <a:rPr lang="en-IN" sz="1400" kern="100" dirty="0">
                <a:effectLst/>
                <a:latin typeface="Calibri" panose="020F0502020204030204" pitchFamily="34" charset="0"/>
                <a:ea typeface="Calibri" panose="020F0502020204030204" pitchFamily="34" charset="0"/>
                <a:cs typeface="Times New Roman" panose="02020603050405020304" pitchFamily="18" charset="0"/>
              </a:rPr>
            </a:b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Explain why RAID is not a substitute for backups.</a:t>
            </a:r>
            <a:br>
              <a:rPr lang="en-IN" sz="1400" kern="100" dirty="0">
                <a:effectLst/>
                <a:latin typeface="Calibri" panose="020F0502020204030204" pitchFamily="34" charset="0"/>
                <a:ea typeface="Calibri" panose="020F0502020204030204" pitchFamily="34" charset="0"/>
                <a:cs typeface="Times New Roman" panose="02020603050405020304" pitchFamily="18" charset="0"/>
              </a:rPr>
            </a:b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Solution:</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Bef>
                <a:spcPts val="0"/>
              </a:spcBef>
              <a:spcAft>
                <a:spcPts val="0"/>
              </a:spcAft>
              <a:buSzPts val="1000"/>
              <a:buFont typeface="Courier New" panose="02070309020205020404" pitchFamily="49" charset="0"/>
              <a:buChar char="o"/>
              <a:tabLst>
                <a:tab pos="914400" algn="l"/>
              </a:tabLs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RAID protects against hardware failures but not against data corruption, accidental deletion, or malware. Backups provide an independent data copy for recovery.</a:t>
            </a:r>
          </a:p>
          <a:p>
            <a:pPr marL="0" lvl="0" indent="0">
              <a:lnSpc>
                <a:spcPct val="107000"/>
              </a:lnSpc>
              <a:spcBef>
                <a:spcPts val="0"/>
              </a:spcBef>
              <a:spcAft>
                <a:spcPts val="0"/>
              </a:spcAft>
              <a:buNone/>
              <a:tabLst>
                <a:tab pos="457200" algn="l"/>
              </a:tabLst>
            </a:pPr>
            <a:endParaRPr lang="en-IN" sz="14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angle 6">
            <a:extLst>
              <a:ext uri="{FF2B5EF4-FFF2-40B4-BE49-F238E27FC236}">
                <a16:creationId xmlns:a16="http://schemas.microsoft.com/office/drawing/2014/main" id="{620D0810-EF9A-11C2-9FB6-FCCB8C048201}"/>
              </a:ext>
            </a:extLst>
          </p:cNvPr>
          <p:cNvSpPr>
            <a:spLocks noChangeArrowheads="1"/>
          </p:cNvSpPr>
          <p:nvPr/>
        </p:nvSpPr>
        <p:spPr bwMode="auto">
          <a:xfrm>
            <a:off x="0" y="0"/>
            <a:ext cx="9144000" cy="12700"/>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Title 1">
            <a:extLst>
              <a:ext uri="{FF2B5EF4-FFF2-40B4-BE49-F238E27FC236}">
                <a16:creationId xmlns:a16="http://schemas.microsoft.com/office/drawing/2014/main" id="{58909DD5-CD0C-B398-A846-D547C467F02B}"/>
              </a:ext>
            </a:extLst>
          </p:cNvPr>
          <p:cNvSpPr>
            <a:spLocks noGrp="1"/>
          </p:cNvSpPr>
          <p:nvPr>
            <p:ph type="title"/>
          </p:nvPr>
        </p:nvSpPr>
        <p:spPr>
          <a:xfrm>
            <a:off x="225425" y="584200"/>
            <a:ext cx="8705850" cy="279400"/>
          </a:xfrm>
        </p:spPr>
        <p:txBody>
          <a:bodyPr/>
          <a:lstStyle/>
          <a:p>
            <a:pPr algn="ctr"/>
            <a:r>
              <a:rPr lang="en-GB" sz="2100" i="0" dirty="0">
                <a:solidFill>
                  <a:srgbClr val="C00000"/>
                </a:solidFill>
              </a:rPr>
              <a:t>Solutions</a:t>
            </a:r>
            <a:endParaRPr lang="en-IN" sz="2100" i="0" dirty="0">
              <a:solidFill>
                <a:srgbClr val="C00000"/>
              </a:solidFill>
            </a:endParaRPr>
          </a:p>
        </p:txBody>
      </p:sp>
    </p:spTree>
    <p:extLst>
      <p:ext uri="{BB962C8B-B14F-4D97-AF65-F5344CB8AC3E}">
        <p14:creationId xmlns:p14="http://schemas.microsoft.com/office/powerpoint/2010/main" val="1405565754"/>
      </p:ext>
    </p:extLst>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517AE-8D2A-0212-FC23-82922AABD7B2}"/>
              </a:ext>
            </a:extLst>
          </p:cNvPr>
          <p:cNvSpPr>
            <a:spLocks noGrp="1"/>
          </p:cNvSpPr>
          <p:nvPr>
            <p:ph type="title"/>
          </p:nvPr>
        </p:nvSpPr>
        <p:spPr/>
        <p:txBody>
          <a:bodyPr/>
          <a:lstStyle/>
          <a:p>
            <a:endParaRPr lang="en-IN"/>
          </a:p>
        </p:txBody>
      </p:sp>
      <p:sp>
        <p:nvSpPr>
          <p:cNvPr id="5" name="TextBox 4">
            <a:extLst>
              <a:ext uri="{FF2B5EF4-FFF2-40B4-BE49-F238E27FC236}">
                <a16:creationId xmlns:a16="http://schemas.microsoft.com/office/drawing/2014/main" id="{09EFF9CE-3334-9C18-152C-C66382844F0B}"/>
              </a:ext>
            </a:extLst>
          </p:cNvPr>
          <p:cNvSpPr txBox="1"/>
          <p:nvPr/>
        </p:nvSpPr>
        <p:spPr>
          <a:xfrm>
            <a:off x="533400" y="1440928"/>
            <a:ext cx="7696200" cy="3428183"/>
          </a:xfrm>
          <a:prstGeom prst="rect">
            <a:avLst/>
          </a:prstGeom>
          <a:noFill/>
        </p:spPr>
        <p:txBody>
          <a:bodyPr wrap="square">
            <a:spAutoFit/>
          </a:bodyPr>
          <a:lstStyle/>
          <a:p>
            <a:pPr marL="0" indent="0">
              <a:lnSpc>
                <a:spcPct val="107000"/>
              </a:lnSpc>
              <a:spcAft>
                <a:spcPts val="800"/>
              </a:spcAft>
              <a:buNone/>
            </a:pPr>
            <a:r>
              <a:rPr lang="en-IN" sz="1800" b="1" kern="100" dirty="0">
                <a:latin typeface="Calibri" panose="020F0502020204030204" pitchFamily="34" charset="0"/>
                <a:ea typeface="Calibri" panose="020F0502020204030204" pitchFamily="34" charset="0"/>
                <a:cs typeface="Times New Roman" panose="02020603050405020304" pitchFamily="18" charset="0"/>
              </a:rPr>
              <a:t>5. Problem</a:t>
            </a:r>
            <a:br>
              <a:rPr lang="en-IN" sz="1800" b="1" kern="100" dirty="0">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Calculate the probability of failure in a RAID 6 array with 5 disks, each with a 2% failure rate over a year.</a:t>
            </a:r>
          </a:p>
          <a:p>
            <a:pPr marL="0" indent="0">
              <a:lnSpc>
                <a:spcPct val="107000"/>
              </a:lnSpc>
              <a:spcAft>
                <a:spcPts val="800"/>
              </a:spcAft>
              <a:buNone/>
            </a:pPr>
            <a:r>
              <a:rPr lang="en-IN" sz="1800" b="1" kern="100" dirty="0">
                <a:latin typeface="Calibri" panose="020F0502020204030204" pitchFamily="34" charset="0"/>
                <a:ea typeface="Calibri" panose="020F0502020204030204" pitchFamily="34" charset="0"/>
                <a:cs typeface="Times New Roman" panose="02020603050405020304" pitchFamily="18" charset="0"/>
              </a:rPr>
              <a:t>6. Rebuilding a RAID 5 Array</a:t>
            </a:r>
          </a:p>
          <a:p>
            <a:pPr marL="342900" lvl="0" indent="-342900">
              <a:spcBef>
                <a:spcPts val="0"/>
              </a:spcBef>
              <a:spcAft>
                <a:spcPts val="0"/>
              </a:spcAft>
              <a:buSzPts val="1000"/>
              <a:buFont typeface="Symbol" panose="05050102010706020507" pitchFamily="18" charset="2"/>
              <a:buChar char=""/>
              <a:tabLst>
                <a:tab pos="457200" algn="l"/>
              </a:tabLst>
            </a:pPr>
            <a:r>
              <a:rPr lang="en-IN" sz="1800" kern="100" dirty="0">
                <a:solidFill>
                  <a:schemeClr val="tx1"/>
                </a:solidFill>
                <a:latin typeface="Calibri" panose="020F0502020204030204" pitchFamily="34" charset="0"/>
                <a:ea typeface="Calibri" panose="020F0502020204030204" pitchFamily="34" charset="0"/>
                <a:cs typeface="Times New Roman" panose="02020603050405020304" pitchFamily="18" charset="0"/>
              </a:rPr>
              <a:t>RAID 5 setup with 4 disks: Disk A, Disk B, Disk C, and Disk D (parity disk rotates).</a:t>
            </a:r>
          </a:p>
          <a:p>
            <a:pPr marL="342900" lvl="0" indent="-342900">
              <a:spcBef>
                <a:spcPts val="0"/>
              </a:spcBef>
              <a:spcAft>
                <a:spcPts val="0"/>
              </a:spcAft>
              <a:buSzPts val="1000"/>
              <a:buFont typeface="Symbol" panose="05050102010706020507" pitchFamily="18" charset="2"/>
              <a:buChar char=""/>
              <a:tabLst>
                <a:tab pos="457200" algn="l"/>
              </a:tabLst>
            </a:pPr>
            <a:r>
              <a:rPr lang="en-IN" sz="1800" kern="100" dirty="0">
                <a:solidFill>
                  <a:schemeClr val="tx1"/>
                </a:solidFill>
                <a:latin typeface="Calibri" panose="020F0502020204030204" pitchFamily="34" charset="0"/>
                <a:ea typeface="Calibri" panose="020F0502020204030204" pitchFamily="34" charset="0"/>
                <a:cs typeface="Times New Roman" panose="02020603050405020304" pitchFamily="18" charset="0"/>
              </a:rPr>
              <a:t>Each disk contains 4 blocks of data.</a:t>
            </a:r>
          </a:p>
          <a:p>
            <a:pPr marL="342900" lvl="0" indent="-342900">
              <a:spcBef>
                <a:spcPts val="0"/>
              </a:spcBef>
              <a:spcAft>
                <a:spcPts val="0"/>
              </a:spcAft>
              <a:buSzPts val="1000"/>
              <a:buFont typeface="Symbol" panose="05050102010706020507" pitchFamily="18" charset="2"/>
              <a:buChar char=""/>
              <a:tabLst>
                <a:tab pos="457200" algn="l"/>
              </a:tabLst>
            </a:pPr>
            <a:r>
              <a:rPr lang="en-IN" sz="1800" kern="100" dirty="0">
                <a:solidFill>
                  <a:schemeClr val="tx1"/>
                </a:solidFill>
                <a:latin typeface="Calibri" panose="020F0502020204030204" pitchFamily="34" charset="0"/>
                <a:ea typeface="Calibri" panose="020F0502020204030204" pitchFamily="34" charset="0"/>
                <a:cs typeface="Times New Roman" panose="02020603050405020304" pitchFamily="18" charset="0"/>
              </a:rPr>
              <a:t>Disk A fails, and we need to rebuild its data using the parity information.</a:t>
            </a:r>
          </a:p>
          <a:p>
            <a:pPr marL="0" indent="0">
              <a:spcBef>
                <a:spcPts val="0"/>
              </a:spcBef>
              <a:spcAft>
                <a:spcPts val="0"/>
              </a:spcAft>
              <a:buNone/>
            </a:pPr>
            <a:r>
              <a:rPr lang="en-IN" sz="1800" b="1" kern="100" dirty="0">
                <a:latin typeface="Calibri" panose="020F0502020204030204" pitchFamily="34" charset="0"/>
                <a:ea typeface="Calibri" panose="020F0502020204030204" pitchFamily="34" charset="0"/>
                <a:cs typeface="Times New Roman" panose="02020603050405020304" pitchFamily="18" charset="0"/>
              </a:rPr>
              <a:t>       </a:t>
            </a:r>
          </a:p>
          <a:p>
            <a:pPr marL="0" indent="0">
              <a:spcBef>
                <a:spcPts val="0"/>
              </a:spcBef>
              <a:spcAft>
                <a:spcPts val="0"/>
              </a:spcAft>
              <a:buNone/>
            </a:pPr>
            <a:r>
              <a:rPr lang="en-IN" sz="1800" b="1" kern="100" dirty="0">
                <a:latin typeface="Calibri" panose="020F0502020204030204" pitchFamily="34" charset="0"/>
                <a:ea typeface="Calibri" panose="020F0502020204030204" pitchFamily="34" charset="0"/>
                <a:cs typeface="Times New Roman" panose="02020603050405020304" pitchFamily="18" charset="0"/>
              </a:rPr>
              <a:t>Data Structure Before Failure:</a:t>
            </a:r>
          </a:p>
          <a:p>
            <a:pPr marL="342900" lvl="0" indent="-342900">
              <a:lnSpc>
                <a:spcPct val="107000"/>
              </a:lnSpc>
              <a:spcAft>
                <a:spcPts val="800"/>
              </a:spcAft>
              <a:buFont typeface="+mj-lt"/>
              <a:buAutoNum type="arabicPeriod" startAt="8"/>
              <a:tabLst>
                <a:tab pos="457200" algn="l"/>
              </a:tabLs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10" name="Table 9">
            <a:extLst>
              <a:ext uri="{FF2B5EF4-FFF2-40B4-BE49-F238E27FC236}">
                <a16:creationId xmlns:a16="http://schemas.microsoft.com/office/drawing/2014/main" id="{8F907220-ABEE-4022-7831-69032B5F6DE0}"/>
              </a:ext>
            </a:extLst>
          </p:cNvPr>
          <p:cNvGraphicFramePr>
            <a:graphicFrameLocks noGrp="1"/>
          </p:cNvGraphicFramePr>
          <p:nvPr>
            <p:extLst>
              <p:ext uri="{D42A27DB-BD31-4B8C-83A1-F6EECF244321}">
                <p14:modId xmlns:p14="http://schemas.microsoft.com/office/powerpoint/2010/main" val="1132237700"/>
              </p:ext>
            </p:extLst>
          </p:nvPr>
        </p:nvGraphicFramePr>
        <p:xfrm>
          <a:off x="1143000" y="4648200"/>
          <a:ext cx="4886325" cy="952500"/>
        </p:xfrm>
        <a:graphic>
          <a:graphicData uri="http://schemas.openxmlformats.org/drawingml/2006/table">
            <a:tbl>
              <a:tblPr firstRow="1" firstCol="1" bandRow="1">
                <a:tableStyleId>{5C22544A-7EE6-4342-B048-85BDC9FD1C3A}</a:tableStyleId>
              </a:tblPr>
              <a:tblGrid>
                <a:gridCol w="977265">
                  <a:extLst>
                    <a:ext uri="{9D8B030D-6E8A-4147-A177-3AD203B41FA5}">
                      <a16:colId xmlns:a16="http://schemas.microsoft.com/office/drawing/2014/main" val="848995449"/>
                    </a:ext>
                  </a:extLst>
                </a:gridCol>
                <a:gridCol w="977265">
                  <a:extLst>
                    <a:ext uri="{9D8B030D-6E8A-4147-A177-3AD203B41FA5}">
                      <a16:colId xmlns:a16="http://schemas.microsoft.com/office/drawing/2014/main" val="121659741"/>
                    </a:ext>
                  </a:extLst>
                </a:gridCol>
                <a:gridCol w="977265">
                  <a:extLst>
                    <a:ext uri="{9D8B030D-6E8A-4147-A177-3AD203B41FA5}">
                      <a16:colId xmlns:a16="http://schemas.microsoft.com/office/drawing/2014/main" val="1123986467"/>
                    </a:ext>
                  </a:extLst>
                </a:gridCol>
                <a:gridCol w="977265">
                  <a:extLst>
                    <a:ext uri="{9D8B030D-6E8A-4147-A177-3AD203B41FA5}">
                      <a16:colId xmlns:a16="http://schemas.microsoft.com/office/drawing/2014/main" val="2075733686"/>
                    </a:ext>
                  </a:extLst>
                </a:gridCol>
                <a:gridCol w="977265">
                  <a:extLst>
                    <a:ext uri="{9D8B030D-6E8A-4147-A177-3AD203B41FA5}">
                      <a16:colId xmlns:a16="http://schemas.microsoft.com/office/drawing/2014/main" val="2064273809"/>
                    </a:ext>
                  </a:extLst>
                </a:gridCol>
              </a:tblGrid>
              <a:tr h="175260">
                <a:tc>
                  <a:txBody>
                    <a:bodyPr/>
                    <a:lstStyle/>
                    <a:p>
                      <a:pPr>
                        <a:lnSpc>
                          <a:spcPct val="107000"/>
                        </a:lnSpc>
                        <a:spcAft>
                          <a:spcPts val="800"/>
                        </a:spcAft>
                      </a:pPr>
                      <a:r>
                        <a:rPr lang="en-IN" sz="1100" kern="100">
                          <a:effectLst/>
                        </a:rPr>
                        <a:t>Block</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kern="100" dirty="0">
                          <a:effectLst/>
                        </a:rPr>
                        <a:t>Disk A</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kern="100">
                          <a:effectLst/>
                        </a:rPr>
                        <a:t>Disk B</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kern="100">
                          <a:effectLst/>
                        </a:rPr>
                        <a:t>Disk C</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kern="100">
                          <a:effectLst/>
                        </a:rPr>
                        <a:t>Disk D (Parity)</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465939138"/>
                  </a:ext>
                </a:extLst>
              </a:tr>
              <a:tr h="175260">
                <a:tc>
                  <a:txBody>
                    <a:bodyPr/>
                    <a:lstStyle/>
                    <a:p>
                      <a:pPr>
                        <a:lnSpc>
                          <a:spcPct val="107000"/>
                        </a:lnSpc>
                        <a:spcAft>
                          <a:spcPts val="800"/>
                        </a:spcAft>
                      </a:pPr>
                      <a:r>
                        <a:rPr lang="en-IN" sz="1100" kern="100">
                          <a:effectLst/>
                        </a:rPr>
                        <a:t>1</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kern="100">
                          <a:effectLst/>
                        </a:rPr>
                        <a:t>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kern="100" dirty="0">
                          <a:effectLst/>
                        </a:rPr>
                        <a:t>7</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kern="100">
                          <a:effectLst/>
                        </a:rPr>
                        <a:t>3</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kern="100">
                          <a:effectLst/>
                        </a:rPr>
                        <a:t>P1</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02812624"/>
                  </a:ext>
                </a:extLst>
              </a:tr>
              <a:tr h="175260">
                <a:tc>
                  <a:txBody>
                    <a:bodyPr/>
                    <a:lstStyle/>
                    <a:p>
                      <a:pPr>
                        <a:lnSpc>
                          <a:spcPct val="107000"/>
                        </a:lnSpc>
                        <a:spcAft>
                          <a:spcPts val="800"/>
                        </a:spcAft>
                      </a:pPr>
                      <a:r>
                        <a:rPr lang="en-IN" sz="1100" kern="100">
                          <a:effectLst/>
                        </a:rPr>
                        <a:t>2</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kern="100">
                          <a:effectLst/>
                        </a:rPr>
                        <a:t>2</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kern="100">
                          <a:effectLst/>
                        </a:rPr>
                        <a:t>4</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kern="100">
                          <a:effectLst/>
                        </a:rPr>
                        <a:t>6</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kern="100">
                          <a:effectLst/>
                        </a:rPr>
                        <a:t>P2</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434970866"/>
                  </a:ext>
                </a:extLst>
              </a:tr>
              <a:tr h="175260">
                <a:tc>
                  <a:txBody>
                    <a:bodyPr/>
                    <a:lstStyle/>
                    <a:p>
                      <a:pPr>
                        <a:lnSpc>
                          <a:spcPct val="107000"/>
                        </a:lnSpc>
                        <a:spcAft>
                          <a:spcPts val="800"/>
                        </a:spcAft>
                      </a:pPr>
                      <a:r>
                        <a:rPr lang="en-IN" sz="1100" kern="100">
                          <a:effectLst/>
                        </a:rPr>
                        <a:t>3</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kern="100">
                          <a:effectLst/>
                        </a:rPr>
                        <a:t>1</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kern="100">
                          <a:effectLst/>
                        </a:rPr>
                        <a:t>8</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kern="100">
                          <a:effectLst/>
                        </a:rPr>
                        <a:t>2</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kern="100">
                          <a:effectLst/>
                        </a:rPr>
                        <a:t>P3</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061423730"/>
                  </a:ext>
                </a:extLst>
              </a:tr>
              <a:tr h="175260">
                <a:tc>
                  <a:txBody>
                    <a:bodyPr/>
                    <a:lstStyle/>
                    <a:p>
                      <a:pPr>
                        <a:lnSpc>
                          <a:spcPct val="107000"/>
                        </a:lnSpc>
                        <a:spcAft>
                          <a:spcPts val="800"/>
                        </a:spcAft>
                      </a:pPr>
                      <a:r>
                        <a:rPr lang="en-IN" sz="1100" kern="100">
                          <a:effectLst/>
                        </a:rPr>
                        <a:t>4</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kern="100">
                          <a:effectLst/>
                        </a:rPr>
                        <a:t>9</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kern="100">
                          <a:effectLst/>
                        </a:rPr>
                        <a:t>3</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kern="100">
                          <a:effectLst/>
                        </a:rPr>
                        <a:t>7</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kern="100" dirty="0">
                          <a:effectLst/>
                        </a:rPr>
                        <a:t>P4</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606017681"/>
                  </a:ext>
                </a:extLst>
              </a:tr>
            </a:tbl>
          </a:graphicData>
        </a:graphic>
      </p:graphicFrame>
    </p:spTree>
    <p:extLst>
      <p:ext uri="{BB962C8B-B14F-4D97-AF65-F5344CB8AC3E}">
        <p14:creationId xmlns:p14="http://schemas.microsoft.com/office/powerpoint/2010/main" val="1966880354"/>
      </p:ext>
    </p:extLst>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255ED-82A9-14EF-625F-23196A5874F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BFBDF5-F8F7-34F9-A73D-19FC90729A2F}"/>
              </a:ext>
            </a:extLst>
          </p:cNvPr>
          <p:cNvSpPr>
            <a:spLocks noGrp="1"/>
          </p:cNvSpPr>
          <p:nvPr>
            <p:ph idx="1"/>
          </p:nvPr>
        </p:nvSpPr>
        <p:spPr>
          <a:xfrm>
            <a:off x="228599" y="1143000"/>
            <a:ext cx="8915401" cy="4787901"/>
          </a:xfrm>
        </p:spPr>
        <p:txBody>
          <a:bodyPr/>
          <a:lstStyle/>
          <a:p>
            <a:pPr marL="0" lvl="0" indent="0">
              <a:lnSpc>
                <a:spcPct val="107000"/>
              </a:lnSpc>
              <a:spcBef>
                <a:spcPts val="0"/>
              </a:spcBef>
              <a:spcAft>
                <a:spcPts val="0"/>
              </a:spcAft>
              <a:buNone/>
              <a:tabLst>
                <a:tab pos="457200" algn="l"/>
              </a:tabLst>
            </a:pPr>
            <a:endParaRPr lang="en-IN" sz="14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spcBef>
                <a:spcPts val="0"/>
              </a:spcBef>
              <a:spcAft>
                <a:spcPts val="0"/>
              </a:spcAft>
              <a:buNone/>
              <a:tabLst>
                <a:tab pos="457200" algn="l"/>
              </a:tabLs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5. Problem:</a:t>
            </a:r>
            <a:br>
              <a:rPr lang="en-IN" sz="1400" kern="100" dirty="0">
                <a:effectLst/>
                <a:latin typeface="Calibri" panose="020F0502020204030204" pitchFamily="34" charset="0"/>
                <a:ea typeface="Calibri" panose="020F0502020204030204" pitchFamily="34" charset="0"/>
                <a:cs typeface="Times New Roman" panose="02020603050405020304" pitchFamily="18" charset="0"/>
              </a:rPr>
            </a:b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Calculate the probability of failure in a RAID 6 array with 5 disks, each with a 2% failure rate over a year.</a:t>
            </a:r>
            <a:br>
              <a:rPr lang="en-IN" sz="1400" kern="100" dirty="0">
                <a:effectLst/>
                <a:latin typeface="Calibri" panose="020F0502020204030204" pitchFamily="34" charset="0"/>
                <a:ea typeface="Calibri" panose="020F0502020204030204" pitchFamily="34" charset="0"/>
                <a:cs typeface="Times New Roman" panose="02020603050405020304" pitchFamily="18" charset="0"/>
              </a:rPr>
            </a:b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Solution:</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Bef>
                <a:spcPts val="0"/>
              </a:spcBef>
              <a:spcAft>
                <a:spcPts val="0"/>
              </a:spcAft>
              <a:buSzPts val="1000"/>
              <a:buFont typeface="Courier New" panose="02070309020205020404" pitchFamily="49" charset="0"/>
              <a:buChar char="o"/>
              <a:tabLst>
                <a:tab pos="914400" algn="l"/>
              </a:tabLs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Probability of a single disk failing = 0.02.</a:t>
            </a:r>
          </a:p>
          <a:p>
            <a:pPr marL="742950" lvl="1" indent="-285750">
              <a:lnSpc>
                <a:spcPct val="107000"/>
              </a:lnSpc>
              <a:spcBef>
                <a:spcPts val="0"/>
              </a:spcBef>
              <a:spcAft>
                <a:spcPts val="0"/>
              </a:spcAft>
              <a:buSzPts val="1000"/>
              <a:buFont typeface="Courier New" panose="02070309020205020404" pitchFamily="49" charset="0"/>
              <a:buChar char="o"/>
              <a:tabLst>
                <a:tab pos="914400" algn="l"/>
              </a:tabLst>
            </a:pPr>
            <a:r>
              <a:rPr lang="en-IN" sz="1400" dirty="0">
                <a:effectLst/>
                <a:latin typeface="Calibri" panose="020F0502020204030204" pitchFamily="34" charset="0"/>
                <a:ea typeface="Calibri" panose="020F0502020204030204" pitchFamily="34" charset="0"/>
                <a:cs typeface="Times New Roman" panose="02020603050405020304" pitchFamily="18" charset="0"/>
              </a:rPr>
              <a:t>Probability of two simultaneous failures ≈ (0.02 × 0.02) = </a:t>
            </a:r>
            <a:r>
              <a:rPr lang="en-IN" sz="1400" b="1" dirty="0">
                <a:effectLst/>
                <a:latin typeface="Calibri" panose="020F0502020204030204" pitchFamily="34" charset="0"/>
                <a:ea typeface="Calibri" panose="020F0502020204030204" pitchFamily="34" charset="0"/>
                <a:cs typeface="Times New Roman" panose="02020603050405020304" pitchFamily="18" charset="0"/>
              </a:rPr>
              <a:t>0.0004 or 0.04%</a:t>
            </a:r>
            <a:r>
              <a:rPr lang="en-IN" sz="1400" dirty="0">
                <a:effectLst/>
                <a:latin typeface="Calibri" panose="020F0502020204030204" pitchFamily="34" charset="0"/>
                <a:ea typeface="Calibri" panose="020F0502020204030204" pitchFamily="34" charset="0"/>
                <a:cs typeface="Times New Roman" panose="02020603050405020304" pitchFamily="18" charset="0"/>
              </a:rPr>
              <a:t>.</a:t>
            </a:r>
            <a:endParaRPr lang="en-IN" sz="1400" dirty="0"/>
          </a:p>
        </p:txBody>
      </p:sp>
      <p:sp>
        <p:nvSpPr>
          <p:cNvPr id="9" name="Rectangle 6">
            <a:extLst>
              <a:ext uri="{FF2B5EF4-FFF2-40B4-BE49-F238E27FC236}">
                <a16:creationId xmlns:a16="http://schemas.microsoft.com/office/drawing/2014/main" id="{2C9D601C-930F-585A-4BA4-64133F078B00}"/>
              </a:ext>
            </a:extLst>
          </p:cNvPr>
          <p:cNvSpPr>
            <a:spLocks noChangeArrowheads="1"/>
          </p:cNvSpPr>
          <p:nvPr/>
        </p:nvSpPr>
        <p:spPr bwMode="auto">
          <a:xfrm>
            <a:off x="0" y="0"/>
            <a:ext cx="9144000" cy="12700"/>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Title 1">
            <a:extLst>
              <a:ext uri="{FF2B5EF4-FFF2-40B4-BE49-F238E27FC236}">
                <a16:creationId xmlns:a16="http://schemas.microsoft.com/office/drawing/2014/main" id="{6FCFBCC2-45C2-E5D8-4DE7-C62B99B27026}"/>
              </a:ext>
            </a:extLst>
          </p:cNvPr>
          <p:cNvSpPr>
            <a:spLocks noGrp="1"/>
          </p:cNvSpPr>
          <p:nvPr>
            <p:ph type="title"/>
          </p:nvPr>
        </p:nvSpPr>
        <p:spPr>
          <a:xfrm>
            <a:off x="225425" y="584200"/>
            <a:ext cx="8705850" cy="279400"/>
          </a:xfrm>
        </p:spPr>
        <p:txBody>
          <a:bodyPr/>
          <a:lstStyle/>
          <a:p>
            <a:pPr algn="ctr"/>
            <a:r>
              <a:rPr lang="en-GB" sz="2100" i="0" dirty="0">
                <a:solidFill>
                  <a:srgbClr val="C00000"/>
                </a:solidFill>
              </a:rPr>
              <a:t>Solutions</a:t>
            </a:r>
            <a:endParaRPr lang="en-IN" sz="2100" i="0" dirty="0">
              <a:solidFill>
                <a:srgbClr val="C00000"/>
              </a:solidFill>
            </a:endParaRPr>
          </a:p>
        </p:txBody>
      </p:sp>
    </p:spTree>
    <p:extLst>
      <p:ext uri="{BB962C8B-B14F-4D97-AF65-F5344CB8AC3E}">
        <p14:creationId xmlns:p14="http://schemas.microsoft.com/office/powerpoint/2010/main" val="2138399021"/>
      </p:ext>
    </p:extLst>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C7366-0655-05D0-D147-B37205BA5C89}"/>
              </a:ext>
            </a:extLst>
          </p:cNvPr>
          <p:cNvSpPr>
            <a:spLocks noGrp="1"/>
          </p:cNvSpPr>
          <p:nvPr>
            <p:ph type="title"/>
          </p:nvPr>
        </p:nvSpPr>
        <p:spPr/>
        <p:txBody>
          <a:bodyPr/>
          <a:lstStyle/>
          <a:p>
            <a:pPr algn="ctr"/>
            <a:r>
              <a:rPr lang="en-GB" i="0" dirty="0">
                <a:solidFill>
                  <a:srgbClr val="C00000"/>
                </a:solidFill>
              </a:rPr>
              <a:t>Solutions</a:t>
            </a:r>
            <a:endParaRPr lang="en-IN" i="0" dirty="0">
              <a:solidFill>
                <a:srgbClr val="C00000"/>
              </a:solidFill>
            </a:endParaRPr>
          </a:p>
        </p:txBody>
      </p:sp>
      <p:sp>
        <p:nvSpPr>
          <p:cNvPr id="3" name="Content Placeholder 2">
            <a:extLst>
              <a:ext uri="{FF2B5EF4-FFF2-40B4-BE49-F238E27FC236}">
                <a16:creationId xmlns:a16="http://schemas.microsoft.com/office/drawing/2014/main" id="{3F6FB229-F1C8-F150-41B4-1EECA13CF9CA}"/>
              </a:ext>
            </a:extLst>
          </p:cNvPr>
          <p:cNvSpPr>
            <a:spLocks noGrp="1"/>
          </p:cNvSpPr>
          <p:nvPr>
            <p:ph idx="1"/>
          </p:nvPr>
        </p:nvSpPr>
        <p:spPr/>
        <p:txBody>
          <a:bodyPr/>
          <a:lstStyle/>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Parity Calculation (XOR for each block):</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P1 = A1 </a:t>
            </a:r>
            <a:r>
              <a:rPr lang="en-IN" sz="1800" kern="100" dirty="0">
                <a:effectLst/>
                <a:latin typeface="Cambria Math" panose="02040503050406030204" pitchFamily="18" charset="0"/>
                <a:ea typeface="Calibri" panose="020F0502020204030204" pitchFamily="34" charset="0"/>
                <a:cs typeface="Cambria Math" panose="02040503050406030204" pitchFamily="18" charset="0"/>
              </a:rPr>
              <a:t>⊕</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B1 </a:t>
            </a:r>
            <a:r>
              <a:rPr lang="en-IN" sz="1800" kern="100" dirty="0">
                <a:effectLst/>
                <a:latin typeface="Cambria Math" panose="02040503050406030204" pitchFamily="18" charset="0"/>
                <a:ea typeface="Calibri" panose="020F0502020204030204" pitchFamily="34" charset="0"/>
                <a:cs typeface="Cambria Math" panose="02040503050406030204" pitchFamily="18" charset="0"/>
              </a:rPr>
              <a:t>⊕</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C1</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P2 = A2 </a:t>
            </a:r>
            <a:r>
              <a:rPr lang="en-IN" sz="1800" kern="100" dirty="0">
                <a:effectLst/>
                <a:latin typeface="Cambria Math" panose="02040503050406030204" pitchFamily="18" charset="0"/>
                <a:ea typeface="Calibri" panose="020F0502020204030204" pitchFamily="34" charset="0"/>
                <a:cs typeface="Cambria Math" panose="02040503050406030204" pitchFamily="18" charset="0"/>
              </a:rPr>
              <a:t>⊕</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B2 </a:t>
            </a:r>
            <a:r>
              <a:rPr lang="en-IN" sz="1800" kern="100" dirty="0">
                <a:effectLst/>
                <a:latin typeface="Cambria Math" panose="02040503050406030204" pitchFamily="18" charset="0"/>
                <a:ea typeface="Calibri" panose="020F0502020204030204" pitchFamily="34" charset="0"/>
                <a:cs typeface="Cambria Math" panose="02040503050406030204" pitchFamily="18" charset="0"/>
              </a:rPr>
              <a:t>⊕</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C2, and so on.</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Rebuilding Disk A (Example for Block 1):</a:t>
            </a: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Known values:</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B1=7,C1=3,P1=1 </a:t>
            </a: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Calculate missing A1:</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A1=P1</a:t>
            </a:r>
            <a:r>
              <a:rPr lang="en-IN" sz="1800" kern="100" dirty="0">
                <a:effectLst/>
                <a:latin typeface="Cambria Math" panose="02040503050406030204" pitchFamily="18" charset="0"/>
                <a:ea typeface="Calibri" panose="020F0502020204030204" pitchFamily="34" charset="0"/>
                <a:cs typeface="Cambria Math" panose="02040503050406030204" pitchFamily="18" charset="0"/>
              </a:rPr>
              <a:t>⊕</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B1</a:t>
            </a:r>
            <a:r>
              <a:rPr lang="en-IN" sz="1800" kern="100" dirty="0">
                <a:effectLst/>
                <a:latin typeface="Cambria Math" panose="02040503050406030204" pitchFamily="18" charset="0"/>
                <a:ea typeface="Calibri" panose="020F0502020204030204" pitchFamily="34" charset="0"/>
                <a:cs typeface="Cambria Math" panose="02040503050406030204" pitchFamily="18" charset="0"/>
              </a:rPr>
              <a:t>⊕</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C1</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A1=1</a:t>
            </a:r>
            <a:r>
              <a:rPr lang="en-IN" sz="1800" kern="100" dirty="0">
                <a:effectLst/>
                <a:latin typeface="Cambria Math" panose="02040503050406030204" pitchFamily="18" charset="0"/>
                <a:ea typeface="Calibri" panose="020F0502020204030204" pitchFamily="34" charset="0"/>
                <a:cs typeface="Cambria Math" panose="02040503050406030204" pitchFamily="18" charset="0"/>
              </a:rPr>
              <a:t>⊕</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7</a:t>
            </a:r>
            <a:r>
              <a:rPr lang="en-IN" sz="1800" kern="100" dirty="0">
                <a:effectLst/>
                <a:latin typeface="Cambria Math" panose="02040503050406030204" pitchFamily="18" charset="0"/>
                <a:ea typeface="Calibri" panose="020F0502020204030204" pitchFamily="34" charset="0"/>
                <a:cs typeface="Cambria Math" panose="02040503050406030204" pitchFamily="18" charset="0"/>
              </a:rPr>
              <a:t>⊕</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3</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A1=5.</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Repeat this calculation for all blocks to restore Disk A.</a:t>
            </a:r>
          </a:p>
          <a:p>
            <a:endParaRPr lang="en-IN" dirty="0"/>
          </a:p>
        </p:txBody>
      </p:sp>
    </p:spTree>
    <p:extLst>
      <p:ext uri="{BB962C8B-B14F-4D97-AF65-F5344CB8AC3E}">
        <p14:creationId xmlns:p14="http://schemas.microsoft.com/office/powerpoint/2010/main" val="749323116"/>
      </p:ext>
    </p:extLst>
  </p:cSld>
  <p:clrMapOvr>
    <a:masterClrMapping/>
  </p:clrMapOvr>
  <p:transition/>
</p:sld>
</file>

<file path=ppt/theme/theme1.xml><?xml version="1.0" encoding="utf-8"?>
<a:theme xmlns:a="http://schemas.openxmlformats.org/drawingml/2006/main" name="Vertical and Horizontal design templat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dirty="0"/>
        </a:defPPr>
      </a:lstStyle>
      <a:style>
        <a:lnRef idx="1">
          <a:schemeClr val="accent2"/>
        </a:lnRef>
        <a:fillRef idx="2">
          <a:schemeClr val="accent2"/>
        </a:fillRef>
        <a:effectRef idx="1">
          <a:schemeClr val="accent2"/>
        </a:effectRef>
        <a:fontRef idx="minor">
          <a:schemeClr val="dk1"/>
        </a:fontRef>
      </a:style>
    </a:spDef>
    <a:lnDef>
      <a:spPr/>
      <a:bodyPr/>
      <a:lstStyle/>
      <a:style>
        <a:lnRef idx="1">
          <a:schemeClr val="accent1"/>
        </a:lnRef>
        <a:fillRef idx="0">
          <a:schemeClr val="accent1"/>
        </a:fillRef>
        <a:effectRef idx="0">
          <a:schemeClr val="accent1"/>
        </a:effectRef>
        <a:fontRef idx="minor">
          <a:schemeClr val="tx1"/>
        </a:fontRef>
      </a:style>
    </a:lnDef>
    <a:txDef>
      <a:spPr>
        <a:noFill/>
        <a:ln>
          <a:solidFill>
            <a:schemeClr val="bg2"/>
          </a:solidFill>
        </a:ln>
      </a:spPr>
      <a:bodyPr wrap="square" rtlCol="0" anchor="ctr" anchorCtr="1">
        <a:spAutoFit/>
      </a:bodyPr>
      <a:lstStyle>
        <a:defPPr>
          <a:defRPr dirty="0" smtClean="0"/>
        </a:defPPr>
      </a:lstStyle>
    </a:txDef>
  </a:objectDefaults>
  <a:extraClrSchemeLst/>
  <a:extLst>
    <a:ext uri="{05A4C25C-085E-4340-85A3-A5531E510DB2}">
      <thm15:themeFamily xmlns:thm15="http://schemas.microsoft.com/office/thememl/2012/main" name="Vertical and horizontal design slides.potx" id="{7E307492-4344-40EC-954C-E30551E95991}" vid="{493C3130-E1FA-416B-8465-D41FAD56C1B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EAA_Template">
  <a:themeElements>
    <a:clrScheme name="1_EAA_Template 14">
      <a:dk1>
        <a:srgbClr val="003580"/>
      </a:dk1>
      <a:lt1>
        <a:srgbClr val="FFFFFF"/>
      </a:lt1>
      <a:dk2>
        <a:srgbClr val="003580"/>
      </a:dk2>
      <a:lt2>
        <a:srgbClr val="C7BD8A"/>
      </a:lt2>
      <a:accent1>
        <a:srgbClr val="E0AD12"/>
      </a:accent1>
      <a:accent2>
        <a:srgbClr val="D97300"/>
      </a:accent2>
      <a:accent3>
        <a:srgbClr val="FFFFFF"/>
      </a:accent3>
      <a:accent4>
        <a:srgbClr val="002C6C"/>
      </a:accent4>
      <a:accent5>
        <a:srgbClr val="EDD3AA"/>
      </a:accent5>
      <a:accent6>
        <a:srgbClr val="C46800"/>
      </a:accent6>
      <a:hlink>
        <a:srgbClr val="5274A6"/>
      </a:hlink>
      <a:folHlink>
        <a:srgbClr val="A1A646"/>
      </a:folHlink>
    </a:clrScheme>
    <a:fontScheme name="1_EAA_Template">
      <a:majorFont>
        <a:latin typeface="Calibri"/>
        <a:ea typeface=""/>
        <a:cs typeface="Arial"/>
      </a:majorFont>
      <a:minorFont>
        <a:latin typeface="Calibri"/>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rgbClr val="FF0000"/>
          </a:solidFill>
          <a:prstDash val="solid"/>
          <a:round/>
          <a:headEnd type="none" w="med" len="med"/>
          <a:tailEnd type="triangle" w="lg" len="med"/>
        </a:ln>
        <a:effectLst/>
      </a:spPr>
      <a:bodyPr vert="horz" wrap="square" lIns="0" tIns="0" rIns="0" bIns="0" numCol="1" anchor="t" anchorCtr="0" compatLnSpc="1">
        <a:prstTxWarp prst="textNoShape">
          <a:avLst/>
        </a:prstTxWarp>
      </a:bodyPr>
      <a:lstStyle>
        <a:defPPr marL="354013" marR="0" indent="-354013" algn="ctr" defTabSz="941388" rtl="0" eaLnBrk="1" fontAlgn="base" latinLnBrk="0" hangingPunct="1">
          <a:lnSpc>
            <a:spcPct val="100000"/>
          </a:lnSpc>
          <a:spcBef>
            <a:spcPct val="50000"/>
          </a:spcBef>
          <a:spcAft>
            <a:spcPct val="0"/>
          </a:spcAft>
          <a:buClr>
            <a:srgbClr val="003580"/>
          </a:buClr>
          <a:buSzTx/>
          <a:buFont typeface="Wingdings" pitchFamily="2" charset="2"/>
          <a:buNone/>
          <a:tabLst/>
          <a:defRPr kumimoji="0" lang="en-US" sz="2200" b="0" i="0" u="none" strike="noStrike" cap="none" normalizeH="0" baseline="0" smtClean="0">
            <a:ln>
              <a:noFill/>
            </a:ln>
            <a:solidFill>
              <a:srgbClr val="003580"/>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solidFill>
        <a:ln w="25400" cap="flat" cmpd="sng" algn="ctr">
          <a:solidFill>
            <a:srgbClr val="FF0000"/>
          </a:solidFill>
          <a:prstDash val="solid"/>
          <a:round/>
          <a:headEnd type="none" w="med" len="med"/>
          <a:tailEnd type="triangle" w="lg" len="med"/>
        </a:ln>
        <a:effectLst/>
      </a:spPr>
      <a:bodyPr vert="horz" wrap="square" lIns="0" tIns="0" rIns="0" bIns="0" numCol="1" anchor="t" anchorCtr="0" compatLnSpc="1">
        <a:prstTxWarp prst="textNoShape">
          <a:avLst/>
        </a:prstTxWarp>
      </a:bodyPr>
      <a:lstStyle>
        <a:defPPr marL="354013" marR="0" indent="-354013" algn="ctr" defTabSz="941388" rtl="0" eaLnBrk="1" fontAlgn="base" latinLnBrk="0" hangingPunct="1">
          <a:lnSpc>
            <a:spcPct val="100000"/>
          </a:lnSpc>
          <a:spcBef>
            <a:spcPct val="50000"/>
          </a:spcBef>
          <a:spcAft>
            <a:spcPct val="0"/>
          </a:spcAft>
          <a:buClr>
            <a:srgbClr val="003580"/>
          </a:buClr>
          <a:buSzTx/>
          <a:buFont typeface="Wingdings" pitchFamily="2" charset="2"/>
          <a:buNone/>
          <a:tabLst/>
          <a:defRPr kumimoji="0" lang="en-US" sz="2200" b="0" i="0" u="none" strike="noStrike" cap="none" normalizeH="0" baseline="0" smtClean="0">
            <a:ln>
              <a:noFill/>
            </a:ln>
            <a:solidFill>
              <a:srgbClr val="003580"/>
            </a:solidFill>
            <a:effectLst/>
            <a:latin typeface="Arial" charset="0"/>
            <a:cs typeface="Arial" charset="0"/>
          </a:defRPr>
        </a:defPPr>
      </a:lstStyle>
    </a:lnDef>
  </a:objectDefaults>
  <a:extraClrSchemeLst>
    <a:extraClrScheme>
      <a:clrScheme name="1_EAA_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EAA_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EAA_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EAA_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EAA_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EAA_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EAA_Templ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EAA_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EAA_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EAA_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EAA_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EAA_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1_EAA_Template 13">
        <a:dk1>
          <a:srgbClr val="000000"/>
        </a:dk1>
        <a:lt1>
          <a:srgbClr val="FFFFFF"/>
        </a:lt1>
        <a:dk2>
          <a:srgbClr val="003580"/>
        </a:dk2>
        <a:lt2>
          <a:srgbClr val="C7BD8A"/>
        </a:lt2>
        <a:accent1>
          <a:srgbClr val="E0AD12"/>
        </a:accent1>
        <a:accent2>
          <a:srgbClr val="D97300"/>
        </a:accent2>
        <a:accent3>
          <a:srgbClr val="FFFFFF"/>
        </a:accent3>
        <a:accent4>
          <a:srgbClr val="000000"/>
        </a:accent4>
        <a:accent5>
          <a:srgbClr val="EDD3AA"/>
        </a:accent5>
        <a:accent6>
          <a:srgbClr val="C46800"/>
        </a:accent6>
        <a:hlink>
          <a:srgbClr val="5274A6"/>
        </a:hlink>
        <a:folHlink>
          <a:srgbClr val="A1A646"/>
        </a:folHlink>
      </a:clrScheme>
      <a:clrMap bg1="lt1" tx1="dk1" bg2="lt2" tx2="dk2" accent1="accent1" accent2="accent2" accent3="accent3" accent4="accent4" accent5="accent5" accent6="accent6" hlink="hlink" folHlink="folHlink"/>
    </a:extraClrScheme>
    <a:extraClrScheme>
      <a:clrScheme name="1_EAA_Template 14">
        <a:dk1>
          <a:srgbClr val="003580"/>
        </a:dk1>
        <a:lt1>
          <a:srgbClr val="FFFFFF"/>
        </a:lt1>
        <a:dk2>
          <a:srgbClr val="003580"/>
        </a:dk2>
        <a:lt2>
          <a:srgbClr val="C7BD8A"/>
        </a:lt2>
        <a:accent1>
          <a:srgbClr val="E0AD12"/>
        </a:accent1>
        <a:accent2>
          <a:srgbClr val="D97300"/>
        </a:accent2>
        <a:accent3>
          <a:srgbClr val="FFFFFF"/>
        </a:accent3>
        <a:accent4>
          <a:srgbClr val="002C6C"/>
        </a:accent4>
        <a:accent5>
          <a:srgbClr val="EDD3AA"/>
        </a:accent5>
        <a:accent6>
          <a:srgbClr val="C46800"/>
        </a:accent6>
        <a:hlink>
          <a:srgbClr val="5274A6"/>
        </a:hlink>
        <a:folHlink>
          <a:srgbClr val="A1A646"/>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1975</TotalTime>
  <Words>6636</Words>
  <Application>Microsoft Office PowerPoint</Application>
  <PresentationFormat>On-screen Show (4:3)</PresentationFormat>
  <Paragraphs>1003</Paragraphs>
  <Slides>100</Slides>
  <Notes>37</Notes>
  <HiddenSlides>0</HiddenSlides>
  <MMClips>0</MMClips>
  <ScaleCrop>false</ScaleCrop>
  <HeadingPairs>
    <vt:vector size="6" baseType="variant">
      <vt:variant>
        <vt:lpstr>Fonts Used</vt:lpstr>
      </vt:variant>
      <vt:variant>
        <vt:i4>14</vt:i4>
      </vt:variant>
      <vt:variant>
        <vt:lpstr>Theme</vt:lpstr>
      </vt:variant>
      <vt:variant>
        <vt:i4>3</vt:i4>
      </vt:variant>
      <vt:variant>
        <vt:lpstr>Slide Titles</vt:lpstr>
      </vt:variant>
      <vt:variant>
        <vt:i4>100</vt:i4>
      </vt:variant>
    </vt:vector>
  </HeadingPairs>
  <TitlesOfParts>
    <vt:vector size="117" baseType="lpstr">
      <vt:lpstr>굴림</vt:lpstr>
      <vt:lpstr>ＭＳ Ｐゴシック</vt:lpstr>
      <vt:lpstr>Arial</vt:lpstr>
      <vt:lpstr>Arial Black</vt:lpstr>
      <vt:lpstr>Arial Narrow</vt:lpstr>
      <vt:lpstr>Book Antiqua</vt:lpstr>
      <vt:lpstr>Calibri</vt:lpstr>
      <vt:lpstr>Cambria Math</vt:lpstr>
      <vt:lpstr>Century Gothic</vt:lpstr>
      <vt:lpstr>Courier New</vt:lpstr>
      <vt:lpstr>Symbol</vt:lpstr>
      <vt:lpstr>Times New Roman</vt:lpstr>
      <vt:lpstr>Verdana</vt:lpstr>
      <vt:lpstr>Wingdings</vt:lpstr>
      <vt:lpstr>Vertical and Horizontal design template</vt:lpstr>
      <vt:lpstr>Office Theme</vt:lpstr>
      <vt:lpstr>1_EAA_Template</vt:lpstr>
      <vt:lpstr>UNIT-II Data Protection, Intelligent Storage system: Implementation of RAID, RAID Array Components, RAID Levels, RAID Comparison, RAID Impact on Disk Performance, Hot Spares Components of an Intelligent Storage System, Intelligent Storage Array </vt:lpstr>
      <vt:lpstr>PowerPoint Presentation</vt:lpstr>
      <vt:lpstr>Components of an Intelligent Storage System</vt:lpstr>
      <vt:lpstr>Components of an Intelligent Storage System</vt:lpstr>
      <vt:lpstr>Intelligent Storage System: Front End</vt:lpstr>
      <vt:lpstr> Front End</vt:lpstr>
      <vt:lpstr>Front-End Command Queuing</vt:lpstr>
      <vt:lpstr>Front End Command Queuing</vt:lpstr>
      <vt:lpstr>PowerPoint Presentation</vt:lpstr>
      <vt:lpstr>PowerPoint Presentation</vt:lpstr>
      <vt:lpstr>Intelligent Storage System: Cache</vt:lpstr>
      <vt:lpstr>Cache</vt:lpstr>
      <vt:lpstr>PowerPoint Presentation</vt:lpstr>
      <vt:lpstr>PowerPoint Presentation</vt:lpstr>
      <vt:lpstr>Read Operation with Cache</vt:lpstr>
      <vt:lpstr>Read Operation with Cache: ‘Hits’ and ‘Misses’</vt:lpstr>
      <vt:lpstr>Write Operation with Cache</vt:lpstr>
      <vt:lpstr>Write Operation with Cache</vt:lpstr>
      <vt:lpstr>Cache Implementation</vt:lpstr>
      <vt:lpstr>Cache Management</vt:lpstr>
      <vt:lpstr>PowerPoint Presentation</vt:lpstr>
      <vt:lpstr>Cache Data Protection</vt:lpstr>
      <vt:lpstr>Cache Management: Algorithms</vt:lpstr>
      <vt:lpstr>Cache Management: Watermarking</vt:lpstr>
      <vt:lpstr>Cache Data Protection</vt:lpstr>
      <vt:lpstr>Intelligent Storage System: Back End</vt:lpstr>
      <vt:lpstr>Back End</vt:lpstr>
      <vt:lpstr>Physical Disk</vt:lpstr>
      <vt:lpstr>Logical Unit Number</vt:lpstr>
      <vt:lpstr>PowerPoint Presentation</vt:lpstr>
      <vt:lpstr>LUN Masking</vt:lpstr>
      <vt:lpstr>Intelligent Storage Array</vt:lpstr>
      <vt:lpstr> High-end Storage Systems</vt:lpstr>
      <vt:lpstr>PowerPoint Presentation</vt:lpstr>
      <vt:lpstr>PowerPoint Presentation</vt:lpstr>
      <vt:lpstr>PowerPoint Presentation</vt:lpstr>
      <vt:lpstr>Midrange Storage System</vt:lpstr>
      <vt:lpstr>PowerPoint Presentation</vt:lpstr>
      <vt:lpstr>Symmetrix Storage Array</vt:lpstr>
      <vt:lpstr>PowerPoint Presentation</vt:lpstr>
      <vt:lpstr>Symmetrix Component Overview</vt:lpstr>
      <vt:lpstr>PowerPoint Presentation</vt:lpstr>
      <vt:lpstr>Direct Matrix Architecture</vt:lpstr>
      <vt:lpstr>Summary</vt:lpstr>
      <vt:lpstr>PowerPoint Presentation</vt:lpstr>
      <vt:lpstr>PowerPoint Presentation</vt:lpstr>
      <vt:lpstr>Data Protection: RAID </vt:lpstr>
      <vt:lpstr>Disk Arrays</vt:lpstr>
      <vt:lpstr>Why RAID?</vt:lpstr>
      <vt:lpstr>RAID Array Components</vt:lpstr>
      <vt:lpstr>RAID Controller </vt:lpstr>
      <vt:lpstr>RAID Levels</vt:lpstr>
      <vt:lpstr>RAID Level 0</vt:lpstr>
      <vt:lpstr>RAID 0</vt:lpstr>
      <vt:lpstr>RAID 0 </vt:lpstr>
      <vt:lpstr>RAID 1</vt:lpstr>
      <vt:lpstr>RAID 1</vt:lpstr>
      <vt:lpstr>RAID Level 1</vt:lpstr>
      <vt:lpstr>RAID 1</vt:lpstr>
      <vt:lpstr>Nested RAID</vt:lpstr>
      <vt:lpstr>Nested RAID – 0+1 (Striping and Mirroring)</vt:lpstr>
      <vt:lpstr>Nested RAID – 0+1 (Striping and Mirroring)</vt:lpstr>
      <vt:lpstr>Nested RAID</vt:lpstr>
      <vt:lpstr>Nested RAID – 1+0 (Mirroring and Striping)</vt:lpstr>
      <vt:lpstr>Nested RAID – 1+0 (Mirroring and Striping)</vt:lpstr>
      <vt:lpstr>RAID LEVEL 2</vt:lpstr>
      <vt:lpstr>RAID Levels 2, 3, and 4</vt:lpstr>
      <vt:lpstr>RAID Redundancy: Parity </vt:lpstr>
      <vt:lpstr>RAID LEVEL 3</vt:lpstr>
      <vt:lpstr>PowerPoint Presentation</vt:lpstr>
      <vt:lpstr>How parity works?</vt:lpstr>
      <vt:lpstr>Recovering from a disk failure</vt:lpstr>
      <vt:lpstr>How RAID level 3 works (I)</vt:lpstr>
      <vt:lpstr>How RAID level 3 works (II)</vt:lpstr>
      <vt:lpstr>How RAID level 3 works (III)</vt:lpstr>
      <vt:lpstr>RAID 3 and RAID 4 </vt:lpstr>
      <vt:lpstr>RAID 3</vt:lpstr>
      <vt:lpstr>RAID  LEVEL 4 (I)</vt:lpstr>
      <vt:lpstr>RAID  LEVEL 4 (II)</vt:lpstr>
      <vt:lpstr>RAID levels 4 and 5</vt:lpstr>
      <vt:lpstr>RAID  LEVEL 5</vt:lpstr>
      <vt:lpstr>RAID 5 and RAID 6</vt:lpstr>
      <vt:lpstr>RAID 5 </vt:lpstr>
      <vt:lpstr>Other RAID organizations (I)</vt:lpstr>
      <vt:lpstr>PowerPoint Presentation</vt:lpstr>
      <vt:lpstr>Hot Spares</vt:lpstr>
      <vt:lpstr>What about flash drives?</vt:lpstr>
      <vt:lpstr>CONCLUSION (I)</vt:lpstr>
      <vt:lpstr>CONCLUSION (II)</vt:lpstr>
      <vt:lpstr>A review question</vt:lpstr>
      <vt:lpstr>The answers</vt:lpstr>
      <vt:lpstr>Summary</vt:lpstr>
      <vt:lpstr>QUIZ</vt:lpstr>
      <vt:lpstr>QUIZ</vt:lpstr>
      <vt:lpstr>Solution</vt:lpstr>
      <vt:lpstr>PowerPoint Presentation</vt:lpstr>
      <vt:lpstr>Solutions</vt:lpstr>
      <vt:lpstr>PowerPoint Presentation</vt:lpstr>
      <vt:lpstr>Solutions</vt:lpstr>
      <vt:lpstr>Solutions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Storage and Management  Storing, Managing, and Protecting Digital Information</dc:title>
  <dc:creator>Windows User</dc:creator>
  <cp:lastModifiedBy>rajshri shettar</cp:lastModifiedBy>
  <cp:revision>292</cp:revision>
  <dcterms:created xsi:type="dcterms:W3CDTF">2018-01-29T10:03:38Z</dcterms:created>
  <dcterms:modified xsi:type="dcterms:W3CDTF">2025-10-08T04:29:21Z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74067800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